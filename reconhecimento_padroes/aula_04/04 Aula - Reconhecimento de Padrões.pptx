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91" r:id="rId2"/>
    <p:sldId id="292" r:id="rId3"/>
    <p:sldId id="278" r:id="rId4"/>
    <p:sldId id="285" r:id="rId5"/>
    <p:sldId id="279" r:id="rId6"/>
    <p:sldId id="277" r:id="rId7"/>
    <p:sldId id="287" r:id="rId8"/>
    <p:sldId id="293" r:id="rId9"/>
    <p:sldId id="286" r:id="rId10"/>
    <p:sldId id="294" r:id="rId11"/>
    <p:sldId id="290" r:id="rId12"/>
    <p:sldId id="283" r:id="rId13"/>
    <p:sldId id="284" r:id="rId1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595B"/>
    <a:srgbClr val="D8D3D2"/>
    <a:srgbClr val="231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3DA019-136B-4EE0-AEFA-90A2E860BCFF}" v="23" dt="2024-12-15T22:03:34.055"/>
    <p1510:client id="{9DFE6B6B-F089-4EC1-8A18-BD60DE033737}" v="24" dt="2024-12-15T22:37:08.206"/>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8" d="100"/>
          <a:sy n="108" d="100"/>
        </p:scale>
        <p:origin x="714"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za Briana Grether" userId="33b05ef5-dde0-4e2c-af71-3f0410b5559e" providerId="ADAL" clId="{C4068DCB-55F7-4A3B-8D04-F04C53C775FA}"/>
    <pc:docChg chg="custSel addSld delSld modSld modMainMaster">
      <pc:chgData name="Luiza Briana Grether" userId="33b05ef5-dde0-4e2c-af71-3f0410b5559e" providerId="ADAL" clId="{C4068DCB-55F7-4A3B-8D04-F04C53C775FA}" dt="2024-11-29T19:39:18.941" v="112" actId="700"/>
      <pc:docMkLst>
        <pc:docMk/>
      </pc:docMkLst>
      <pc:sldChg chg="del">
        <pc:chgData name="Luiza Briana Grether" userId="33b05ef5-dde0-4e2c-af71-3f0410b5559e" providerId="ADAL" clId="{C4068DCB-55F7-4A3B-8D04-F04C53C775FA}" dt="2024-11-25T19:47:37.276" v="0" actId="47"/>
        <pc:sldMkLst>
          <pc:docMk/>
          <pc:sldMk cId="554345591" sldId="256"/>
        </pc:sldMkLst>
      </pc:sldChg>
      <pc:sldChg chg="new">
        <pc:chgData name="Luiza Briana Grether" userId="33b05ef5-dde0-4e2c-af71-3f0410b5559e" providerId="ADAL" clId="{C4068DCB-55F7-4A3B-8D04-F04C53C775FA}" dt="2024-11-25T19:47:39.477" v="1" actId="680"/>
        <pc:sldMkLst>
          <pc:docMk/>
          <pc:sldMk cId="1019073360" sldId="256"/>
        </pc:sldMkLst>
      </pc:sldChg>
      <pc:sldChg chg="addSp delSp modSp new mod chgLayout">
        <pc:chgData name="Luiza Briana Grether" userId="33b05ef5-dde0-4e2c-af71-3f0410b5559e" providerId="ADAL" clId="{C4068DCB-55F7-4A3B-8D04-F04C53C775FA}" dt="2024-11-25T19:47:43.938" v="3" actId="700"/>
        <pc:sldMkLst>
          <pc:docMk/>
          <pc:sldMk cId="3823548911" sldId="257"/>
        </pc:sldMkLst>
        <pc:spChg chg="del">
          <ac:chgData name="Luiza Briana Grether" userId="33b05ef5-dde0-4e2c-af71-3f0410b5559e" providerId="ADAL" clId="{C4068DCB-55F7-4A3B-8D04-F04C53C775FA}" dt="2024-11-25T19:47:43.938" v="3" actId="700"/>
          <ac:spMkLst>
            <pc:docMk/>
            <pc:sldMk cId="3823548911" sldId="257"/>
            <ac:spMk id="2" creationId="{DCB8A5FF-7D55-E963-9A1A-AA037E6C3707}"/>
          </ac:spMkLst>
        </pc:spChg>
        <pc:spChg chg="del">
          <ac:chgData name="Luiza Briana Grether" userId="33b05ef5-dde0-4e2c-af71-3f0410b5559e" providerId="ADAL" clId="{C4068DCB-55F7-4A3B-8D04-F04C53C775FA}" dt="2024-11-25T19:47:43.938" v="3" actId="700"/>
          <ac:spMkLst>
            <pc:docMk/>
            <pc:sldMk cId="3823548911" sldId="257"/>
            <ac:spMk id="3" creationId="{A8BBE09C-F047-D6B3-04EF-3178347E4C34}"/>
          </ac:spMkLst>
        </pc:spChg>
        <pc:spChg chg="add mod ord">
          <ac:chgData name="Luiza Briana Grether" userId="33b05ef5-dde0-4e2c-af71-3f0410b5559e" providerId="ADAL" clId="{C4068DCB-55F7-4A3B-8D04-F04C53C775FA}" dt="2024-11-25T19:47:43.938" v="3" actId="700"/>
          <ac:spMkLst>
            <pc:docMk/>
            <pc:sldMk cId="3823548911" sldId="257"/>
            <ac:spMk id="4" creationId="{5AE0B6C0-39A9-BFF4-D5A5-BE45B331A9EE}"/>
          </ac:spMkLst>
        </pc:spChg>
        <pc:spChg chg="add mod ord">
          <ac:chgData name="Luiza Briana Grether" userId="33b05ef5-dde0-4e2c-af71-3f0410b5559e" providerId="ADAL" clId="{C4068DCB-55F7-4A3B-8D04-F04C53C775FA}" dt="2024-11-25T19:47:43.938" v="3" actId="700"/>
          <ac:spMkLst>
            <pc:docMk/>
            <pc:sldMk cId="3823548911" sldId="257"/>
            <ac:spMk id="5" creationId="{0A1FEE11-0A50-9D26-8131-A01DDE1E4B6B}"/>
          </ac:spMkLst>
        </pc:spChg>
      </pc:sldChg>
      <pc:sldChg chg="addSp delSp modSp new mod modClrScheme chgLayout">
        <pc:chgData name="Luiza Briana Grether" userId="33b05ef5-dde0-4e2c-af71-3f0410b5559e" providerId="ADAL" clId="{C4068DCB-55F7-4A3B-8D04-F04C53C775FA}" dt="2024-11-25T19:47:51.267" v="5" actId="700"/>
        <pc:sldMkLst>
          <pc:docMk/>
          <pc:sldMk cId="781846017" sldId="258"/>
        </pc:sldMkLst>
        <pc:spChg chg="del mod ord">
          <ac:chgData name="Luiza Briana Grether" userId="33b05ef5-dde0-4e2c-af71-3f0410b5559e" providerId="ADAL" clId="{C4068DCB-55F7-4A3B-8D04-F04C53C775FA}" dt="2024-11-25T19:47:51.267" v="5" actId="700"/>
          <ac:spMkLst>
            <pc:docMk/>
            <pc:sldMk cId="781846017" sldId="258"/>
            <ac:spMk id="2" creationId="{D9877DBD-5C1E-9993-D8F6-00F6E5E4FD54}"/>
          </ac:spMkLst>
        </pc:spChg>
        <pc:spChg chg="del">
          <ac:chgData name="Luiza Briana Grether" userId="33b05ef5-dde0-4e2c-af71-3f0410b5559e" providerId="ADAL" clId="{C4068DCB-55F7-4A3B-8D04-F04C53C775FA}" dt="2024-11-25T19:47:51.267" v="5" actId="700"/>
          <ac:spMkLst>
            <pc:docMk/>
            <pc:sldMk cId="781846017" sldId="258"/>
            <ac:spMk id="3" creationId="{E9ACABFC-3EB1-417D-7D80-26C19BD18283}"/>
          </ac:spMkLst>
        </pc:spChg>
        <pc:spChg chg="add mod ord">
          <ac:chgData name="Luiza Briana Grether" userId="33b05ef5-dde0-4e2c-af71-3f0410b5559e" providerId="ADAL" clId="{C4068DCB-55F7-4A3B-8D04-F04C53C775FA}" dt="2024-11-25T19:47:51.267" v="5" actId="700"/>
          <ac:spMkLst>
            <pc:docMk/>
            <pc:sldMk cId="781846017" sldId="258"/>
            <ac:spMk id="4" creationId="{787D778B-9E20-AB15-87A0-D50DC0C95E1C}"/>
          </ac:spMkLst>
        </pc:spChg>
      </pc:sldChg>
      <pc:sldChg chg="del">
        <pc:chgData name="Luiza Briana Grether" userId="33b05ef5-dde0-4e2c-af71-3f0410b5559e" providerId="ADAL" clId="{C4068DCB-55F7-4A3B-8D04-F04C53C775FA}" dt="2024-11-25T19:47:37.276" v="0" actId="47"/>
        <pc:sldMkLst>
          <pc:docMk/>
          <pc:sldMk cId="1707551444" sldId="259"/>
        </pc:sldMkLst>
      </pc:sldChg>
      <pc:sldChg chg="addSp delSp modSp new mod modClrScheme chgLayout">
        <pc:chgData name="Luiza Briana Grether" userId="33b05ef5-dde0-4e2c-af71-3f0410b5559e" providerId="ADAL" clId="{C4068DCB-55F7-4A3B-8D04-F04C53C775FA}" dt="2024-11-25T19:47:54.879" v="7" actId="700"/>
        <pc:sldMkLst>
          <pc:docMk/>
          <pc:sldMk cId="3958341558" sldId="259"/>
        </pc:sldMkLst>
        <pc:spChg chg="del mod ord">
          <ac:chgData name="Luiza Briana Grether" userId="33b05ef5-dde0-4e2c-af71-3f0410b5559e" providerId="ADAL" clId="{C4068DCB-55F7-4A3B-8D04-F04C53C775FA}" dt="2024-11-25T19:47:54.879" v="7" actId="700"/>
          <ac:spMkLst>
            <pc:docMk/>
            <pc:sldMk cId="3958341558" sldId="259"/>
            <ac:spMk id="2" creationId="{B14984D2-CF1E-100B-1EA5-AC6797A77F6F}"/>
          </ac:spMkLst>
        </pc:spChg>
        <pc:spChg chg="add mod ord">
          <ac:chgData name="Luiza Briana Grether" userId="33b05ef5-dde0-4e2c-af71-3f0410b5559e" providerId="ADAL" clId="{C4068DCB-55F7-4A3B-8D04-F04C53C775FA}" dt="2024-11-25T19:47:54.879" v="7" actId="700"/>
          <ac:spMkLst>
            <pc:docMk/>
            <pc:sldMk cId="3958341558" sldId="259"/>
            <ac:spMk id="3" creationId="{8BF6E717-0CF7-968C-D907-DAB24563866D}"/>
          </ac:spMkLst>
        </pc:spChg>
        <pc:spChg chg="add mod ord">
          <ac:chgData name="Luiza Briana Grether" userId="33b05ef5-dde0-4e2c-af71-3f0410b5559e" providerId="ADAL" clId="{C4068DCB-55F7-4A3B-8D04-F04C53C775FA}" dt="2024-11-25T19:47:54.879" v="7" actId="700"/>
          <ac:spMkLst>
            <pc:docMk/>
            <pc:sldMk cId="3958341558" sldId="259"/>
            <ac:spMk id="4" creationId="{8BF9F3B0-8B4C-0861-B7A2-ED5857D58DB4}"/>
          </ac:spMkLst>
        </pc:spChg>
      </pc:sldChg>
      <pc:sldChg chg="addSp delSp modSp new mod modClrScheme chgLayout">
        <pc:chgData name="Luiza Briana Grether" userId="33b05ef5-dde0-4e2c-af71-3f0410b5559e" providerId="ADAL" clId="{C4068DCB-55F7-4A3B-8D04-F04C53C775FA}" dt="2024-11-25T19:48:01.233" v="9" actId="700"/>
        <pc:sldMkLst>
          <pc:docMk/>
          <pc:sldMk cId="2631850462" sldId="260"/>
        </pc:sldMkLst>
        <pc:spChg chg="del mod ord">
          <ac:chgData name="Luiza Briana Grether" userId="33b05ef5-dde0-4e2c-af71-3f0410b5559e" providerId="ADAL" clId="{C4068DCB-55F7-4A3B-8D04-F04C53C775FA}" dt="2024-11-25T19:48:01.233" v="9" actId="700"/>
          <ac:spMkLst>
            <pc:docMk/>
            <pc:sldMk cId="2631850462" sldId="260"/>
            <ac:spMk id="2" creationId="{48D0F28D-C097-52A7-1748-5350B7E25D88}"/>
          </ac:spMkLst>
        </pc:spChg>
        <pc:spChg chg="del">
          <ac:chgData name="Luiza Briana Grether" userId="33b05ef5-dde0-4e2c-af71-3f0410b5559e" providerId="ADAL" clId="{C4068DCB-55F7-4A3B-8D04-F04C53C775FA}" dt="2024-11-25T19:48:01.233" v="9" actId="700"/>
          <ac:spMkLst>
            <pc:docMk/>
            <pc:sldMk cId="2631850462" sldId="260"/>
            <ac:spMk id="3" creationId="{5AFF01C6-5A04-376E-8DE9-FF3375179720}"/>
          </ac:spMkLst>
        </pc:spChg>
        <pc:spChg chg="add mod ord">
          <ac:chgData name="Luiza Briana Grether" userId="33b05ef5-dde0-4e2c-af71-3f0410b5559e" providerId="ADAL" clId="{C4068DCB-55F7-4A3B-8D04-F04C53C775FA}" dt="2024-11-25T19:48:01.233" v="9" actId="700"/>
          <ac:spMkLst>
            <pc:docMk/>
            <pc:sldMk cId="2631850462" sldId="260"/>
            <ac:spMk id="4" creationId="{3A7E8A2B-A12C-D28C-F1D0-ADCA904A22E2}"/>
          </ac:spMkLst>
        </pc:spChg>
      </pc:sldChg>
      <pc:sldChg chg="del">
        <pc:chgData name="Luiza Briana Grether" userId="33b05ef5-dde0-4e2c-af71-3f0410b5559e" providerId="ADAL" clId="{C4068DCB-55F7-4A3B-8D04-F04C53C775FA}" dt="2024-11-25T19:47:37.276" v="0" actId="47"/>
        <pc:sldMkLst>
          <pc:docMk/>
          <pc:sldMk cId="3308514704" sldId="260"/>
        </pc:sldMkLst>
      </pc:sldChg>
      <pc:sldChg chg="del">
        <pc:chgData name="Luiza Briana Grether" userId="33b05ef5-dde0-4e2c-af71-3f0410b5559e" providerId="ADAL" clId="{C4068DCB-55F7-4A3B-8D04-F04C53C775FA}" dt="2024-11-25T19:47:37.276" v="0" actId="47"/>
        <pc:sldMkLst>
          <pc:docMk/>
          <pc:sldMk cId="3219517312" sldId="261"/>
        </pc:sldMkLst>
      </pc:sldChg>
      <pc:sldChg chg="addSp delSp modSp new mod modClrScheme chgLayout">
        <pc:chgData name="Luiza Briana Grether" userId="33b05ef5-dde0-4e2c-af71-3f0410b5559e" providerId="ADAL" clId="{C4068DCB-55F7-4A3B-8D04-F04C53C775FA}" dt="2024-11-25T19:48:06.682" v="12" actId="27636"/>
        <pc:sldMkLst>
          <pc:docMk/>
          <pc:sldMk cId="3770203671" sldId="261"/>
        </pc:sldMkLst>
        <pc:spChg chg="del mod ord">
          <ac:chgData name="Luiza Briana Grether" userId="33b05ef5-dde0-4e2c-af71-3f0410b5559e" providerId="ADAL" clId="{C4068DCB-55F7-4A3B-8D04-F04C53C775FA}" dt="2024-11-25T19:48:06.676" v="11" actId="700"/>
          <ac:spMkLst>
            <pc:docMk/>
            <pc:sldMk cId="3770203671" sldId="261"/>
            <ac:spMk id="2" creationId="{5EC12657-32B4-51F7-3A9A-0C5456D63325}"/>
          </ac:spMkLst>
        </pc:spChg>
        <pc:spChg chg="add mod ord">
          <ac:chgData name="Luiza Briana Grether" userId="33b05ef5-dde0-4e2c-af71-3f0410b5559e" providerId="ADAL" clId="{C4068DCB-55F7-4A3B-8D04-F04C53C775FA}" dt="2024-11-25T19:48:06.676" v="11" actId="700"/>
          <ac:spMkLst>
            <pc:docMk/>
            <pc:sldMk cId="3770203671" sldId="261"/>
            <ac:spMk id="3" creationId="{DBB5344F-8DED-789F-6B14-AA4591149DF2}"/>
          </ac:spMkLst>
        </pc:spChg>
        <pc:spChg chg="add mod ord">
          <ac:chgData name="Luiza Briana Grether" userId="33b05ef5-dde0-4e2c-af71-3f0410b5559e" providerId="ADAL" clId="{C4068DCB-55F7-4A3B-8D04-F04C53C775FA}" dt="2024-11-25T19:48:06.676" v="11" actId="700"/>
          <ac:spMkLst>
            <pc:docMk/>
            <pc:sldMk cId="3770203671" sldId="261"/>
            <ac:spMk id="4" creationId="{BB8C7752-E4F3-A6C9-5003-E037A6B72A9F}"/>
          </ac:spMkLst>
        </pc:spChg>
        <pc:spChg chg="add mod ord">
          <ac:chgData name="Luiza Briana Grether" userId="33b05ef5-dde0-4e2c-af71-3f0410b5559e" providerId="ADAL" clId="{C4068DCB-55F7-4A3B-8D04-F04C53C775FA}" dt="2024-11-25T19:48:06.676" v="11" actId="700"/>
          <ac:spMkLst>
            <pc:docMk/>
            <pc:sldMk cId="3770203671" sldId="261"/>
            <ac:spMk id="5" creationId="{A9F5B81A-2E92-84D3-057E-45BD26B2FD0B}"/>
          </ac:spMkLst>
        </pc:spChg>
        <pc:spChg chg="add mod ord">
          <ac:chgData name="Luiza Briana Grether" userId="33b05ef5-dde0-4e2c-af71-3f0410b5559e" providerId="ADAL" clId="{C4068DCB-55F7-4A3B-8D04-F04C53C775FA}" dt="2024-11-25T19:48:06.682" v="12" actId="27636"/>
          <ac:spMkLst>
            <pc:docMk/>
            <pc:sldMk cId="3770203671" sldId="261"/>
            <ac:spMk id="6" creationId="{A18866FB-41CB-C099-EA59-77D314181E6F}"/>
          </ac:spMkLst>
        </pc:spChg>
      </pc:sldChg>
      <pc:sldChg chg="addSp delSp modSp new mod modClrScheme chgLayout">
        <pc:chgData name="Luiza Briana Grether" userId="33b05ef5-dde0-4e2c-af71-3f0410b5559e" providerId="ADAL" clId="{C4068DCB-55F7-4A3B-8D04-F04C53C775FA}" dt="2024-11-25T19:48:11.777" v="15" actId="27636"/>
        <pc:sldMkLst>
          <pc:docMk/>
          <pc:sldMk cId="1060996210" sldId="262"/>
        </pc:sldMkLst>
        <pc:spChg chg="del mod ord">
          <ac:chgData name="Luiza Briana Grether" userId="33b05ef5-dde0-4e2c-af71-3f0410b5559e" providerId="ADAL" clId="{C4068DCB-55F7-4A3B-8D04-F04C53C775FA}" dt="2024-11-25T19:48:11.771" v="14" actId="700"/>
          <ac:spMkLst>
            <pc:docMk/>
            <pc:sldMk cId="1060996210" sldId="262"/>
            <ac:spMk id="2" creationId="{A057C781-F3F2-D082-650F-2F9F6E8B2251}"/>
          </ac:spMkLst>
        </pc:spChg>
        <pc:spChg chg="del mod ord">
          <ac:chgData name="Luiza Briana Grether" userId="33b05ef5-dde0-4e2c-af71-3f0410b5559e" providerId="ADAL" clId="{C4068DCB-55F7-4A3B-8D04-F04C53C775FA}" dt="2024-11-25T19:48:11.771" v="14" actId="700"/>
          <ac:spMkLst>
            <pc:docMk/>
            <pc:sldMk cId="1060996210" sldId="262"/>
            <ac:spMk id="3" creationId="{17203F47-86C5-5755-963D-C3770ED1A6BD}"/>
          </ac:spMkLst>
        </pc:spChg>
        <pc:spChg chg="del mod ord">
          <ac:chgData name="Luiza Briana Grether" userId="33b05ef5-dde0-4e2c-af71-3f0410b5559e" providerId="ADAL" clId="{C4068DCB-55F7-4A3B-8D04-F04C53C775FA}" dt="2024-11-25T19:48:11.771" v="14" actId="700"/>
          <ac:spMkLst>
            <pc:docMk/>
            <pc:sldMk cId="1060996210" sldId="262"/>
            <ac:spMk id="4" creationId="{7050265E-4F18-F6A4-E142-0F36B7C58250}"/>
          </ac:spMkLst>
        </pc:spChg>
        <pc:spChg chg="del">
          <ac:chgData name="Luiza Briana Grether" userId="33b05ef5-dde0-4e2c-af71-3f0410b5559e" providerId="ADAL" clId="{C4068DCB-55F7-4A3B-8D04-F04C53C775FA}" dt="2024-11-25T19:48:11.771" v="14" actId="700"/>
          <ac:spMkLst>
            <pc:docMk/>
            <pc:sldMk cId="1060996210" sldId="262"/>
            <ac:spMk id="5" creationId="{BD55E640-9280-508C-5F48-A02C5B4028C7}"/>
          </ac:spMkLst>
        </pc:spChg>
        <pc:spChg chg="add mod ord">
          <ac:chgData name="Luiza Briana Grether" userId="33b05ef5-dde0-4e2c-af71-3f0410b5559e" providerId="ADAL" clId="{C4068DCB-55F7-4A3B-8D04-F04C53C775FA}" dt="2024-11-25T19:48:11.771" v="14" actId="700"/>
          <ac:spMkLst>
            <pc:docMk/>
            <pc:sldMk cId="1060996210" sldId="262"/>
            <ac:spMk id="6" creationId="{9A1212DF-1B63-9C64-259E-A095C4320C2D}"/>
          </ac:spMkLst>
        </pc:spChg>
        <pc:spChg chg="add mod ord">
          <ac:chgData name="Luiza Briana Grether" userId="33b05ef5-dde0-4e2c-af71-3f0410b5559e" providerId="ADAL" clId="{C4068DCB-55F7-4A3B-8D04-F04C53C775FA}" dt="2024-11-25T19:48:11.771" v="14" actId="700"/>
          <ac:spMkLst>
            <pc:docMk/>
            <pc:sldMk cId="1060996210" sldId="262"/>
            <ac:spMk id="7" creationId="{6F9982BB-85FD-0653-53B1-2199EEFA1030}"/>
          </ac:spMkLst>
        </pc:spChg>
        <pc:spChg chg="add mod ord">
          <ac:chgData name="Luiza Briana Grether" userId="33b05ef5-dde0-4e2c-af71-3f0410b5559e" providerId="ADAL" clId="{C4068DCB-55F7-4A3B-8D04-F04C53C775FA}" dt="2024-11-25T19:48:11.777" v="15" actId="27636"/>
          <ac:spMkLst>
            <pc:docMk/>
            <pc:sldMk cId="1060996210" sldId="262"/>
            <ac:spMk id="8" creationId="{60BD3EAB-808B-F931-7AE0-9A8B1957BD9B}"/>
          </ac:spMkLst>
        </pc:spChg>
      </pc:sldChg>
      <pc:sldChg chg="del">
        <pc:chgData name="Luiza Briana Grether" userId="33b05ef5-dde0-4e2c-af71-3f0410b5559e" providerId="ADAL" clId="{C4068DCB-55F7-4A3B-8D04-F04C53C775FA}" dt="2024-11-25T19:47:37.276" v="0" actId="47"/>
        <pc:sldMkLst>
          <pc:docMk/>
          <pc:sldMk cId="1648572485" sldId="262"/>
        </pc:sldMkLst>
      </pc:sldChg>
      <pc:sldChg chg="addSp delSp modSp new mod modClrScheme chgLayout">
        <pc:chgData name="Luiza Briana Grether" userId="33b05ef5-dde0-4e2c-af71-3f0410b5559e" providerId="ADAL" clId="{C4068DCB-55F7-4A3B-8D04-F04C53C775FA}" dt="2024-11-25T19:48:27.662" v="18" actId="27636"/>
        <pc:sldMkLst>
          <pc:docMk/>
          <pc:sldMk cId="735048995" sldId="263"/>
        </pc:sldMkLst>
        <pc:spChg chg="del mod ord">
          <ac:chgData name="Luiza Briana Grether" userId="33b05ef5-dde0-4e2c-af71-3f0410b5559e" providerId="ADAL" clId="{C4068DCB-55F7-4A3B-8D04-F04C53C775FA}" dt="2024-11-25T19:48:27.652" v="17" actId="700"/>
          <ac:spMkLst>
            <pc:docMk/>
            <pc:sldMk cId="735048995" sldId="263"/>
            <ac:spMk id="2" creationId="{8DA91084-7478-85F8-790D-AD787E2BA687}"/>
          </ac:spMkLst>
        </pc:spChg>
        <pc:spChg chg="del mod ord">
          <ac:chgData name="Luiza Briana Grether" userId="33b05ef5-dde0-4e2c-af71-3f0410b5559e" providerId="ADAL" clId="{C4068DCB-55F7-4A3B-8D04-F04C53C775FA}" dt="2024-11-25T19:48:27.652" v="17" actId="700"/>
          <ac:spMkLst>
            <pc:docMk/>
            <pc:sldMk cId="735048995" sldId="263"/>
            <ac:spMk id="3" creationId="{A3935190-D18D-5B9D-26AE-079AA3D2459A}"/>
          </ac:spMkLst>
        </pc:spChg>
        <pc:spChg chg="del">
          <ac:chgData name="Luiza Briana Grether" userId="33b05ef5-dde0-4e2c-af71-3f0410b5559e" providerId="ADAL" clId="{C4068DCB-55F7-4A3B-8D04-F04C53C775FA}" dt="2024-11-25T19:48:27.652" v="17" actId="700"/>
          <ac:spMkLst>
            <pc:docMk/>
            <pc:sldMk cId="735048995" sldId="263"/>
            <ac:spMk id="4" creationId="{CE9EC4B8-582B-7E2E-518E-B704CBAD029B}"/>
          </ac:spMkLst>
        </pc:spChg>
        <pc:spChg chg="add mod ord">
          <ac:chgData name="Luiza Briana Grether" userId="33b05ef5-dde0-4e2c-af71-3f0410b5559e" providerId="ADAL" clId="{C4068DCB-55F7-4A3B-8D04-F04C53C775FA}" dt="2024-11-25T19:48:27.652" v="17" actId="700"/>
          <ac:spMkLst>
            <pc:docMk/>
            <pc:sldMk cId="735048995" sldId="263"/>
            <ac:spMk id="5" creationId="{D8BB1817-98B1-F9C5-4E2C-C50238AF5913}"/>
          </ac:spMkLst>
        </pc:spChg>
        <pc:spChg chg="add mod ord">
          <ac:chgData name="Luiza Briana Grether" userId="33b05ef5-dde0-4e2c-af71-3f0410b5559e" providerId="ADAL" clId="{C4068DCB-55F7-4A3B-8D04-F04C53C775FA}" dt="2024-11-25T19:48:27.662" v="18" actId="27636"/>
          <ac:spMkLst>
            <pc:docMk/>
            <pc:sldMk cId="735048995" sldId="263"/>
            <ac:spMk id="6" creationId="{C1DBF017-2301-37AA-F715-1826442FDD2A}"/>
          </ac:spMkLst>
        </pc:spChg>
      </pc:sldChg>
      <pc:sldChg chg="del">
        <pc:chgData name="Luiza Briana Grether" userId="33b05ef5-dde0-4e2c-af71-3f0410b5559e" providerId="ADAL" clId="{C4068DCB-55F7-4A3B-8D04-F04C53C775FA}" dt="2024-11-25T19:47:37.276" v="0" actId="47"/>
        <pc:sldMkLst>
          <pc:docMk/>
          <pc:sldMk cId="3935208750" sldId="263"/>
        </pc:sldMkLst>
      </pc:sldChg>
      <pc:sldChg chg="addSp delSp modSp new mod modClrScheme chgLayout">
        <pc:chgData name="Luiza Briana Grether" userId="33b05ef5-dde0-4e2c-af71-3f0410b5559e" providerId="ADAL" clId="{C4068DCB-55F7-4A3B-8D04-F04C53C775FA}" dt="2024-11-25T19:48:32.184" v="21" actId="27636"/>
        <pc:sldMkLst>
          <pc:docMk/>
          <pc:sldMk cId="1132087079" sldId="264"/>
        </pc:sldMkLst>
        <pc:spChg chg="del mod ord">
          <ac:chgData name="Luiza Briana Grether" userId="33b05ef5-dde0-4e2c-af71-3f0410b5559e" providerId="ADAL" clId="{C4068DCB-55F7-4A3B-8D04-F04C53C775FA}" dt="2024-11-25T19:48:32.178" v="20" actId="700"/>
          <ac:spMkLst>
            <pc:docMk/>
            <pc:sldMk cId="1132087079" sldId="264"/>
            <ac:spMk id="2" creationId="{CEFDE020-2C57-469A-25E2-98106209E5EC}"/>
          </ac:spMkLst>
        </pc:spChg>
        <pc:spChg chg="del mod ord">
          <ac:chgData name="Luiza Briana Grether" userId="33b05ef5-dde0-4e2c-af71-3f0410b5559e" providerId="ADAL" clId="{C4068DCB-55F7-4A3B-8D04-F04C53C775FA}" dt="2024-11-25T19:48:32.178" v="20" actId="700"/>
          <ac:spMkLst>
            <pc:docMk/>
            <pc:sldMk cId="1132087079" sldId="264"/>
            <ac:spMk id="3" creationId="{7128BE82-99E6-4D1C-9687-E37CF296EEBA}"/>
          </ac:spMkLst>
        </pc:spChg>
        <pc:spChg chg="add mod ord">
          <ac:chgData name="Luiza Briana Grether" userId="33b05ef5-dde0-4e2c-af71-3f0410b5559e" providerId="ADAL" clId="{C4068DCB-55F7-4A3B-8D04-F04C53C775FA}" dt="2024-11-25T19:48:32.178" v="20" actId="700"/>
          <ac:spMkLst>
            <pc:docMk/>
            <pc:sldMk cId="1132087079" sldId="264"/>
            <ac:spMk id="4" creationId="{4288B767-13DD-7127-1930-2D440019E314}"/>
          </ac:spMkLst>
        </pc:spChg>
        <pc:spChg chg="add mod ord">
          <ac:chgData name="Luiza Briana Grether" userId="33b05ef5-dde0-4e2c-af71-3f0410b5559e" providerId="ADAL" clId="{C4068DCB-55F7-4A3B-8D04-F04C53C775FA}" dt="2024-11-25T19:48:32.184" v="21" actId="27636"/>
          <ac:spMkLst>
            <pc:docMk/>
            <pc:sldMk cId="1132087079" sldId="264"/>
            <ac:spMk id="5" creationId="{2C6B3690-2A76-D144-E71F-37A4CCF6B5B5}"/>
          </ac:spMkLst>
        </pc:spChg>
        <pc:spChg chg="add mod ord">
          <ac:chgData name="Luiza Briana Grether" userId="33b05ef5-dde0-4e2c-af71-3f0410b5559e" providerId="ADAL" clId="{C4068DCB-55F7-4A3B-8D04-F04C53C775FA}" dt="2024-11-25T19:48:32.178" v="20" actId="700"/>
          <ac:spMkLst>
            <pc:docMk/>
            <pc:sldMk cId="1132087079" sldId="264"/>
            <ac:spMk id="6" creationId="{A16CF019-AD09-1295-E6FB-A1B6A359051A}"/>
          </ac:spMkLst>
        </pc:spChg>
      </pc:sldChg>
      <pc:sldChg chg="del">
        <pc:chgData name="Luiza Briana Grether" userId="33b05ef5-dde0-4e2c-af71-3f0410b5559e" providerId="ADAL" clId="{C4068DCB-55F7-4A3B-8D04-F04C53C775FA}" dt="2024-11-25T19:47:37.276" v="0" actId="47"/>
        <pc:sldMkLst>
          <pc:docMk/>
          <pc:sldMk cId="2764548526" sldId="264"/>
        </pc:sldMkLst>
      </pc:sldChg>
      <pc:sldChg chg="addSp delSp modSp new mod modClrScheme chgLayout">
        <pc:chgData name="Luiza Briana Grether" userId="33b05ef5-dde0-4e2c-af71-3f0410b5559e" providerId="ADAL" clId="{C4068DCB-55F7-4A3B-8D04-F04C53C775FA}" dt="2024-11-25T19:48:36.653" v="25" actId="27636"/>
        <pc:sldMkLst>
          <pc:docMk/>
          <pc:sldMk cId="2584547635" sldId="265"/>
        </pc:sldMkLst>
        <pc:spChg chg="del mod ord">
          <ac:chgData name="Luiza Briana Grether" userId="33b05ef5-dde0-4e2c-af71-3f0410b5559e" providerId="ADAL" clId="{C4068DCB-55F7-4A3B-8D04-F04C53C775FA}" dt="2024-11-25T19:48:36.646" v="23" actId="700"/>
          <ac:spMkLst>
            <pc:docMk/>
            <pc:sldMk cId="2584547635" sldId="265"/>
            <ac:spMk id="2" creationId="{941D53B5-4F86-CDCF-93AC-1E11D1600238}"/>
          </ac:spMkLst>
        </pc:spChg>
        <pc:spChg chg="del mod ord">
          <ac:chgData name="Luiza Briana Grether" userId="33b05ef5-dde0-4e2c-af71-3f0410b5559e" providerId="ADAL" clId="{C4068DCB-55F7-4A3B-8D04-F04C53C775FA}" dt="2024-11-25T19:48:36.646" v="23" actId="700"/>
          <ac:spMkLst>
            <pc:docMk/>
            <pc:sldMk cId="2584547635" sldId="265"/>
            <ac:spMk id="3" creationId="{E2717ECB-CFC0-3047-7EDB-BCE5D3E4A2EB}"/>
          </ac:spMkLst>
        </pc:spChg>
        <pc:spChg chg="del mod ord">
          <ac:chgData name="Luiza Briana Grether" userId="33b05ef5-dde0-4e2c-af71-3f0410b5559e" providerId="ADAL" clId="{C4068DCB-55F7-4A3B-8D04-F04C53C775FA}" dt="2024-11-25T19:48:36.646" v="23" actId="700"/>
          <ac:spMkLst>
            <pc:docMk/>
            <pc:sldMk cId="2584547635" sldId="265"/>
            <ac:spMk id="4" creationId="{40E87A5B-B5C0-2947-E99F-6061D6EFCE9E}"/>
          </ac:spMkLst>
        </pc:spChg>
        <pc:spChg chg="add mod ord">
          <ac:chgData name="Luiza Briana Grether" userId="33b05ef5-dde0-4e2c-af71-3f0410b5559e" providerId="ADAL" clId="{C4068DCB-55F7-4A3B-8D04-F04C53C775FA}" dt="2024-11-25T19:48:36.646" v="23" actId="700"/>
          <ac:spMkLst>
            <pc:docMk/>
            <pc:sldMk cId="2584547635" sldId="265"/>
            <ac:spMk id="5" creationId="{8CA8999B-E6A1-D4CC-5EC1-BDEF59175A5D}"/>
          </ac:spMkLst>
        </pc:spChg>
        <pc:spChg chg="add mod ord">
          <ac:chgData name="Luiza Briana Grether" userId="33b05ef5-dde0-4e2c-af71-3f0410b5559e" providerId="ADAL" clId="{C4068DCB-55F7-4A3B-8D04-F04C53C775FA}" dt="2024-11-25T19:48:36.652" v="24" actId="27636"/>
          <ac:spMkLst>
            <pc:docMk/>
            <pc:sldMk cId="2584547635" sldId="265"/>
            <ac:spMk id="6" creationId="{A0D53907-C4C0-B3DE-457A-5B5D5C3B662A}"/>
          </ac:spMkLst>
        </pc:spChg>
        <pc:spChg chg="add mod ord">
          <ac:chgData name="Luiza Briana Grether" userId="33b05ef5-dde0-4e2c-af71-3f0410b5559e" providerId="ADAL" clId="{C4068DCB-55F7-4A3B-8D04-F04C53C775FA}" dt="2024-11-25T19:48:36.646" v="23" actId="700"/>
          <ac:spMkLst>
            <pc:docMk/>
            <pc:sldMk cId="2584547635" sldId="265"/>
            <ac:spMk id="7" creationId="{3384CC13-F93D-FFC0-E47F-32C08DA8388B}"/>
          </ac:spMkLst>
        </pc:spChg>
        <pc:spChg chg="add mod ord">
          <ac:chgData name="Luiza Briana Grether" userId="33b05ef5-dde0-4e2c-af71-3f0410b5559e" providerId="ADAL" clId="{C4068DCB-55F7-4A3B-8D04-F04C53C775FA}" dt="2024-11-25T19:48:36.646" v="23" actId="700"/>
          <ac:spMkLst>
            <pc:docMk/>
            <pc:sldMk cId="2584547635" sldId="265"/>
            <ac:spMk id="8" creationId="{C34C45D9-BE38-122D-2911-6C2EF3F41001}"/>
          </ac:spMkLst>
        </pc:spChg>
        <pc:spChg chg="add mod ord">
          <ac:chgData name="Luiza Briana Grether" userId="33b05ef5-dde0-4e2c-af71-3f0410b5559e" providerId="ADAL" clId="{C4068DCB-55F7-4A3B-8D04-F04C53C775FA}" dt="2024-11-25T19:48:36.653" v="25" actId="27636"/>
          <ac:spMkLst>
            <pc:docMk/>
            <pc:sldMk cId="2584547635" sldId="265"/>
            <ac:spMk id="9" creationId="{DDF77502-8193-D651-F33D-59CE5A6070CB}"/>
          </ac:spMkLst>
        </pc:spChg>
      </pc:sldChg>
      <pc:sldChg chg="addSp delSp modSp new mod modClrScheme chgLayout">
        <pc:chgData name="Luiza Briana Grether" userId="33b05ef5-dde0-4e2c-af71-3f0410b5559e" providerId="ADAL" clId="{C4068DCB-55F7-4A3B-8D04-F04C53C775FA}" dt="2024-11-25T19:48:40.768" v="29" actId="27636"/>
        <pc:sldMkLst>
          <pc:docMk/>
          <pc:sldMk cId="2001626292" sldId="266"/>
        </pc:sldMkLst>
        <pc:spChg chg="del mod ord">
          <ac:chgData name="Luiza Briana Grether" userId="33b05ef5-dde0-4e2c-af71-3f0410b5559e" providerId="ADAL" clId="{C4068DCB-55F7-4A3B-8D04-F04C53C775FA}" dt="2024-11-25T19:48:40.761" v="27" actId="700"/>
          <ac:spMkLst>
            <pc:docMk/>
            <pc:sldMk cId="2001626292" sldId="266"/>
            <ac:spMk id="2" creationId="{F4457E5C-A9ED-CE02-43B4-140A17C0F805}"/>
          </ac:spMkLst>
        </pc:spChg>
        <pc:spChg chg="del mod ord">
          <ac:chgData name="Luiza Briana Grether" userId="33b05ef5-dde0-4e2c-af71-3f0410b5559e" providerId="ADAL" clId="{C4068DCB-55F7-4A3B-8D04-F04C53C775FA}" dt="2024-11-25T19:48:40.761" v="27" actId="700"/>
          <ac:spMkLst>
            <pc:docMk/>
            <pc:sldMk cId="2001626292" sldId="266"/>
            <ac:spMk id="3" creationId="{5104D852-971E-330F-FEDB-058FFA2AD979}"/>
          </ac:spMkLst>
        </pc:spChg>
        <pc:spChg chg="del mod ord">
          <ac:chgData name="Luiza Briana Grether" userId="33b05ef5-dde0-4e2c-af71-3f0410b5559e" providerId="ADAL" clId="{C4068DCB-55F7-4A3B-8D04-F04C53C775FA}" dt="2024-11-25T19:48:40.761" v="27" actId="700"/>
          <ac:spMkLst>
            <pc:docMk/>
            <pc:sldMk cId="2001626292" sldId="266"/>
            <ac:spMk id="4" creationId="{3AA96649-E27B-C9F1-2C12-AF132C04A6A0}"/>
          </ac:spMkLst>
        </pc:spChg>
        <pc:spChg chg="del">
          <ac:chgData name="Luiza Briana Grether" userId="33b05ef5-dde0-4e2c-af71-3f0410b5559e" providerId="ADAL" clId="{C4068DCB-55F7-4A3B-8D04-F04C53C775FA}" dt="2024-11-25T19:48:40.761" v="27" actId="700"/>
          <ac:spMkLst>
            <pc:docMk/>
            <pc:sldMk cId="2001626292" sldId="266"/>
            <ac:spMk id="5" creationId="{52D0A06F-2D0E-E61A-5DD6-2CA22AA01A86}"/>
          </ac:spMkLst>
        </pc:spChg>
        <pc:spChg chg="del mod ord">
          <ac:chgData name="Luiza Briana Grether" userId="33b05ef5-dde0-4e2c-af71-3f0410b5559e" providerId="ADAL" clId="{C4068DCB-55F7-4A3B-8D04-F04C53C775FA}" dt="2024-11-25T19:48:40.761" v="27" actId="700"/>
          <ac:spMkLst>
            <pc:docMk/>
            <pc:sldMk cId="2001626292" sldId="266"/>
            <ac:spMk id="6" creationId="{DECC02AA-40A8-A3A3-3318-D6A9A48C8CD4}"/>
          </ac:spMkLst>
        </pc:spChg>
        <pc:spChg chg="add mod ord">
          <ac:chgData name="Luiza Briana Grether" userId="33b05ef5-dde0-4e2c-af71-3f0410b5559e" providerId="ADAL" clId="{C4068DCB-55F7-4A3B-8D04-F04C53C775FA}" dt="2024-11-25T19:48:40.761" v="27" actId="700"/>
          <ac:spMkLst>
            <pc:docMk/>
            <pc:sldMk cId="2001626292" sldId="266"/>
            <ac:spMk id="7" creationId="{C2EE64B7-B55A-12AC-FBC9-29EEF6BB3EB6}"/>
          </ac:spMkLst>
        </pc:spChg>
        <pc:spChg chg="add mod ord">
          <ac:chgData name="Luiza Briana Grether" userId="33b05ef5-dde0-4e2c-af71-3f0410b5559e" providerId="ADAL" clId="{C4068DCB-55F7-4A3B-8D04-F04C53C775FA}" dt="2024-11-25T19:48:40.767" v="28" actId="27636"/>
          <ac:spMkLst>
            <pc:docMk/>
            <pc:sldMk cId="2001626292" sldId="266"/>
            <ac:spMk id="8" creationId="{65141697-A20E-9E91-08FB-947B0432DCE2}"/>
          </ac:spMkLst>
        </pc:spChg>
        <pc:spChg chg="add mod ord">
          <ac:chgData name="Luiza Briana Grether" userId="33b05ef5-dde0-4e2c-af71-3f0410b5559e" providerId="ADAL" clId="{C4068DCB-55F7-4A3B-8D04-F04C53C775FA}" dt="2024-11-25T19:48:40.761" v="27" actId="700"/>
          <ac:spMkLst>
            <pc:docMk/>
            <pc:sldMk cId="2001626292" sldId="266"/>
            <ac:spMk id="9" creationId="{3E1666A9-7C7E-1A42-E428-3D7FF82DBFA1}"/>
          </ac:spMkLst>
        </pc:spChg>
        <pc:spChg chg="add mod ord">
          <ac:chgData name="Luiza Briana Grether" userId="33b05ef5-dde0-4e2c-af71-3f0410b5559e" providerId="ADAL" clId="{C4068DCB-55F7-4A3B-8D04-F04C53C775FA}" dt="2024-11-25T19:48:40.768" v="29" actId="27636"/>
          <ac:spMkLst>
            <pc:docMk/>
            <pc:sldMk cId="2001626292" sldId="266"/>
            <ac:spMk id="10" creationId="{A42FCF28-DDCD-E0FA-0DA3-BEE06A2AFD75}"/>
          </ac:spMkLst>
        </pc:spChg>
      </pc:sldChg>
      <pc:sldChg chg="addSp delSp modSp new mod modClrScheme chgLayout">
        <pc:chgData name="Luiza Briana Grether" userId="33b05ef5-dde0-4e2c-af71-3f0410b5559e" providerId="ADAL" clId="{C4068DCB-55F7-4A3B-8D04-F04C53C775FA}" dt="2024-11-25T19:48:45.549" v="32" actId="27636"/>
        <pc:sldMkLst>
          <pc:docMk/>
          <pc:sldMk cId="1971869915" sldId="267"/>
        </pc:sldMkLst>
        <pc:spChg chg="del mod ord">
          <ac:chgData name="Luiza Briana Grether" userId="33b05ef5-dde0-4e2c-af71-3f0410b5559e" providerId="ADAL" clId="{C4068DCB-55F7-4A3B-8D04-F04C53C775FA}" dt="2024-11-25T19:48:45.543" v="31" actId="700"/>
          <ac:spMkLst>
            <pc:docMk/>
            <pc:sldMk cId="1971869915" sldId="267"/>
            <ac:spMk id="2" creationId="{6629D2D7-D58D-3EF5-7E1B-2B73D14CD56D}"/>
          </ac:spMkLst>
        </pc:spChg>
        <pc:spChg chg="del">
          <ac:chgData name="Luiza Briana Grether" userId="33b05ef5-dde0-4e2c-af71-3f0410b5559e" providerId="ADAL" clId="{C4068DCB-55F7-4A3B-8D04-F04C53C775FA}" dt="2024-11-25T19:48:45.543" v="31" actId="700"/>
          <ac:spMkLst>
            <pc:docMk/>
            <pc:sldMk cId="1971869915" sldId="267"/>
            <ac:spMk id="3" creationId="{B132D1F6-D775-A4D9-2CDD-38DA0A25A4F2}"/>
          </ac:spMkLst>
        </pc:spChg>
        <pc:spChg chg="del mod ord">
          <ac:chgData name="Luiza Briana Grether" userId="33b05ef5-dde0-4e2c-af71-3f0410b5559e" providerId="ADAL" clId="{C4068DCB-55F7-4A3B-8D04-F04C53C775FA}" dt="2024-11-25T19:48:45.543" v="31" actId="700"/>
          <ac:spMkLst>
            <pc:docMk/>
            <pc:sldMk cId="1971869915" sldId="267"/>
            <ac:spMk id="4" creationId="{2F55D1EE-0471-DAE5-E45D-13ABBFF51B5A}"/>
          </ac:spMkLst>
        </pc:spChg>
        <pc:spChg chg="del mod ord">
          <ac:chgData name="Luiza Briana Grether" userId="33b05ef5-dde0-4e2c-af71-3f0410b5559e" providerId="ADAL" clId="{C4068DCB-55F7-4A3B-8D04-F04C53C775FA}" dt="2024-11-25T19:48:45.543" v="31" actId="700"/>
          <ac:spMkLst>
            <pc:docMk/>
            <pc:sldMk cId="1971869915" sldId="267"/>
            <ac:spMk id="5" creationId="{48DF2B42-E76E-21EE-AE2B-195834D2CCCC}"/>
          </ac:spMkLst>
        </pc:spChg>
        <pc:spChg chg="add mod ord">
          <ac:chgData name="Luiza Briana Grether" userId="33b05ef5-dde0-4e2c-af71-3f0410b5559e" providerId="ADAL" clId="{C4068DCB-55F7-4A3B-8D04-F04C53C775FA}" dt="2024-11-25T19:48:45.543" v="31" actId="700"/>
          <ac:spMkLst>
            <pc:docMk/>
            <pc:sldMk cId="1971869915" sldId="267"/>
            <ac:spMk id="6" creationId="{2B89812B-42B9-8BA0-8B3C-7481491686F7}"/>
          </ac:spMkLst>
        </pc:spChg>
        <pc:spChg chg="add mod ord">
          <ac:chgData name="Luiza Briana Grether" userId="33b05ef5-dde0-4e2c-af71-3f0410b5559e" providerId="ADAL" clId="{C4068DCB-55F7-4A3B-8D04-F04C53C775FA}" dt="2024-11-25T19:48:45.543" v="31" actId="700"/>
          <ac:spMkLst>
            <pc:docMk/>
            <pc:sldMk cId="1971869915" sldId="267"/>
            <ac:spMk id="7" creationId="{ECA2A5C7-DB39-3A45-4EC4-DEE68895F0A3}"/>
          </ac:spMkLst>
        </pc:spChg>
        <pc:spChg chg="add mod ord">
          <ac:chgData name="Luiza Briana Grether" userId="33b05ef5-dde0-4e2c-af71-3f0410b5559e" providerId="ADAL" clId="{C4068DCB-55F7-4A3B-8D04-F04C53C775FA}" dt="2024-11-25T19:48:45.549" v="32" actId="27636"/>
          <ac:spMkLst>
            <pc:docMk/>
            <pc:sldMk cId="1971869915" sldId="267"/>
            <ac:spMk id="8" creationId="{37C2CD53-9A24-F762-B137-B9737E7CC6D7}"/>
          </ac:spMkLst>
        </pc:spChg>
        <pc:spChg chg="add mod ord">
          <ac:chgData name="Luiza Briana Grether" userId="33b05ef5-dde0-4e2c-af71-3f0410b5559e" providerId="ADAL" clId="{C4068DCB-55F7-4A3B-8D04-F04C53C775FA}" dt="2024-11-25T19:48:45.543" v="31" actId="700"/>
          <ac:spMkLst>
            <pc:docMk/>
            <pc:sldMk cId="1971869915" sldId="267"/>
            <ac:spMk id="9" creationId="{B608D1AC-D78F-0621-4EE5-304C21EA4CF4}"/>
          </ac:spMkLst>
        </pc:spChg>
      </pc:sldChg>
      <pc:sldChg chg="delSp new mod modClrScheme chgLayout">
        <pc:chgData name="Luiza Briana Grether" userId="33b05ef5-dde0-4e2c-af71-3f0410b5559e" providerId="ADAL" clId="{C4068DCB-55F7-4A3B-8D04-F04C53C775FA}" dt="2024-11-25T19:48:51.026" v="34" actId="700"/>
        <pc:sldMkLst>
          <pc:docMk/>
          <pc:sldMk cId="1205183785" sldId="268"/>
        </pc:sldMkLst>
        <pc:spChg chg="del">
          <ac:chgData name="Luiza Briana Grether" userId="33b05ef5-dde0-4e2c-af71-3f0410b5559e" providerId="ADAL" clId="{C4068DCB-55F7-4A3B-8D04-F04C53C775FA}" dt="2024-11-25T19:48:51.026" v="34" actId="700"/>
          <ac:spMkLst>
            <pc:docMk/>
            <pc:sldMk cId="1205183785" sldId="268"/>
            <ac:spMk id="2" creationId="{0D6BF7EF-886B-B472-AC57-96ECFB702E4D}"/>
          </ac:spMkLst>
        </pc:spChg>
        <pc:spChg chg="del">
          <ac:chgData name="Luiza Briana Grether" userId="33b05ef5-dde0-4e2c-af71-3f0410b5559e" providerId="ADAL" clId="{C4068DCB-55F7-4A3B-8D04-F04C53C775FA}" dt="2024-11-25T19:48:51.026" v="34" actId="700"/>
          <ac:spMkLst>
            <pc:docMk/>
            <pc:sldMk cId="1205183785" sldId="268"/>
            <ac:spMk id="3" creationId="{AB5A1ABC-8058-2385-007F-82A8EA590E02}"/>
          </ac:spMkLst>
        </pc:spChg>
        <pc:spChg chg="del">
          <ac:chgData name="Luiza Briana Grether" userId="33b05ef5-dde0-4e2c-af71-3f0410b5559e" providerId="ADAL" clId="{C4068DCB-55F7-4A3B-8D04-F04C53C775FA}" dt="2024-11-25T19:48:51.026" v="34" actId="700"/>
          <ac:spMkLst>
            <pc:docMk/>
            <pc:sldMk cId="1205183785" sldId="268"/>
            <ac:spMk id="4" creationId="{8E9941C4-7EA0-0242-B513-A70F7AF3A1B5}"/>
          </ac:spMkLst>
        </pc:spChg>
        <pc:spChg chg="del">
          <ac:chgData name="Luiza Briana Grether" userId="33b05ef5-dde0-4e2c-af71-3f0410b5559e" providerId="ADAL" clId="{C4068DCB-55F7-4A3B-8D04-F04C53C775FA}" dt="2024-11-25T19:48:51.026" v="34" actId="700"/>
          <ac:spMkLst>
            <pc:docMk/>
            <pc:sldMk cId="1205183785" sldId="268"/>
            <ac:spMk id="5" creationId="{0E7DCD93-5380-22EB-55E5-BF17F87B0AE9}"/>
          </ac:spMkLst>
        </pc:spChg>
      </pc:sldChg>
      <pc:sldChg chg="addSp delSp modSp new mod modClrScheme chgLayout">
        <pc:chgData name="Luiza Briana Grether" userId="33b05ef5-dde0-4e2c-af71-3f0410b5559e" providerId="ADAL" clId="{C4068DCB-55F7-4A3B-8D04-F04C53C775FA}" dt="2024-11-28T17:52:52.007" v="62" actId="700"/>
        <pc:sldMkLst>
          <pc:docMk/>
          <pc:sldMk cId="1072377310" sldId="269"/>
        </pc:sldMkLst>
        <pc:spChg chg="del">
          <ac:chgData name="Luiza Briana Grether" userId="33b05ef5-dde0-4e2c-af71-3f0410b5559e" providerId="ADAL" clId="{C4068DCB-55F7-4A3B-8D04-F04C53C775FA}" dt="2024-11-28T17:52:52.007" v="62" actId="700"/>
          <ac:spMkLst>
            <pc:docMk/>
            <pc:sldMk cId="1072377310" sldId="269"/>
            <ac:spMk id="2" creationId="{7C303318-007E-01C7-0E1F-F27F9E8D63BB}"/>
          </ac:spMkLst>
        </pc:spChg>
        <pc:spChg chg="del mod ord">
          <ac:chgData name="Luiza Briana Grether" userId="33b05ef5-dde0-4e2c-af71-3f0410b5559e" providerId="ADAL" clId="{C4068DCB-55F7-4A3B-8D04-F04C53C775FA}" dt="2024-11-28T17:52:52.007" v="62" actId="700"/>
          <ac:spMkLst>
            <pc:docMk/>
            <pc:sldMk cId="1072377310" sldId="269"/>
            <ac:spMk id="3" creationId="{3B41686B-9C0A-FF15-4277-F2AC7FF7C1A7}"/>
          </ac:spMkLst>
        </pc:spChg>
        <pc:spChg chg="del mod ord">
          <ac:chgData name="Luiza Briana Grether" userId="33b05ef5-dde0-4e2c-af71-3f0410b5559e" providerId="ADAL" clId="{C4068DCB-55F7-4A3B-8D04-F04C53C775FA}" dt="2024-11-28T17:52:52.007" v="62" actId="700"/>
          <ac:spMkLst>
            <pc:docMk/>
            <pc:sldMk cId="1072377310" sldId="269"/>
            <ac:spMk id="4" creationId="{D5637586-3BF3-FC2C-6969-2AF47CE77611}"/>
          </ac:spMkLst>
        </pc:spChg>
        <pc:spChg chg="del">
          <ac:chgData name="Luiza Briana Grether" userId="33b05ef5-dde0-4e2c-af71-3f0410b5559e" providerId="ADAL" clId="{C4068DCB-55F7-4A3B-8D04-F04C53C775FA}" dt="2024-11-28T17:52:52.007" v="62" actId="700"/>
          <ac:spMkLst>
            <pc:docMk/>
            <pc:sldMk cId="1072377310" sldId="269"/>
            <ac:spMk id="5" creationId="{3AE32E95-2F10-C375-05E2-F662F419DA2B}"/>
          </ac:spMkLst>
        </pc:spChg>
        <pc:spChg chg="add mod ord">
          <ac:chgData name="Luiza Briana Grether" userId="33b05ef5-dde0-4e2c-af71-3f0410b5559e" providerId="ADAL" clId="{C4068DCB-55F7-4A3B-8D04-F04C53C775FA}" dt="2024-11-28T17:52:52.007" v="62" actId="700"/>
          <ac:spMkLst>
            <pc:docMk/>
            <pc:sldMk cId="1072377310" sldId="269"/>
            <ac:spMk id="6" creationId="{305905EC-C8F5-CD76-ABA8-F3A6186D2FFF}"/>
          </ac:spMkLst>
        </pc:spChg>
        <pc:spChg chg="add mod ord">
          <ac:chgData name="Luiza Briana Grether" userId="33b05ef5-dde0-4e2c-af71-3f0410b5559e" providerId="ADAL" clId="{C4068DCB-55F7-4A3B-8D04-F04C53C775FA}" dt="2024-11-28T17:52:52.007" v="62" actId="700"/>
          <ac:spMkLst>
            <pc:docMk/>
            <pc:sldMk cId="1072377310" sldId="269"/>
            <ac:spMk id="7" creationId="{A120FF19-74A9-7DAF-A111-421B2A2A1452}"/>
          </ac:spMkLst>
        </pc:spChg>
      </pc:sldChg>
      <pc:sldChg chg="del">
        <pc:chgData name="Luiza Briana Grether" userId="33b05ef5-dde0-4e2c-af71-3f0410b5559e" providerId="ADAL" clId="{C4068DCB-55F7-4A3B-8D04-F04C53C775FA}" dt="2024-11-25T19:47:37.276" v="0" actId="47"/>
        <pc:sldMkLst>
          <pc:docMk/>
          <pc:sldMk cId="3412891661" sldId="270"/>
        </pc:sldMkLst>
      </pc:sldChg>
      <pc:sldChg chg="addSp delSp modSp new mod modClrScheme chgLayout">
        <pc:chgData name="Luiza Briana Grether" userId="33b05ef5-dde0-4e2c-af71-3f0410b5559e" providerId="ADAL" clId="{C4068DCB-55F7-4A3B-8D04-F04C53C775FA}" dt="2024-11-28T17:52:58.102" v="64" actId="700"/>
        <pc:sldMkLst>
          <pc:docMk/>
          <pc:sldMk cId="3979635850" sldId="270"/>
        </pc:sldMkLst>
        <pc:spChg chg="del mod ord">
          <ac:chgData name="Luiza Briana Grether" userId="33b05ef5-dde0-4e2c-af71-3f0410b5559e" providerId="ADAL" clId="{C4068DCB-55F7-4A3B-8D04-F04C53C775FA}" dt="2024-11-28T17:52:58.102" v="64" actId="700"/>
          <ac:spMkLst>
            <pc:docMk/>
            <pc:sldMk cId="3979635850" sldId="270"/>
            <ac:spMk id="2" creationId="{83987A68-248A-74F7-66B1-3F7D4912BB93}"/>
          </ac:spMkLst>
        </pc:spChg>
        <pc:spChg chg="del mod ord">
          <ac:chgData name="Luiza Briana Grether" userId="33b05ef5-dde0-4e2c-af71-3f0410b5559e" providerId="ADAL" clId="{C4068DCB-55F7-4A3B-8D04-F04C53C775FA}" dt="2024-11-28T17:52:58.102" v="64" actId="700"/>
          <ac:spMkLst>
            <pc:docMk/>
            <pc:sldMk cId="3979635850" sldId="270"/>
            <ac:spMk id="3" creationId="{3886FE88-EADF-7587-1B8D-F8CE657273E3}"/>
          </ac:spMkLst>
        </pc:spChg>
        <pc:spChg chg="add mod ord">
          <ac:chgData name="Luiza Briana Grether" userId="33b05ef5-dde0-4e2c-af71-3f0410b5559e" providerId="ADAL" clId="{C4068DCB-55F7-4A3B-8D04-F04C53C775FA}" dt="2024-11-28T17:52:58.102" v="64" actId="700"/>
          <ac:spMkLst>
            <pc:docMk/>
            <pc:sldMk cId="3979635850" sldId="270"/>
            <ac:spMk id="4" creationId="{C2C48471-4771-DCFA-E66A-2FFF2239E328}"/>
          </ac:spMkLst>
        </pc:spChg>
        <pc:spChg chg="add mod ord">
          <ac:chgData name="Luiza Briana Grether" userId="33b05ef5-dde0-4e2c-af71-3f0410b5559e" providerId="ADAL" clId="{C4068DCB-55F7-4A3B-8D04-F04C53C775FA}" dt="2024-11-28T17:52:58.102" v="64" actId="700"/>
          <ac:spMkLst>
            <pc:docMk/>
            <pc:sldMk cId="3979635850" sldId="270"/>
            <ac:spMk id="5" creationId="{8C66D9E1-B560-5661-5A80-29D60D151759}"/>
          </ac:spMkLst>
        </pc:spChg>
      </pc:sldChg>
      <pc:sldChg chg="addSp delSp modSp new mod modClrScheme chgLayout">
        <pc:chgData name="Luiza Briana Grether" userId="33b05ef5-dde0-4e2c-af71-3f0410b5559e" providerId="ADAL" clId="{C4068DCB-55F7-4A3B-8D04-F04C53C775FA}" dt="2024-11-29T19:39:13.429" v="110" actId="700"/>
        <pc:sldMkLst>
          <pc:docMk/>
          <pc:sldMk cId="727386013" sldId="271"/>
        </pc:sldMkLst>
        <pc:spChg chg="del mod ord">
          <ac:chgData name="Luiza Briana Grether" userId="33b05ef5-dde0-4e2c-af71-3f0410b5559e" providerId="ADAL" clId="{C4068DCB-55F7-4A3B-8D04-F04C53C775FA}" dt="2024-11-29T19:39:13.429" v="110" actId="700"/>
          <ac:spMkLst>
            <pc:docMk/>
            <pc:sldMk cId="727386013" sldId="271"/>
            <ac:spMk id="2" creationId="{948A2F32-1967-83DE-1C9C-BD187D4EA98A}"/>
          </ac:spMkLst>
        </pc:spChg>
        <pc:spChg chg="del mod ord">
          <ac:chgData name="Luiza Briana Grether" userId="33b05ef5-dde0-4e2c-af71-3f0410b5559e" providerId="ADAL" clId="{C4068DCB-55F7-4A3B-8D04-F04C53C775FA}" dt="2024-11-29T19:39:13.429" v="110" actId="700"/>
          <ac:spMkLst>
            <pc:docMk/>
            <pc:sldMk cId="727386013" sldId="271"/>
            <ac:spMk id="3" creationId="{20FC28D3-3D58-9085-D29C-911C3FAF86F8}"/>
          </ac:spMkLst>
        </pc:spChg>
        <pc:spChg chg="add mod ord">
          <ac:chgData name="Luiza Briana Grether" userId="33b05ef5-dde0-4e2c-af71-3f0410b5559e" providerId="ADAL" clId="{C4068DCB-55F7-4A3B-8D04-F04C53C775FA}" dt="2024-11-29T19:39:13.429" v="110" actId="700"/>
          <ac:spMkLst>
            <pc:docMk/>
            <pc:sldMk cId="727386013" sldId="271"/>
            <ac:spMk id="4" creationId="{A0F5F277-79DE-4811-C45F-C897DF9C396E}"/>
          </ac:spMkLst>
        </pc:spChg>
        <pc:spChg chg="add mod ord">
          <ac:chgData name="Luiza Briana Grether" userId="33b05ef5-dde0-4e2c-af71-3f0410b5559e" providerId="ADAL" clId="{C4068DCB-55F7-4A3B-8D04-F04C53C775FA}" dt="2024-11-29T19:39:13.429" v="110" actId="700"/>
          <ac:spMkLst>
            <pc:docMk/>
            <pc:sldMk cId="727386013" sldId="271"/>
            <ac:spMk id="5" creationId="{C4A4F6A4-D60C-CEB8-DC83-C60593C38778}"/>
          </ac:spMkLst>
        </pc:spChg>
      </pc:sldChg>
      <pc:sldChg chg="del">
        <pc:chgData name="Luiza Briana Grether" userId="33b05ef5-dde0-4e2c-af71-3f0410b5559e" providerId="ADAL" clId="{C4068DCB-55F7-4A3B-8D04-F04C53C775FA}" dt="2024-11-25T19:47:37.276" v="0" actId="47"/>
        <pc:sldMkLst>
          <pc:docMk/>
          <pc:sldMk cId="2567870009" sldId="272"/>
        </pc:sldMkLst>
      </pc:sldChg>
      <pc:sldChg chg="addSp delSp modSp new mod modClrScheme chgLayout">
        <pc:chgData name="Luiza Briana Grether" userId="33b05ef5-dde0-4e2c-af71-3f0410b5559e" providerId="ADAL" clId="{C4068DCB-55F7-4A3B-8D04-F04C53C775FA}" dt="2024-11-29T19:39:18.941" v="112" actId="700"/>
        <pc:sldMkLst>
          <pc:docMk/>
          <pc:sldMk cId="2727648028" sldId="272"/>
        </pc:sldMkLst>
        <pc:spChg chg="del mod ord">
          <ac:chgData name="Luiza Briana Grether" userId="33b05ef5-dde0-4e2c-af71-3f0410b5559e" providerId="ADAL" clId="{C4068DCB-55F7-4A3B-8D04-F04C53C775FA}" dt="2024-11-29T19:39:18.941" v="112" actId="700"/>
          <ac:spMkLst>
            <pc:docMk/>
            <pc:sldMk cId="2727648028" sldId="272"/>
            <ac:spMk id="2" creationId="{34B63779-7A73-2BF4-99F3-5D387CFDBE0E}"/>
          </ac:spMkLst>
        </pc:spChg>
        <pc:spChg chg="del mod ord">
          <ac:chgData name="Luiza Briana Grether" userId="33b05ef5-dde0-4e2c-af71-3f0410b5559e" providerId="ADAL" clId="{C4068DCB-55F7-4A3B-8D04-F04C53C775FA}" dt="2024-11-29T19:39:18.941" v="112" actId="700"/>
          <ac:spMkLst>
            <pc:docMk/>
            <pc:sldMk cId="2727648028" sldId="272"/>
            <ac:spMk id="3" creationId="{D604E95A-0762-F38B-12F8-BD84E473E59E}"/>
          </ac:spMkLst>
        </pc:spChg>
        <pc:spChg chg="add mod ord">
          <ac:chgData name="Luiza Briana Grether" userId="33b05ef5-dde0-4e2c-af71-3f0410b5559e" providerId="ADAL" clId="{C4068DCB-55F7-4A3B-8D04-F04C53C775FA}" dt="2024-11-29T19:39:18.941" v="112" actId="700"/>
          <ac:spMkLst>
            <pc:docMk/>
            <pc:sldMk cId="2727648028" sldId="272"/>
            <ac:spMk id="4" creationId="{8CEA4A7B-BE04-3D7A-89C8-61881DB9D3A9}"/>
          </ac:spMkLst>
        </pc:spChg>
        <pc:spChg chg="add mod ord">
          <ac:chgData name="Luiza Briana Grether" userId="33b05ef5-dde0-4e2c-af71-3f0410b5559e" providerId="ADAL" clId="{C4068DCB-55F7-4A3B-8D04-F04C53C775FA}" dt="2024-11-29T19:39:18.941" v="112" actId="700"/>
          <ac:spMkLst>
            <pc:docMk/>
            <pc:sldMk cId="2727648028" sldId="272"/>
            <ac:spMk id="5" creationId="{2D085772-43C0-60B4-0855-859E6408A132}"/>
          </ac:spMkLst>
        </pc:spChg>
      </pc:sldChg>
      <pc:sldChg chg="del">
        <pc:chgData name="Luiza Briana Grether" userId="33b05ef5-dde0-4e2c-af71-3f0410b5559e" providerId="ADAL" clId="{C4068DCB-55F7-4A3B-8D04-F04C53C775FA}" dt="2024-11-25T19:47:37.276" v="0" actId="47"/>
        <pc:sldMkLst>
          <pc:docMk/>
          <pc:sldMk cId="4035553123" sldId="273"/>
        </pc:sldMkLst>
      </pc:sldChg>
      <pc:sldChg chg="del">
        <pc:chgData name="Luiza Briana Grether" userId="33b05ef5-dde0-4e2c-af71-3f0410b5559e" providerId="ADAL" clId="{C4068DCB-55F7-4A3B-8D04-F04C53C775FA}" dt="2024-11-25T19:47:37.276" v="0" actId="47"/>
        <pc:sldMkLst>
          <pc:docMk/>
          <pc:sldMk cId="163507567" sldId="274"/>
        </pc:sldMkLst>
      </pc:sldChg>
      <pc:sldChg chg="del">
        <pc:chgData name="Luiza Briana Grether" userId="33b05ef5-dde0-4e2c-af71-3f0410b5559e" providerId="ADAL" clId="{C4068DCB-55F7-4A3B-8D04-F04C53C775FA}" dt="2024-11-25T19:47:37.276" v="0" actId="47"/>
        <pc:sldMkLst>
          <pc:docMk/>
          <pc:sldMk cId="1985988881" sldId="275"/>
        </pc:sldMkLst>
      </pc:sldChg>
      <pc:sldChg chg="del">
        <pc:chgData name="Luiza Briana Grether" userId="33b05ef5-dde0-4e2c-af71-3f0410b5559e" providerId="ADAL" clId="{C4068DCB-55F7-4A3B-8D04-F04C53C775FA}" dt="2024-11-25T19:47:37.276" v="0" actId="47"/>
        <pc:sldMkLst>
          <pc:docMk/>
          <pc:sldMk cId="3509315260" sldId="276"/>
        </pc:sldMkLst>
      </pc:sldChg>
      <pc:sldChg chg="del">
        <pc:chgData name="Luiza Briana Grether" userId="33b05ef5-dde0-4e2c-af71-3f0410b5559e" providerId="ADAL" clId="{C4068DCB-55F7-4A3B-8D04-F04C53C775FA}" dt="2024-11-25T19:47:37.276" v="0" actId="47"/>
        <pc:sldMkLst>
          <pc:docMk/>
          <pc:sldMk cId="3924382213" sldId="277"/>
        </pc:sldMkLst>
      </pc:sldChg>
      <pc:sldChg chg="del">
        <pc:chgData name="Luiza Briana Grether" userId="33b05ef5-dde0-4e2c-af71-3f0410b5559e" providerId="ADAL" clId="{C4068DCB-55F7-4A3B-8D04-F04C53C775FA}" dt="2024-11-25T19:47:37.276" v="0" actId="47"/>
        <pc:sldMkLst>
          <pc:docMk/>
          <pc:sldMk cId="3303472297" sldId="278"/>
        </pc:sldMkLst>
      </pc:sldChg>
      <pc:sldChg chg="del">
        <pc:chgData name="Luiza Briana Grether" userId="33b05ef5-dde0-4e2c-af71-3f0410b5559e" providerId="ADAL" clId="{C4068DCB-55F7-4A3B-8D04-F04C53C775FA}" dt="2024-11-25T19:47:37.276" v="0" actId="47"/>
        <pc:sldMkLst>
          <pc:docMk/>
          <pc:sldMk cId="2915515541" sldId="279"/>
        </pc:sldMkLst>
      </pc:sldChg>
      <pc:sldChg chg="del">
        <pc:chgData name="Luiza Briana Grether" userId="33b05ef5-dde0-4e2c-af71-3f0410b5559e" providerId="ADAL" clId="{C4068DCB-55F7-4A3B-8D04-F04C53C775FA}" dt="2024-11-25T19:47:37.276" v="0" actId="47"/>
        <pc:sldMkLst>
          <pc:docMk/>
          <pc:sldMk cId="68067680" sldId="280"/>
        </pc:sldMkLst>
      </pc:sldChg>
      <pc:sldChg chg="del">
        <pc:chgData name="Luiza Briana Grether" userId="33b05ef5-dde0-4e2c-af71-3f0410b5559e" providerId="ADAL" clId="{C4068DCB-55F7-4A3B-8D04-F04C53C775FA}" dt="2024-11-25T19:47:37.276" v="0" actId="47"/>
        <pc:sldMkLst>
          <pc:docMk/>
          <pc:sldMk cId="4217400491" sldId="281"/>
        </pc:sldMkLst>
      </pc:sldChg>
      <pc:sldChg chg="del">
        <pc:chgData name="Luiza Briana Grether" userId="33b05ef5-dde0-4e2c-af71-3f0410b5559e" providerId="ADAL" clId="{C4068DCB-55F7-4A3B-8D04-F04C53C775FA}" dt="2024-11-25T19:47:37.276" v="0" actId="47"/>
        <pc:sldMkLst>
          <pc:docMk/>
          <pc:sldMk cId="862050276" sldId="282"/>
        </pc:sldMkLst>
      </pc:sldChg>
      <pc:sldChg chg="del">
        <pc:chgData name="Luiza Briana Grether" userId="33b05ef5-dde0-4e2c-af71-3f0410b5559e" providerId="ADAL" clId="{C4068DCB-55F7-4A3B-8D04-F04C53C775FA}" dt="2024-11-25T19:47:37.276" v="0" actId="47"/>
        <pc:sldMkLst>
          <pc:docMk/>
          <pc:sldMk cId="2508726786" sldId="283"/>
        </pc:sldMkLst>
      </pc:sldChg>
      <pc:sldChg chg="del">
        <pc:chgData name="Luiza Briana Grether" userId="33b05ef5-dde0-4e2c-af71-3f0410b5559e" providerId="ADAL" clId="{C4068DCB-55F7-4A3B-8D04-F04C53C775FA}" dt="2024-11-25T19:47:37.276" v="0" actId="47"/>
        <pc:sldMkLst>
          <pc:docMk/>
          <pc:sldMk cId="773479272" sldId="284"/>
        </pc:sldMkLst>
      </pc:sldChg>
      <pc:sldMasterChg chg="addSldLayout modSldLayout">
        <pc:chgData name="Luiza Briana Grether" userId="33b05ef5-dde0-4e2c-af71-3f0410b5559e" providerId="ADAL" clId="{C4068DCB-55F7-4A3B-8D04-F04C53C775FA}" dt="2024-11-29T19:39:02.021" v="108"/>
        <pc:sldMasterMkLst>
          <pc:docMk/>
          <pc:sldMasterMk cId="3332300950" sldId="2147483648"/>
        </pc:sldMasterMkLst>
        <pc:sldLayoutChg chg="addSp delSp modSp mod">
          <pc:chgData name="Luiza Briana Grether" userId="33b05ef5-dde0-4e2c-af71-3f0410b5559e" providerId="ADAL" clId="{C4068DCB-55F7-4A3B-8D04-F04C53C775FA}" dt="2024-11-29T19:34:17.340" v="69" actId="478"/>
          <pc:sldLayoutMkLst>
            <pc:docMk/>
            <pc:sldMasterMk cId="3332300950" sldId="2147483648"/>
            <pc:sldLayoutMk cId="254971135" sldId="2147483653"/>
          </pc:sldLayoutMkLst>
          <pc:picChg chg="del">
            <ac:chgData name="Luiza Briana Grether" userId="33b05ef5-dde0-4e2c-af71-3f0410b5559e" providerId="ADAL" clId="{C4068DCB-55F7-4A3B-8D04-F04C53C775FA}" dt="2024-11-29T19:34:17.340" v="69" actId="478"/>
            <ac:picMkLst>
              <pc:docMk/>
              <pc:sldMasterMk cId="3332300950" sldId="2147483648"/>
              <pc:sldLayoutMk cId="254971135" sldId="2147483653"/>
              <ac:picMk id="3" creationId="{D606BFC1-956A-1A1A-22F0-E7F8E4B0BF0C}"/>
            </ac:picMkLst>
          </pc:picChg>
          <pc:picChg chg="add mod ord">
            <ac:chgData name="Luiza Briana Grether" userId="33b05ef5-dde0-4e2c-af71-3f0410b5559e" providerId="ADAL" clId="{C4068DCB-55F7-4A3B-8D04-F04C53C775FA}" dt="2024-11-29T19:34:15.190" v="68" actId="167"/>
            <ac:picMkLst>
              <pc:docMk/>
              <pc:sldMasterMk cId="3332300950" sldId="2147483648"/>
              <pc:sldLayoutMk cId="254971135" sldId="2147483653"/>
              <ac:picMk id="4" creationId="{3A11877A-8E0E-79D1-0E0A-A3BCD6DC037A}"/>
            </ac:picMkLst>
          </pc:picChg>
        </pc:sldLayoutChg>
        <pc:sldLayoutChg chg="addSp delSp modSp mod">
          <pc:chgData name="Luiza Briana Grether" userId="33b05ef5-dde0-4e2c-af71-3f0410b5559e" providerId="ADAL" clId="{C4068DCB-55F7-4A3B-8D04-F04C53C775FA}" dt="2024-11-29T19:37:33.162" v="84" actId="167"/>
          <pc:sldLayoutMkLst>
            <pc:docMk/>
            <pc:sldMasterMk cId="3332300950" sldId="2147483648"/>
            <pc:sldLayoutMk cId="1640369259" sldId="2147483658"/>
          </pc:sldLayoutMkLst>
          <pc:picChg chg="add del mod ord">
            <ac:chgData name="Luiza Briana Grether" userId="33b05ef5-dde0-4e2c-af71-3f0410b5559e" providerId="ADAL" clId="{C4068DCB-55F7-4A3B-8D04-F04C53C775FA}" dt="2024-11-29T19:37:28.826" v="80" actId="478"/>
            <ac:picMkLst>
              <pc:docMk/>
              <pc:sldMasterMk cId="3332300950" sldId="2147483648"/>
              <pc:sldLayoutMk cId="1640369259" sldId="2147483658"/>
              <ac:picMk id="4" creationId="{92E0F152-C192-8C29-E468-AD85DF7B6752}"/>
            </ac:picMkLst>
          </pc:picChg>
          <pc:picChg chg="del">
            <ac:chgData name="Luiza Briana Grether" userId="33b05ef5-dde0-4e2c-af71-3f0410b5559e" providerId="ADAL" clId="{C4068DCB-55F7-4A3B-8D04-F04C53C775FA}" dt="2024-11-29T19:34:41.373" v="74" actId="478"/>
            <ac:picMkLst>
              <pc:docMk/>
              <pc:sldMasterMk cId="3332300950" sldId="2147483648"/>
              <pc:sldLayoutMk cId="1640369259" sldId="2147483658"/>
              <ac:picMk id="5" creationId="{89F44972-DB4F-82DF-D528-EB7C824CD783}"/>
            </ac:picMkLst>
          </pc:picChg>
          <pc:picChg chg="add del mod ord">
            <ac:chgData name="Luiza Briana Grether" userId="33b05ef5-dde0-4e2c-af71-3f0410b5559e" providerId="ADAL" clId="{C4068DCB-55F7-4A3B-8D04-F04C53C775FA}" dt="2024-11-29T19:37:26.363" v="79" actId="478"/>
            <ac:picMkLst>
              <pc:docMk/>
              <pc:sldMasterMk cId="3332300950" sldId="2147483648"/>
              <pc:sldLayoutMk cId="1640369259" sldId="2147483658"/>
              <ac:picMk id="11" creationId="{FF01DA7B-1CC7-30C2-F2D9-F5D8A2300FBE}"/>
            </ac:picMkLst>
          </pc:picChg>
          <pc:picChg chg="add mod ord">
            <ac:chgData name="Luiza Briana Grether" userId="33b05ef5-dde0-4e2c-af71-3f0410b5559e" providerId="ADAL" clId="{C4068DCB-55F7-4A3B-8D04-F04C53C775FA}" dt="2024-11-29T19:37:33.162" v="84" actId="167"/>
            <ac:picMkLst>
              <pc:docMk/>
              <pc:sldMasterMk cId="3332300950" sldId="2147483648"/>
              <pc:sldLayoutMk cId="1640369259" sldId="2147483658"/>
              <ac:picMk id="13" creationId="{1D27A29D-EC9B-936D-A767-5388A4EA6FD2}"/>
            </ac:picMkLst>
          </pc:picChg>
        </pc:sldLayoutChg>
        <pc:sldLayoutChg chg="addSp delSp modSp mod">
          <pc:chgData name="Luiza Briana Grether" userId="33b05ef5-dde0-4e2c-af71-3f0410b5559e" providerId="ADAL" clId="{C4068DCB-55F7-4A3B-8D04-F04C53C775FA}" dt="2024-11-29T19:37:46.532" v="89" actId="167"/>
          <pc:sldLayoutMkLst>
            <pc:docMk/>
            <pc:sldMasterMk cId="3332300950" sldId="2147483648"/>
            <pc:sldLayoutMk cId="692723080" sldId="2147483659"/>
          </pc:sldLayoutMkLst>
          <pc:picChg chg="del">
            <ac:chgData name="Luiza Briana Grether" userId="33b05ef5-dde0-4e2c-af71-3f0410b5559e" providerId="ADAL" clId="{C4068DCB-55F7-4A3B-8D04-F04C53C775FA}" dt="2024-11-29T19:37:40.779" v="85" actId="478"/>
            <ac:picMkLst>
              <pc:docMk/>
              <pc:sldMasterMk cId="3332300950" sldId="2147483648"/>
              <pc:sldLayoutMk cId="692723080" sldId="2147483659"/>
              <ac:picMk id="3" creationId="{3B9AD206-EE19-D871-AE94-C268640A0CC1}"/>
            </ac:picMkLst>
          </pc:picChg>
          <pc:picChg chg="add mod ord">
            <ac:chgData name="Luiza Briana Grether" userId="33b05ef5-dde0-4e2c-af71-3f0410b5559e" providerId="ADAL" clId="{C4068DCB-55F7-4A3B-8D04-F04C53C775FA}" dt="2024-11-29T19:37:46.532" v="89" actId="167"/>
            <ac:picMkLst>
              <pc:docMk/>
              <pc:sldMasterMk cId="3332300950" sldId="2147483648"/>
              <pc:sldLayoutMk cId="692723080" sldId="2147483659"/>
              <ac:picMk id="4" creationId="{13114E1B-A718-74E9-5D68-535D2A0C103F}"/>
            </ac:picMkLst>
          </pc:picChg>
        </pc:sldLayoutChg>
        <pc:sldLayoutChg chg="addSp delSp modSp new mod">
          <pc:chgData name="Luiza Briana Grether" userId="33b05ef5-dde0-4e2c-af71-3f0410b5559e" providerId="ADAL" clId="{C4068DCB-55F7-4A3B-8D04-F04C53C775FA}" dt="2024-11-28T17:52:34.073" v="59" actId="14100"/>
          <pc:sldLayoutMkLst>
            <pc:docMk/>
            <pc:sldMasterMk cId="3332300950" sldId="2147483648"/>
            <pc:sldLayoutMk cId="875419224" sldId="2147483662"/>
          </pc:sldLayoutMkLst>
          <pc:spChg chg="del">
            <ac:chgData name="Luiza Briana Grether" userId="33b05ef5-dde0-4e2c-af71-3f0410b5559e" providerId="ADAL" clId="{C4068DCB-55F7-4A3B-8D04-F04C53C775FA}" dt="2024-11-28T17:50:10.689" v="36" actId="478"/>
            <ac:spMkLst>
              <pc:docMk/>
              <pc:sldMasterMk cId="3332300950" sldId="2147483648"/>
              <pc:sldLayoutMk cId="875419224" sldId="2147483662"/>
              <ac:spMk id="2" creationId="{8498AEEF-BA22-0410-E6A0-594A00C80B7F}"/>
            </ac:spMkLst>
          </pc:spChg>
          <pc:spChg chg="del">
            <ac:chgData name="Luiza Briana Grether" userId="33b05ef5-dde0-4e2c-af71-3f0410b5559e" providerId="ADAL" clId="{C4068DCB-55F7-4A3B-8D04-F04C53C775FA}" dt="2024-11-28T17:50:11.537" v="37" actId="478"/>
            <ac:spMkLst>
              <pc:docMk/>
              <pc:sldMasterMk cId="3332300950" sldId="2147483648"/>
              <pc:sldLayoutMk cId="875419224" sldId="2147483662"/>
              <ac:spMk id="3" creationId="{EFEC0052-B1F7-FE5A-A3CF-B449B09A0CE2}"/>
            </ac:spMkLst>
          </pc:spChg>
          <pc:spChg chg="del">
            <ac:chgData name="Luiza Briana Grether" userId="33b05ef5-dde0-4e2c-af71-3f0410b5559e" providerId="ADAL" clId="{C4068DCB-55F7-4A3B-8D04-F04C53C775FA}" dt="2024-11-28T17:50:12.161" v="38" actId="478"/>
            <ac:spMkLst>
              <pc:docMk/>
              <pc:sldMasterMk cId="3332300950" sldId="2147483648"/>
              <pc:sldLayoutMk cId="875419224" sldId="2147483662"/>
              <ac:spMk id="4" creationId="{8DBBDC2C-3710-30F1-03AD-244FA99DFEB9}"/>
            </ac:spMkLst>
          </pc:spChg>
          <pc:spChg chg="del">
            <ac:chgData name="Luiza Briana Grether" userId="33b05ef5-dde0-4e2c-af71-3f0410b5559e" providerId="ADAL" clId="{C4068DCB-55F7-4A3B-8D04-F04C53C775FA}" dt="2024-11-28T17:50:12.921" v="39" actId="478"/>
            <ac:spMkLst>
              <pc:docMk/>
              <pc:sldMasterMk cId="3332300950" sldId="2147483648"/>
              <pc:sldLayoutMk cId="875419224" sldId="2147483662"/>
              <ac:spMk id="5" creationId="{A8BE75D6-C54A-878C-351F-63BA5313D1A1}"/>
            </ac:spMkLst>
          </pc:spChg>
          <pc:spChg chg="add mod">
            <ac:chgData name="Luiza Briana Grether" userId="33b05ef5-dde0-4e2c-af71-3f0410b5559e" providerId="ADAL" clId="{C4068DCB-55F7-4A3B-8D04-F04C53C775FA}" dt="2024-11-28T17:52:34.073" v="59" actId="14100"/>
            <ac:spMkLst>
              <pc:docMk/>
              <pc:sldMasterMk cId="3332300950" sldId="2147483648"/>
              <pc:sldLayoutMk cId="875419224" sldId="2147483662"/>
              <ac:spMk id="10" creationId="{32FAA423-0D2F-7FA2-E708-574E3761DB81}"/>
            </ac:spMkLst>
          </pc:spChg>
          <pc:spChg chg="add mod">
            <ac:chgData name="Luiza Briana Grether" userId="33b05ef5-dde0-4e2c-af71-3f0410b5559e" providerId="ADAL" clId="{C4068DCB-55F7-4A3B-8D04-F04C53C775FA}" dt="2024-11-28T17:52:23.056" v="56" actId="14100"/>
            <ac:spMkLst>
              <pc:docMk/>
              <pc:sldMasterMk cId="3332300950" sldId="2147483648"/>
              <pc:sldLayoutMk cId="875419224" sldId="2147483662"/>
              <ac:spMk id="11" creationId="{4D9C9758-BE37-A03A-B81D-29754A02B9BA}"/>
            </ac:spMkLst>
          </pc:spChg>
          <pc:picChg chg="add mod">
            <ac:chgData name="Luiza Briana Grether" userId="33b05ef5-dde0-4e2c-af71-3f0410b5559e" providerId="ADAL" clId="{C4068DCB-55F7-4A3B-8D04-F04C53C775FA}" dt="2024-11-28T17:51:19.638" v="42" actId="962"/>
            <ac:picMkLst>
              <pc:docMk/>
              <pc:sldMasterMk cId="3332300950" sldId="2147483648"/>
              <pc:sldLayoutMk cId="875419224" sldId="2147483662"/>
              <ac:picMk id="7" creationId="{CC2E13CA-3D75-1519-7DAE-DA72631C1E4B}"/>
            </ac:picMkLst>
          </pc:picChg>
          <pc:picChg chg="add del mod">
            <ac:chgData name="Luiza Briana Grether" userId="33b05ef5-dde0-4e2c-af71-3f0410b5559e" providerId="ADAL" clId="{C4068DCB-55F7-4A3B-8D04-F04C53C775FA}" dt="2024-11-28T17:52:25.857" v="57" actId="478"/>
            <ac:picMkLst>
              <pc:docMk/>
              <pc:sldMasterMk cId="3332300950" sldId="2147483648"/>
              <pc:sldLayoutMk cId="875419224" sldId="2147483662"/>
              <ac:picMk id="9" creationId="{72C374C9-B780-0376-3F46-410EE6DC3316}"/>
            </ac:picMkLst>
          </pc:picChg>
        </pc:sldLayoutChg>
        <pc:sldLayoutChg chg="addSp delSp modSp add mod modTransition">
          <pc:chgData name="Luiza Briana Grether" userId="33b05ef5-dde0-4e2c-af71-3f0410b5559e" providerId="ADAL" clId="{C4068DCB-55F7-4A3B-8D04-F04C53C775FA}" dt="2024-11-28T17:52:40.056" v="60"/>
          <pc:sldLayoutMkLst>
            <pc:docMk/>
            <pc:sldMasterMk cId="3332300950" sldId="2147483648"/>
            <pc:sldLayoutMk cId="1156684718" sldId="2147483663"/>
          </pc:sldLayoutMkLst>
          <pc:spChg chg="add mod">
            <ac:chgData name="Luiza Briana Grether" userId="33b05ef5-dde0-4e2c-af71-3f0410b5559e" providerId="ADAL" clId="{C4068DCB-55F7-4A3B-8D04-F04C53C775FA}" dt="2024-11-28T17:52:40.056" v="60"/>
            <ac:spMkLst>
              <pc:docMk/>
              <pc:sldMasterMk cId="3332300950" sldId="2147483648"/>
              <pc:sldLayoutMk cId="1156684718" sldId="2147483663"/>
              <ac:spMk id="4" creationId="{1F7C454A-7CAA-2FF2-DC61-522F56E5FF6F}"/>
            </ac:spMkLst>
          </pc:spChg>
          <pc:spChg chg="add mod">
            <ac:chgData name="Luiza Briana Grether" userId="33b05ef5-dde0-4e2c-af71-3f0410b5559e" providerId="ADAL" clId="{C4068DCB-55F7-4A3B-8D04-F04C53C775FA}" dt="2024-11-28T17:52:40.056" v="60"/>
            <ac:spMkLst>
              <pc:docMk/>
              <pc:sldMasterMk cId="3332300950" sldId="2147483648"/>
              <pc:sldLayoutMk cId="1156684718" sldId="2147483663"/>
              <ac:spMk id="5" creationId="{CABAF94D-7DB0-1956-3209-3001D211FD4C}"/>
            </ac:spMkLst>
          </pc:spChg>
          <pc:picChg chg="add mod">
            <ac:chgData name="Luiza Briana Grether" userId="33b05ef5-dde0-4e2c-af71-3f0410b5559e" providerId="ADAL" clId="{C4068DCB-55F7-4A3B-8D04-F04C53C775FA}" dt="2024-11-28T17:51:24.523" v="47" actId="962"/>
            <ac:picMkLst>
              <pc:docMk/>
              <pc:sldMasterMk cId="3332300950" sldId="2147483648"/>
              <pc:sldLayoutMk cId="1156684718" sldId="2147483663"/>
              <ac:picMk id="3" creationId="{8CF42178-F131-F099-F10F-BF6CA65017DD}"/>
            </ac:picMkLst>
          </pc:picChg>
          <pc:picChg chg="del">
            <ac:chgData name="Luiza Briana Grether" userId="33b05ef5-dde0-4e2c-af71-3f0410b5559e" providerId="ADAL" clId="{C4068DCB-55F7-4A3B-8D04-F04C53C775FA}" dt="2024-11-28T17:51:22.915" v="44" actId="478"/>
            <ac:picMkLst>
              <pc:docMk/>
              <pc:sldMasterMk cId="3332300950" sldId="2147483648"/>
              <pc:sldLayoutMk cId="1156684718" sldId="2147483663"/>
              <ac:picMk id="7" creationId="{CC2E13CA-3D75-1519-7DAE-DA72631C1E4B}"/>
            </ac:picMkLst>
          </pc:picChg>
        </pc:sldLayoutChg>
        <pc:sldLayoutChg chg="addSp delSp modSp new mod">
          <pc:chgData name="Luiza Briana Grether" userId="33b05ef5-dde0-4e2c-af71-3f0410b5559e" providerId="ADAL" clId="{C4068DCB-55F7-4A3B-8D04-F04C53C775FA}" dt="2024-11-29T19:38:53.437" v="107" actId="14100"/>
          <pc:sldLayoutMkLst>
            <pc:docMk/>
            <pc:sldMasterMk cId="3332300950" sldId="2147483648"/>
            <pc:sldLayoutMk cId="2537778495" sldId="2147483664"/>
          </pc:sldLayoutMkLst>
          <pc:spChg chg="del">
            <ac:chgData name="Luiza Briana Grether" userId="33b05ef5-dde0-4e2c-af71-3f0410b5559e" providerId="ADAL" clId="{C4068DCB-55F7-4A3B-8D04-F04C53C775FA}" dt="2024-11-29T19:38:20.131" v="94" actId="478"/>
            <ac:spMkLst>
              <pc:docMk/>
              <pc:sldMasterMk cId="3332300950" sldId="2147483648"/>
              <pc:sldLayoutMk cId="2537778495" sldId="2147483664"/>
              <ac:spMk id="2" creationId="{289ACB41-4491-107D-A788-22C7BCEF9D62}"/>
            </ac:spMkLst>
          </pc:spChg>
          <pc:spChg chg="del">
            <ac:chgData name="Luiza Briana Grether" userId="33b05ef5-dde0-4e2c-af71-3f0410b5559e" providerId="ADAL" clId="{C4068DCB-55F7-4A3B-8D04-F04C53C775FA}" dt="2024-11-29T19:38:18.025" v="92" actId="478"/>
            <ac:spMkLst>
              <pc:docMk/>
              <pc:sldMasterMk cId="3332300950" sldId="2147483648"/>
              <pc:sldLayoutMk cId="2537778495" sldId="2147483664"/>
              <ac:spMk id="3" creationId="{9AFE1254-6B50-19E9-4678-3C748BE7047A}"/>
            </ac:spMkLst>
          </pc:spChg>
          <pc:spChg chg="del">
            <ac:chgData name="Luiza Briana Grether" userId="33b05ef5-dde0-4e2c-af71-3f0410b5559e" providerId="ADAL" clId="{C4068DCB-55F7-4A3B-8D04-F04C53C775FA}" dt="2024-11-29T19:38:17.028" v="91" actId="478"/>
            <ac:spMkLst>
              <pc:docMk/>
              <pc:sldMasterMk cId="3332300950" sldId="2147483648"/>
              <pc:sldLayoutMk cId="2537778495" sldId="2147483664"/>
              <ac:spMk id="4" creationId="{5A9AC283-F02C-1AE9-4537-63E07B0EE6F1}"/>
            </ac:spMkLst>
          </pc:spChg>
          <pc:spChg chg="del">
            <ac:chgData name="Luiza Briana Grether" userId="33b05ef5-dde0-4e2c-af71-3f0410b5559e" providerId="ADAL" clId="{C4068DCB-55F7-4A3B-8D04-F04C53C775FA}" dt="2024-11-29T19:38:19.074" v="93" actId="478"/>
            <ac:spMkLst>
              <pc:docMk/>
              <pc:sldMasterMk cId="3332300950" sldId="2147483648"/>
              <pc:sldLayoutMk cId="2537778495" sldId="2147483664"/>
              <ac:spMk id="5" creationId="{E68B5B8F-F34A-5DE4-C7DB-E6328F3CB44E}"/>
            </ac:spMkLst>
          </pc:spChg>
          <pc:spChg chg="add mod">
            <ac:chgData name="Luiza Briana Grether" userId="33b05ef5-dde0-4e2c-af71-3f0410b5559e" providerId="ADAL" clId="{C4068DCB-55F7-4A3B-8D04-F04C53C775FA}" dt="2024-11-29T19:38:53.437" v="107" actId="14100"/>
            <ac:spMkLst>
              <pc:docMk/>
              <pc:sldMasterMk cId="3332300950" sldId="2147483648"/>
              <pc:sldLayoutMk cId="2537778495" sldId="2147483664"/>
              <ac:spMk id="8" creationId="{62169643-8DD2-FD43-3074-2EFA536626BD}"/>
            </ac:spMkLst>
          </pc:spChg>
          <pc:spChg chg="add mod">
            <ac:chgData name="Luiza Briana Grether" userId="33b05ef5-dde0-4e2c-af71-3f0410b5559e" providerId="ADAL" clId="{C4068DCB-55F7-4A3B-8D04-F04C53C775FA}" dt="2024-11-29T19:38:53.437" v="107" actId="14100"/>
            <ac:spMkLst>
              <pc:docMk/>
              <pc:sldMasterMk cId="3332300950" sldId="2147483648"/>
              <pc:sldLayoutMk cId="2537778495" sldId="2147483664"/>
              <ac:spMk id="9" creationId="{46314C32-24E1-4AF3-4384-3BB8F47AFC0B}"/>
            </ac:spMkLst>
          </pc:spChg>
          <pc:picChg chg="add mod">
            <ac:chgData name="Luiza Briana Grether" userId="33b05ef5-dde0-4e2c-af71-3f0410b5559e" providerId="ADAL" clId="{C4068DCB-55F7-4A3B-8D04-F04C53C775FA}" dt="2024-11-29T19:38:23.088" v="97" actId="962"/>
            <ac:picMkLst>
              <pc:docMk/>
              <pc:sldMasterMk cId="3332300950" sldId="2147483648"/>
              <pc:sldLayoutMk cId="2537778495" sldId="2147483664"/>
              <ac:picMk id="7" creationId="{BE76B54C-E7FB-2699-93BF-46135839DC1E}"/>
            </ac:picMkLst>
          </pc:picChg>
        </pc:sldLayoutChg>
        <pc:sldLayoutChg chg="addSp delSp modSp new mod">
          <pc:chgData name="Luiza Briana Grether" userId="33b05ef5-dde0-4e2c-af71-3f0410b5559e" providerId="ADAL" clId="{C4068DCB-55F7-4A3B-8D04-F04C53C775FA}" dt="2024-11-29T19:39:02.021" v="108"/>
          <pc:sldLayoutMkLst>
            <pc:docMk/>
            <pc:sldMasterMk cId="3332300950" sldId="2147483648"/>
            <pc:sldLayoutMk cId="2556291329" sldId="2147483665"/>
          </pc:sldLayoutMkLst>
          <pc:spChg chg="del">
            <ac:chgData name="Luiza Briana Grether" userId="33b05ef5-dde0-4e2c-af71-3f0410b5559e" providerId="ADAL" clId="{C4068DCB-55F7-4A3B-8D04-F04C53C775FA}" dt="2024-11-29T19:38:27.789" v="99" actId="478"/>
            <ac:spMkLst>
              <pc:docMk/>
              <pc:sldMasterMk cId="3332300950" sldId="2147483648"/>
              <pc:sldLayoutMk cId="2556291329" sldId="2147483665"/>
              <ac:spMk id="2" creationId="{4F2DE768-6B74-6139-8B38-12DF97C8F0AE}"/>
            </ac:spMkLst>
          </pc:spChg>
          <pc:spChg chg="del">
            <ac:chgData name="Luiza Briana Grether" userId="33b05ef5-dde0-4e2c-af71-3f0410b5559e" providerId="ADAL" clId="{C4068DCB-55F7-4A3B-8D04-F04C53C775FA}" dt="2024-11-29T19:38:30.219" v="101" actId="478"/>
            <ac:spMkLst>
              <pc:docMk/>
              <pc:sldMasterMk cId="3332300950" sldId="2147483648"/>
              <pc:sldLayoutMk cId="2556291329" sldId="2147483665"/>
              <ac:spMk id="3" creationId="{4D1EE6F6-8B6D-D597-9CA7-E7F5436492ED}"/>
            </ac:spMkLst>
          </pc:spChg>
          <pc:spChg chg="del">
            <ac:chgData name="Luiza Briana Grether" userId="33b05ef5-dde0-4e2c-af71-3f0410b5559e" providerId="ADAL" clId="{C4068DCB-55F7-4A3B-8D04-F04C53C775FA}" dt="2024-11-29T19:38:29.770" v="100" actId="478"/>
            <ac:spMkLst>
              <pc:docMk/>
              <pc:sldMasterMk cId="3332300950" sldId="2147483648"/>
              <pc:sldLayoutMk cId="2556291329" sldId="2147483665"/>
              <ac:spMk id="4" creationId="{03954E98-4BC5-6F38-FC20-BA17AB9FE2E1}"/>
            </ac:spMkLst>
          </pc:spChg>
          <pc:spChg chg="del">
            <ac:chgData name="Luiza Briana Grether" userId="33b05ef5-dde0-4e2c-af71-3f0410b5559e" providerId="ADAL" clId="{C4068DCB-55F7-4A3B-8D04-F04C53C775FA}" dt="2024-11-29T19:38:30.907" v="102" actId="478"/>
            <ac:spMkLst>
              <pc:docMk/>
              <pc:sldMasterMk cId="3332300950" sldId="2147483648"/>
              <pc:sldLayoutMk cId="2556291329" sldId="2147483665"/>
              <ac:spMk id="5" creationId="{59757748-B272-F4BC-57B7-8602BADFB3CA}"/>
            </ac:spMkLst>
          </pc:spChg>
          <pc:spChg chg="add mod">
            <ac:chgData name="Luiza Briana Grether" userId="33b05ef5-dde0-4e2c-af71-3f0410b5559e" providerId="ADAL" clId="{C4068DCB-55F7-4A3B-8D04-F04C53C775FA}" dt="2024-11-29T19:39:02.021" v="108"/>
            <ac:spMkLst>
              <pc:docMk/>
              <pc:sldMasterMk cId="3332300950" sldId="2147483648"/>
              <pc:sldLayoutMk cId="2556291329" sldId="2147483665"/>
              <ac:spMk id="8" creationId="{59B51597-730B-A004-9BC8-C14D3DC908F9}"/>
            </ac:spMkLst>
          </pc:spChg>
          <pc:spChg chg="add mod">
            <ac:chgData name="Luiza Briana Grether" userId="33b05ef5-dde0-4e2c-af71-3f0410b5559e" providerId="ADAL" clId="{C4068DCB-55F7-4A3B-8D04-F04C53C775FA}" dt="2024-11-29T19:39:02.021" v="108"/>
            <ac:spMkLst>
              <pc:docMk/>
              <pc:sldMasterMk cId="3332300950" sldId="2147483648"/>
              <pc:sldLayoutMk cId="2556291329" sldId="2147483665"/>
              <ac:spMk id="9" creationId="{7EF14CD3-8E2B-D78F-5470-66862BE0EA25}"/>
            </ac:spMkLst>
          </pc:spChg>
          <pc:picChg chg="add mod">
            <ac:chgData name="Luiza Briana Grether" userId="33b05ef5-dde0-4e2c-af71-3f0410b5559e" providerId="ADAL" clId="{C4068DCB-55F7-4A3B-8D04-F04C53C775FA}" dt="2024-11-29T19:38:35.054" v="105" actId="962"/>
            <ac:picMkLst>
              <pc:docMk/>
              <pc:sldMasterMk cId="3332300950" sldId="2147483648"/>
              <pc:sldLayoutMk cId="2556291329" sldId="2147483665"/>
              <ac:picMk id="7" creationId="{A2095D1F-17EA-A278-1C87-3473788D1D37}"/>
            </ac:picMkLst>
          </pc:picChg>
        </pc:sldLayoutChg>
      </pc:sldMasterChg>
    </pc:docChg>
  </pc:docChgLst>
  <pc:docChgLst>
    <pc:chgData name="Luiza Briana Grether" userId="33b05ef5-dde0-4e2c-af71-3f0410b5559e" providerId="ADAL" clId="{1B1701A9-191B-433E-A851-CC2A19DBA54E}"/>
    <pc:docChg chg="undo custSel addSld delSld modSld sldOrd modMainMaster">
      <pc:chgData name="Luiza Briana Grether" userId="33b05ef5-dde0-4e2c-af71-3f0410b5559e" providerId="ADAL" clId="{1B1701A9-191B-433E-A851-CC2A19DBA54E}" dt="2024-11-25T19:30:37.966" v="531" actId="27636"/>
      <pc:docMkLst>
        <pc:docMk/>
      </pc:docMkLst>
      <pc:sldChg chg="modSp mod">
        <pc:chgData name="Luiza Briana Grether" userId="33b05ef5-dde0-4e2c-af71-3f0410b5559e" providerId="ADAL" clId="{1B1701A9-191B-433E-A851-CC2A19DBA54E}" dt="2024-11-25T14:18:42.792" v="342" actId="20577"/>
        <pc:sldMkLst>
          <pc:docMk/>
          <pc:sldMk cId="554345591" sldId="256"/>
        </pc:sldMkLst>
        <pc:spChg chg="mod">
          <ac:chgData name="Luiza Briana Grether" userId="33b05ef5-dde0-4e2c-af71-3f0410b5559e" providerId="ADAL" clId="{1B1701A9-191B-433E-A851-CC2A19DBA54E}" dt="2024-11-25T14:18:42.792" v="342" actId="20577"/>
          <ac:spMkLst>
            <pc:docMk/>
            <pc:sldMk cId="554345591" sldId="256"/>
            <ac:spMk id="2" creationId="{92065C5E-E90E-0B6C-21FB-D368CA2EA5F0}"/>
          </ac:spMkLst>
        </pc:spChg>
        <pc:spChg chg="mod">
          <ac:chgData name="Luiza Briana Grether" userId="33b05ef5-dde0-4e2c-af71-3f0410b5559e" providerId="ADAL" clId="{1B1701A9-191B-433E-A851-CC2A19DBA54E}" dt="2024-11-25T14:18:42.200" v="339" actId="20577"/>
          <ac:spMkLst>
            <pc:docMk/>
            <pc:sldMk cId="554345591" sldId="256"/>
            <ac:spMk id="3" creationId="{E771DFB8-D04E-1089-6895-4BB6B01A09FA}"/>
          </ac:spMkLst>
        </pc:spChg>
      </pc:sldChg>
      <pc:sldChg chg="addSp delSp modSp mod chgLayout">
        <pc:chgData name="Luiza Briana Grether" userId="33b05ef5-dde0-4e2c-af71-3f0410b5559e" providerId="ADAL" clId="{1B1701A9-191B-433E-A851-CC2A19DBA54E}" dt="2024-11-25T13:53:24.189" v="210" actId="962"/>
        <pc:sldMkLst>
          <pc:docMk/>
          <pc:sldMk cId="1707551444" sldId="259"/>
        </pc:sldMkLst>
        <pc:spChg chg="add del mod">
          <ac:chgData name="Luiza Briana Grether" userId="33b05ef5-dde0-4e2c-af71-3f0410b5559e" providerId="ADAL" clId="{1B1701A9-191B-433E-A851-CC2A19DBA54E}" dt="2024-11-25T13:43:32.691" v="33" actId="6264"/>
          <ac:spMkLst>
            <pc:docMk/>
            <pc:sldMk cId="1707551444" sldId="259"/>
            <ac:spMk id="2" creationId="{B7AB2E3D-42FB-CFFE-AD2A-EEE33DA69AB3}"/>
          </ac:spMkLst>
        </pc:spChg>
        <pc:spChg chg="add del mod">
          <ac:chgData name="Luiza Briana Grether" userId="33b05ef5-dde0-4e2c-af71-3f0410b5559e" providerId="ADAL" clId="{1B1701A9-191B-433E-A851-CC2A19DBA54E}" dt="2024-11-25T13:43:32.691" v="33" actId="6264"/>
          <ac:spMkLst>
            <pc:docMk/>
            <pc:sldMk cId="1707551444" sldId="259"/>
            <ac:spMk id="3" creationId="{93F613EB-1912-2EE8-305A-4F7CCA7BE5F6}"/>
          </ac:spMkLst>
        </pc:spChg>
        <pc:spChg chg="mod ord">
          <ac:chgData name="Luiza Briana Grether" userId="33b05ef5-dde0-4e2c-af71-3f0410b5559e" providerId="ADAL" clId="{1B1701A9-191B-433E-A851-CC2A19DBA54E}" dt="2024-11-25T13:43:42.245" v="38" actId="27636"/>
          <ac:spMkLst>
            <pc:docMk/>
            <pc:sldMk cId="1707551444" sldId="259"/>
            <ac:spMk id="4" creationId="{7D6BD109-E32E-E646-5A0F-513277833929}"/>
          </ac:spMkLst>
        </pc:spChg>
        <pc:spChg chg="add del mod">
          <ac:chgData name="Luiza Briana Grether" userId="33b05ef5-dde0-4e2c-af71-3f0410b5559e" providerId="ADAL" clId="{1B1701A9-191B-433E-A851-CC2A19DBA54E}" dt="2024-11-25T13:43:32.691" v="33" actId="6264"/>
          <ac:spMkLst>
            <pc:docMk/>
            <pc:sldMk cId="1707551444" sldId="259"/>
            <ac:spMk id="5" creationId="{93F62E54-9324-C628-53F0-4BF15F0E2010}"/>
          </ac:spMkLst>
        </pc:spChg>
        <pc:spChg chg="add del mod">
          <ac:chgData name="Luiza Briana Grether" userId="33b05ef5-dde0-4e2c-af71-3f0410b5559e" providerId="ADAL" clId="{1B1701A9-191B-433E-A851-CC2A19DBA54E}" dt="2024-11-25T13:50:30.644" v="175" actId="931"/>
          <ac:spMkLst>
            <pc:docMk/>
            <pc:sldMk cId="1707551444" sldId="259"/>
            <ac:spMk id="8" creationId="{E5258C5D-5112-E2C6-A115-D289EFC1349F}"/>
          </ac:spMkLst>
        </pc:spChg>
        <pc:spChg chg="mod ord">
          <ac:chgData name="Luiza Briana Grether" userId="33b05ef5-dde0-4e2c-af71-3f0410b5559e" providerId="ADAL" clId="{1B1701A9-191B-433E-A851-CC2A19DBA54E}" dt="2024-11-25T13:46:49.710" v="120" actId="20577"/>
          <ac:spMkLst>
            <pc:docMk/>
            <pc:sldMk cId="1707551444" sldId="259"/>
            <ac:spMk id="12" creationId="{448BAEE2-C01B-2FDE-E519-CE3B4C41A69B}"/>
          </ac:spMkLst>
        </pc:spChg>
        <pc:spChg chg="add del mod">
          <ac:chgData name="Luiza Briana Grether" userId="33b05ef5-dde0-4e2c-af71-3f0410b5559e" providerId="ADAL" clId="{1B1701A9-191B-433E-A851-CC2A19DBA54E}" dt="2024-11-25T13:51:05.822" v="186"/>
          <ac:spMkLst>
            <pc:docMk/>
            <pc:sldMk cId="1707551444" sldId="259"/>
            <ac:spMk id="14" creationId="{1845B320-D5EF-C5D5-DDBA-861CF7379A9E}"/>
          </ac:spMkLst>
        </pc:spChg>
        <pc:spChg chg="add del mod">
          <ac:chgData name="Luiza Briana Grether" userId="33b05ef5-dde0-4e2c-af71-3f0410b5559e" providerId="ADAL" clId="{1B1701A9-191B-433E-A851-CC2A19DBA54E}" dt="2024-11-25T13:51:34.888" v="188" actId="931"/>
          <ac:spMkLst>
            <pc:docMk/>
            <pc:sldMk cId="1707551444" sldId="259"/>
            <ac:spMk id="17" creationId="{AB10833A-37F5-0E14-50EA-7F54A8CE6CAE}"/>
          </ac:spMkLst>
        </pc:spChg>
        <pc:spChg chg="add del mod">
          <ac:chgData name="Luiza Briana Grether" userId="33b05ef5-dde0-4e2c-af71-3f0410b5559e" providerId="ADAL" clId="{1B1701A9-191B-433E-A851-CC2A19DBA54E}" dt="2024-11-25T13:53:23.182" v="208" actId="931"/>
          <ac:spMkLst>
            <pc:docMk/>
            <pc:sldMk cId="1707551444" sldId="259"/>
            <ac:spMk id="21" creationId="{79127A30-3E31-D3FD-1D6F-CD038839BA15}"/>
          </ac:spMkLst>
        </pc:spChg>
        <pc:picChg chg="del mod ord">
          <ac:chgData name="Luiza Briana Grether" userId="33b05ef5-dde0-4e2c-af71-3f0410b5559e" providerId="ADAL" clId="{1B1701A9-191B-433E-A851-CC2A19DBA54E}" dt="2024-11-25T13:48:47.040" v="147" actId="478"/>
          <ac:picMkLst>
            <pc:docMk/>
            <pc:sldMk cId="1707551444" sldId="259"/>
            <ac:picMk id="6" creationId="{2857F8B6-8D1D-E91B-30CA-FF80C612C1DE}"/>
          </ac:picMkLst>
        </pc:picChg>
        <pc:picChg chg="add del mod">
          <ac:chgData name="Luiza Briana Grether" userId="33b05ef5-dde0-4e2c-af71-3f0410b5559e" providerId="ADAL" clId="{1B1701A9-191B-433E-A851-CC2A19DBA54E}" dt="2024-11-25T13:50:25.711" v="174" actId="478"/>
          <ac:picMkLst>
            <pc:docMk/>
            <pc:sldMk cId="1707551444" sldId="259"/>
            <ac:picMk id="9" creationId="{94BD12B5-786D-806A-589B-7C409AFE5AFB}"/>
          </ac:picMkLst>
        </pc:picChg>
        <pc:picChg chg="add del mod modCrop">
          <ac:chgData name="Luiza Briana Grether" userId="33b05ef5-dde0-4e2c-af71-3f0410b5559e" providerId="ADAL" clId="{1B1701A9-191B-433E-A851-CC2A19DBA54E}" dt="2024-11-25T13:51:02.240" v="185" actId="478"/>
          <ac:picMkLst>
            <pc:docMk/>
            <pc:sldMk cId="1707551444" sldId="259"/>
            <ac:picMk id="11" creationId="{1F20FC81-A936-C720-A53C-BCA820992E58}"/>
          </ac:picMkLst>
        </pc:picChg>
        <pc:picChg chg="add del mod">
          <ac:chgData name="Luiza Briana Grether" userId="33b05ef5-dde0-4e2c-af71-3f0410b5559e" providerId="ADAL" clId="{1B1701A9-191B-433E-A851-CC2A19DBA54E}" dt="2024-11-25T13:51:11.123" v="187" actId="478"/>
          <ac:picMkLst>
            <pc:docMk/>
            <pc:sldMk cId="1707551444" sldId="259"/>
            <ac:picMk id="15" creationId="{6C2B16A4-B15E-315D-8750-850759FC01D2}"/>
          </ac:picMkLst>
        </pc:picChg>
        <pc:picChg chg="add del mod modCrop">
          <ac:chgData name="Luiza Briana Grether" userId="33b05ef5-dde0-4e2c-af71-3f0410b5559e" providerId="ADAL" clId="{1B1701A9-191B-433E-A851-CC2A19DBA54E}" dt="2024-11-25T13:52:20.871" v="205" actId="478"/>
          <ac:picMkLst>
            <pc:docMk/>
            <pc:sldMk cId="1707551444" sldId="259"/>
            <ac:picMk id="19" creationId="{45D347BC-3870-D2CA-919D-7F6305130D27}"/>
          </ac:picMkLst>
        </pc:picChg>
        <pc:picChg chg="add mod">
          <ac:chgData name="Luiza Briana Grether" userId="33b05ef5-dde0-4e2c-af71-3f0410b5559e" providerId="ADAL" clId="{1B1701A9-191B-433E-A851-CC2A19DBA54E}" dt="2024-11-25T13:53:24.189" v="210" actId="962"/>
          <ac:picMkLst>
            <pc:docMk/>
            <pc:sldMk cId="1707551444" sldId="259"/>
            <ac:picMk id="23" creationId="{76EE7D49-F50F-FB3F-350F-A3F09E11C3B8}"/>
          </ac:picMkLst>
        </pc:picChg>
      </pc:sldChg>
      <pc:sldChg chg="modSp mod">
        <pc:chgData name="Luiza Briana Grether" userId="33b05ef5-dde0-4e2c-af71-3f0410b5559e" providerId="ADAL" clId="{1B1701A9-191B-433E-A851-CC2A19DBA54E}" dt="2024-11-25T13:44:00.377" v="46" actId="20577"/>
        <pc:sldMkLst>
          <pc:docMk/>
          <pc:sldMk cId="3308514704" sldId="260"/>
        </pc:sldMkLst>
        <pc:spChg chg="mod">
          <ac:chgData name="Luiza Briana Grether" userId="33b05ef5-dde0-4e2c-af71-3f0410b5559e" providerId="ADAL" clId="{1B1701A9-191B-433E-A851-CC2A19DBA54E}" dt="2024-11-25T13:44:00.377" v="46" actId="20577"/>
          <ac:spMkLst>
            <pc:docMk/>
            <pc:sldMk cId="3308514704" sldId="260"/>
            <ac:spMk id="6" creationId="{82A76196-C88B-BE49-356F-8FA5D45F576A}"/>
          </ac:spMkLst>
        </pc:spChg>
      </pc:sldChg>
      <pc:sldChg chg="addSp delSp modSp mod chgLayout">
        <pc:chgData name="Luiza Briana Grether" userId="33b05ef5-dde0-4e2c-af71-3f0410b5559e" providerId="ADAL" clId="{1B1701A9-191B-433E-A851-CC2A19DBA54E}" dt="2024-11-25T13:44:23.060" v="63" actId="27636"/>
        <pc:sldMkLst>
          <pc:docMk/>
          <pc:sldMk cId="3219517312" sldId="261"/>
        </pc:sldMkLst>
        <pc:spChg chg="add del mod">
          <ac:chgData name="Luiza Briana Grether" userId="33b05ef5-dde0-4e2c-af71-3f0410b5559e" providerId="ADAL" clId="{1B1701A9-191B-433E-A851-CC2A19DBA54E}" dt="2024-11-25T13:44:21.197" v="61" actId="6264"/>
          <ac:spMkLst>
            <pc:docMk/>
            <pc:sldMk cId="3219517312" sldId="261"/>
            <ac:spMk id="2" creationId="{A79595C1-0F2E-70D3-24A0-5B09583F5ADF}"/>
          </ac:spMkLst>
        </pc:spChg>
        <pc:spChg chg="mod ord">
          <ac:chgData name="Luiza Briana Grether" userId="33b05ef5-dde0-4e2c-af71-3f0410b5559e" providerId="ADAL" clId="{1B1701A9-191B-433E-A851-CC2A19DBA54E}" dt="2024-11-25T13:44:21.197" v="61" actId="6264"/>
          <ac:spMkLst>
            <pc:docMk/>
            <pc:sldMk cId="3219517312" sldId="261"/>
            <ac:spMk id="3" creationId="{6B469735-0F94-1DCF-3761-F56499DA6C4E}"/>
          </ac:spMkLst>
        </pc:spChg>
        <pc:spChg chg="mod ord">
          <ac:chgData name="Luiza Briana Grether" userId="33b05ef5-dde0-4e2c-af71-3f0410b5559e" providerId="ADAL" clId="{1B1701A9-191B-433E-A851-CC2A19DBA54E}" dt="2024-11-25T13:44:23.060" v="63" actId="27636"/>
          <ac:spMkLst>
            <pc:docMk/>
            <pc:sldMk cId="3219517312" sldId="261"/>
            <ac:spMk id="4" creationId="{8B82D497-B16B-BADC-0175-8E0C4BBA71E8}"/>
          </ac:spMkLst>
        </pc:spChg>
        <pc:spChg chg="add del mod">
          <ac:chgData name="Luiza Briana Grether" userId="33b05ef5-dde0-4e2c-af71-3f0410b5559e" providerId="ADAL" clId="{1B1701A9-191B-433E-A851-CC2A19DBA54E}" dt="2024-11-25T13:44:21.197" v="61" actId="6264"/>
          <ac:spMkLst>
            <pc:docMk/>
            <pc:sldMk cId="3219517312" sldId="261"/>
            <ac:spMk id="5" creationId="{9D02A84F-4B4A-F0A2-3B0C-92F2C0B234C4}"/>
          </ac:spMkLst>
        </pc:spChg>
      </pc:sldChg>
      <pc:sldChg chg="addSp delSp modSp mod ord">
        <pc:chgData name="Luiza Briana Grether" userId="33b05ef5-dde0-4e2c-af71-3f0410b5559e" providerId="ADAL" clId="{1B1701A9-191B-433E-A851-CC2A19DBA54E}" dt="2024-11-25T13:53:18.564" v="207" actId="27614"/>
        <pc:sldMkLst>
          <pc:docMk/>
          <pc:sldMk cId="1648572485" sldId="262"/>
        </pc:sldMkLst>
        <pc:spChg chg="add del mod">
          <ac:chgData name="Luiza Briana Grether" userId="33b05ef5-dde0-4e2c-af71-3f0410b5559e" providerId="ADAL" clId="{1B1701A9-191B-433E-A851-CC2A19DBA54E}" dt="2024-11-25T13:49:09.049" v="150" actId="931"/>
          <ac:spMkLst>
            <pc:docMk/>
            <pc:sldMk cId="1648572485" sldId="262"/>
            <ac:spMk id="3" creationId="{0A51155E-B1FD-E7EE-9029-E9D323AC94BD}"/>
          </ac:spMkLst>
        </pc:spChg>
        <pc:spChg chg="mod">
          <ac:chgData name="Luiza Briana Grether" userId="33b05ef5-dde0-4e2c-af71-3f0410b5559e" providerId="ADAL" clId="{1B1701A9-191B-433E-A851-CC2A19DBA54E}" dt="2024-11-25T13:44:31.191" v="69" actId="20577"/>
          <ac:spMkLst>
            <pc:docMk/>
            <pc:sldMk cId="1648572485" sldId="262"/>
            <ac:spMk id="4" creationId="{61791FE0-C0E8-FBEF-E2DB-8CF14621A8B2}"/>
          </ac:spMkLst>
        </pc:spChg>
        <pc:spChg chg="mod">
          <ac:chgData name="Luiza Briana Grether" userId="33b05ef5-dde0-4e2c-af71-3f0410b5559e" providerId="ADAL" clId="{1B1701A9-191B-433E-A851-CC2A19DBA54E}" dt="2024-11-25T13:44:37.654" v="70"/>
          <ac:spMkLst>
            <pc:docMk/>
            <pc:sldMk cId="1648572485" sldId="262"/>
            <ac:spMk id="5" creationId="{FD13C09D-73F5-CF36-5A89-C2FCC65E8315}"/>
          </ac:spMkLst>
        </pc:spChg>
        <pc:spChg chg="mod">
          <ac:chgData name="Luiza Briana Grether" userId="33b05ef5-dde0-4e2c-af71-3f0410b5559e" providerId="ADAL" clId="{1B1701A9-191B-433E-A851-CC2A19DBA54E}" dt="2024-11-25T13:46:54.004" v="121"/>
          <ac:spMkLst>
            <pc:docMk/>
            <pc:sldMk cId="1648572485" sldId="262"/>
            <ac:spMk id="7" creationId="{60BF9D02-EAA8-EAF9-16FD-B8F58FC8BB81}"/>
          </ac:spMkLst>
        </pc:spChg>
        <pc:spChg chg="add del mod">
          <ac:chgData name="Luiza Briana Grether" userId="33b05ef5-dde0-4e2c-af71-3f0410b5559e" providerId="ADAL" clId="{1B1701A9-191B-433E-A851-CC2A19DBA54E}" dt="2024-11-25T13:49:25.255" v="154" actId="931"/>
          <ac:spMkLst>
            <pc:docMk/>
            <pc:sldMk cId="1648572485" sldId="262"/>
            <ac:spMk id="11" creationId="{847470B9-C6E2-D10B-CCB1-AC45115CEBA9}"/>
          </ac:spMkLst>
        </pc:spChg>
        <pc:spChg chg="add del mod">
          <ac:chgData name="Luiza Briana Grether" userId="33b05ef5-dde0-4e2c-af71-3f0410b5559e" providerId="ADAL" clId="{1B1701A9-191B-433E-A851-CC2A19DBA54E}" dt="2024-11-25T13:49:43.348" v="158" actId="931"/>
          <ac:spMkLst>
            <pc:docMk/>
            <pc:sldMk cId="1648572485" sldId="262"/>
            <ac:spMk id="15" creationId="{53B0DD52-E40E-EE14-DBC7-408FA83F2ED9}"/>
          </ac:spMkLst>
        </pc:spChg>
        <pc:spChg chg="add del mod">
          <ac:chgData name="Luiza Briana Grether" userId="33b05ef5-dde0-4e2c-af71-3f0410b5559e" providerId="ADAL" clId="{1B1701A9-191B-433E-A851-CC2A19DBA54E}" dt="2024-11-25T13:49:53.177" v="160" actId="931"/>
          <ac:spMkLst>
            <pc:docMk/>
            <pc:sldMk cId="1648572485" sldId="262"/>
            <ac:spMk id="19" creationId="{3539F69F-E715-6705-3E28-F5EAC76D9D7B}"/>
          </ac:spMkLst>
        </pc:spChg>
        <pc:spChg chg="add del mod">
          <ac:chgData name="Luiza Briana Grether" userId="33b05ef5-dde0-4e2c-af71-3f0410b5559e" providerId="ADAL" clId="{1B1701A9-191B-433E-A851-CC2A19DBA54E}" dt="2024-11-25T13:53:16.778" v="206" actId="931"/>
          <ac:spMkLst>
            <pc:docMk/>
            <pc:sldMk cId="1648572485" sldId="262"/>
            <ac:spMk id="23" creationId="{25253632-3224-1702-AE66-FD89F2CA35F4}"/>
          </ac:spMkLst>
        </pc:spChg>
        <pc:picChg chg="add del mod">
          <ac:chgData name="Luiza Briana Grether" userId="33b05ef5-dde0-4e2c-af71-3f0410b5559e" providerId="ADAL" clId="{1B1701A9-191B-433E-A851-CC2A19DBA54E}" dt="2024-11-25T13:49:18.521" v="153" actId="478"/>
          <ac:picMkLst>
            <pc:docMk/>
            <pc:sldMk cId="1648572485" sldId="262"/>
            <ac:picMk id="8" creationId="{09DAE281-CAF2-AEC0-DD7F-D34248FCEA16}"/>
          </ac:picMkLst>
        </pc:picChg>
        <pc:picChg chg="del">
          <ac:chgData name="Luiza Briana Grether" userId="33b05ef5-dde0-4e2c-af71-3f0410b5559e" providerId="ADAL" clId="{1B1701A9-191B-433E-A851-CC2A19DBA54E}" dt="2024-11-25T13:48:48.215" v="148" actId="478"/>
          <ac:picMkLst>
            <pc:docMk/>
            <pc:sldMk cId="1648572485" sldId="262"/>
            <ac:picMk id="9" creationId="{9A40D980-8314-3FF2-60CF-51BDE9EA010C}"/>
          </ac:picMkLst>
        </pc:picChg>
        <pc:picChg chg="add del mod">
          <ac:chgData name="Luiza Briana Grether" userId="33b05ef5-dde0-4e2c-af71-3f0410b5559e" providerId="ADAL" clId="{1B1701A9-191B-433E-A851-CC2A19DBA54E}" dt="2024-11-25T13:49:28.129" v="157" actId="478"/>
          <ac:picMkLst>
            <pc:docMk/>
            <pc:sldMk cId="1648572485" sldId="262"/>
            <ac:picMk id="13" creationId="{1D117609-4CA5-2621-C80B-FE4BD0B315E2}"/>
          </ac:picMkLst>
        </pc:picChg>
        <pc:picChg chg="add del mod">
          <ac:chgData name="Luiza Briana Grether" userId="33b05ef5-dde0-4e2c-af71-3f0410b5559e" providerId="ADAL" clId="{1B1701A9-191B-433E-A851-CC2A19DBA54E}" dt="2024-11-25T13:49:45.336" v="159" actId="478"/>
          <ac:picMkLst>
            <pc:docMk/>
            <pc:sldMk cId="1648572485" sldId="262"/>
            <ac:picMk id="17" creationId="{8E1C38DC-5E8F-DF79-37FE-790F8DCA68D2}"/>
          </ac:picMkLst>
        </pc:picChg>
        <pc:picChg chg="add del mod modCrop">
          <ac:chgData name="Luiza Briana Grether" userId="33b05ef5-dde0-4e2c-af71-3f0410b5559e" providerId="ADAL" clId="{1B1701A9-191B-433E-A851-CC2A19DBA54E}" dt="2024-11-25T13:52:19.177" v="204" actId="478"/>
          <ac:picMkLst>
            <pc:docMk/>
            <pc:sldMk cId="1648572485" sldId="262"/>
            <ac:picMk id="21" creationId="{D11236AE-99CD-68A1-AB2D-06D4AE27D3E3}"/>
          </ac:picMkLst>
        </pc:picChg>
        <pc:picChg chg="add mod">
          <ac:chgData name="Luiza Briana Grether" userId="33b05ef5-dde0-4e2c-af71-3f0410b5559e" providerId="ADAL" clId="{1B1701A9-191B-433E-A851-CC2A19DBA54E}" dt="2024-11-25T13:53:18.564" v="207" actId="27614"/>
          <ac:picMkLst>
            <pc:docMk/>
            <pc:sldMk cId="1648572485" sldId="262"/>
            <ac:picMk id="25" creationId="{6BEB5C80-9156-8B2A-AB20-4C29B16C5166}"/>
          </ac:picMkLst>
        </pc:picChg>
      </pc:sldChg>
      <pc:sldChg chg="modSp mod">
        <pc:chgData name="Luiza Briana Grether" userId="33b05ef5-dde0-4e2c-af71-3f0410b5559e" providerId="ADAL" clId="{1B1701A9-191B-433E-A851-CC2A19DBA54E}" dt="2024-11-25T17:54:09.969" v="470" actId="20577"/>
        <pc:sldMkLst>
          <pc:docMk/>
          <pc:sldMk cId="3935208750" sldId="263"/>
        </pc:sldMkLst>
        <pc:spChg chg="mod">
          <ac:chgData name="Luiza Briana Grether" userId="33b05ef5-dde0-4e2c-af71-3f0410b5559e" providerId="ADAL" clId="{1B1701A9-191B-433E-A851-CC2A19DBA54E}" dt="2024-11-25T17:54:09.969" v="470" actId="20577"/>
          <ac:spMkLst>
            <pc:docMk/>
            <pc:sldMk cId="3935208750" sldId="263"/>
            <ac:spMk id="10" creationId="{60FC964B-074A-7921-A7C5-F4450A1D8673}"/>
          </ac:spMkLst>
        </pc:spChg>
      </pc:sldChg>
      <pc:sldChg chg="addSp delSp modSp mod chgLayout">
        <pc:chgData name="Luiza Briana Grether" userId="33b05ef5-dde0-4e2c-af71-3f0410b5559e" providerId="ADAL" clId="{1B1701A9-191B-433E-A851-CC2A19DBA54E}" dt="2024-11-25T18:00:00.527" v="484" actId="6264"/>
        <pc:sldMkLst>
          <pc:docMk/>
          <pc:sldMk cId="2764548526" sldId="264"/>
        </pc:sldMkLst>
        <pc:spChg chg="add del mod">
          <ac:chgData name="Luiza Briana Grether" userId="33b05ef5-dde0-4e2c-af71-3f0410b5559e" providerId="ADAL" clId="{1B1701A9-191B-433E-A851-CC2A19DBA54E}" dt="2024-11-25T18:00:00.527" v="484" actId="6264"/>
          <ac:spMkLst>
            <pc:docMk/>
            <pc:sldMk cId="2764548526" sldId="264"/>
            <ac:spMk id="2" creationId="{DCAE89B1-957A-439F-2FD6-92541950101D}"/>
          </ac:spMkLst>
        </pc:spChg>
        <pc:spChg chg="add del mod">
          <ac:chgData name="Luiza Briana Grether" userId="33b05ef5-dde0-4e2c-af71-3f0410b5559e" providerId="ADAL" clId="{1B1701A9-191B-433E-A851-CC2A19DBA54E}" dt="2024-11-25T13:52:01.563" v="198" actId="931"/>
          <ac:spMkLst>
            <pc:docMk/>
            <pc:sldMk cId="2764548526" sldId="264"/>
            <ac:spMk id="3" creationId="{36043FAD-3EE9-0D30-B902-B8D125B9CE5A}"/>
          </ac:spMkLst>
        </pc:spChg>
        <pc:spChg chg="add del mod">
          <ac:chgData name="Luiza Briana Grether" userId="33b05ef5-dde0-4e2c-af71-3f0410b5559e" providerId="ADAL" clId="{1B1701A9-191B-433E-A851-CC2A19DBA54E}" dt="2024-11-25T18:00:00.527" v="484" actId="6264"/>
          <ac:spMkLst>
            <pc:docMk/>
            <pc:sldMk cId="2764548526" sldId="264"/>
            <ac:spMk id="3" creationId="{BF51330A-A15F-9257-8156-34B151CCFB2B}"/>
          </ac:spMkLst>
        </pc:spChg>
        <pc:spChg chg="add del mod">
          <ac:chgData name="Luiza Briana Grether" userId="33b05ef5-dde0-4e2c-af71-3f0410b5559e" providerId="ADAL" clId="{1B1701A9-191B-433E-A851-CC2A19DBA54E}" dt="2024-11-25T18:00:00.527" v="484" actId="6264"/>
          <ac:spMkLst>
            <pc:docMk/>
            <pc:sldMk cId="2764548526" sldId="264"/>
            <ac:spMk id="4" creationId="{990B896D-EB4E-B5BF-75D8-04260CF6CE6C}"/>
          </ac:spMkLst>
        </pc:spChg>
        <pc:spChg chg="mod ord">
          <ac:chgData name="Luiza Briana Grether" userId="33b05ef5-dde0-4e2c-af71-3f0410b5559e" providerId="ADAL" clId="{1B1701A9-191B-433E-A851-CC2A19DBA54E}" dt="2024-11-25T18:00:00.527" v="484" actId="6264"/>
          <ac:spMkLst>
            <pc:docMk/>
            <pc:sldMk cId="2764548526" sldId="264"/>
            <ac:spMk id="5" creationId="{96636678-0B69-C35E-E571-8389EBFFCEBD}"/>
          </ac:spMkLst>
        </pc:spChg>
        <pc:spChg chg="add del mod">
          <ac:chgData name="Luiza Briana Grether" userId="33b05ef5-dde0-4e2c-af71-3f0410b5559e" providerId="ADAL" clId="{1B1701A9-191B-433E-A851-CC2A19DBA54E}" dt="2024-11-25T13:55:34.065" v="212" actId="931"/>
          <ac:spMkLst>
            <pc:docMk/>
            <pc:sldMk cId="2764548526" sldId="264"/>
            <ac:spMk id="6" creationId="{66E3BFCD-EE4B-6033-DD2E-D5C378779CC9}"/>
          </ac:spMkLst>
        </pc:spChg>
        <pc:spChg chg="add del mod">
          <ac:chgData name="Luiza Briana Grether" userId="33b05ef5-dde0-4e2c-af71-3f0410b5559e" providerId="ADAL" clId="{1B1701A9-191B-433E-A851-CC2A19DBA54E}" dt="2024-11-25T18:00:00.527" v="484" actId="6264"/>
          <ac:spMkLst>
            <pc:docMk/>
            <pc:sldMk cId="2764548526" sldId="264"/>
            <ac:spMk id="6" creationId="{F7DD4D12-E7B8-512B-2ABD-915F4668A87F}"/>
          </ac:spMkLst>
        </pc:spChg>
        <pc:spChg chg="add del mod">
          <ac:chgData name="Luiza Briana Grether" userId="33b05ef5-dde0-4e2c-af71-3f0410b5559e" providerId="ADAL" clId="{1B1701A9-191B-433E-A851-CC2A19DBA54E}" dt="2024-11-25T18:00:00.527" v="484" actId="6264"/>
          <ac:spMkLst>
            <pc:docMk/>
            <pc:sldMk cId="2764548526" sldId="264"/>
            <ac:spMk id="7" creationId="{3F5450DD-00A2-9DE5-E455-68DFD2A46F4E}"/>
          </ac:spMkLst>
        </pc:spChg>
        <pc:spChg chg="add del mod">
          <ac:chgData name="Luiza Briana Grether" userId="33b05ef5-dde0-4e2c-af71-3f0410b5559e" providerId="ADAL" clId="{1B1701A9-191B-433E-A851-CC2A19DBA54E}" dt="2024-11-25T13:55:31.051" v="211" actId="931"/>
          <ac:spMkLst>
            <pc:docMk/>
            <pc:sldMk cId="2764548526" sldId="264"/>
            <ac:spMk id="11" creationId="{6D59557E-FD6D-BB68-E66D-0C8027C63300}"/>
          </ac:spMkLst>
        </pc:spChg>
        <pc:spChg chg="mod ord">
          <ac:chgData name="Luiza Briana Grether" userId="33b05ef5-dde0-4e2c-af71-3f0410b5559e" providerId="ADAL" clId="{1B1701A9-191B-433E-A851-CC2A19DBA54E}" dt="2024-11-25T18:00:00.527" v="484" actId="6264"/>
          <ac:spMkLst>
            <pc:docMk/>
            <pc:sldMk cId="2764548526" sldId="264"/>
            <ac:spMk id="20" creationId="{CC6432CB-0B43-25FD-2F14-35855C4F5D68}"/>
          </ac:spMkLst>
        </pc:spChg>
        <pc:spChg chg="mod ord">
          <ac:chgData name="Luiza Briana Grether" userId="33b05ef5-dde0-4e2c-af71-3f0410b5559e" providerId="ADAL" clId="{1B1701A9-191B-433E-A851-CC2A19DBA54E}" dt="2024-11-25T18:00:00.527" v="484" actId="6264"/>
          <ac:spMkLst>
            <pc:docMk/>
            <pc:sldMk cId="2764548526" sldId="264"/>
            <ac:spMk id="21" creationId="{97CEF02E-6A99-C5AF-91B8-5881D469B69D}"/>
          </ac:spMkLst>
        </pc:spChg>
        <pc:picChg chg="add del mod modCrop">
          <ac:chgData name="Luiza Briana Grether" userId="33b05ef5-dde0-4e2c-af71-3f0410b5559e" providerId="ADAL" clId="{1B1701A9-191B-433E-A851-CC2A19DBA54E}" dt="2024-11-25T13:52:14.239" v="203" actId="478"/>
          <ac:picMkLst>
            <pc:docMk/>
            <pc:sldMk cId="2764548526" sldId="264"/>
            <ac:picMk id="8" creationId="{C93624EF-D986-0E03-EA79-21BF11B341F6}"/>
          </ac:picMkLst>
        </pc:picChg>
        <pc:picChg chg="del">
          <ac:chgData name="Luiza Briana Grether" userId="33b05ef5-dde0-4e2c-af71-3f0410b5559e" providerId="ADAL" clId="{1B1701A9-191B-433E-A851-CC2A19DBA54E}" dt="2024-11-25T13:48:44.622" v="145" actId="478"/>
          <ac:picMkLst>
            <pc:docMk/>
            <pc:sldMk cId="2764548526" sldId="264"/>
            <ac:picMk id="9" creationId="{8508F8AA-8DFF-6BE8-A5F1-164B51EBDF91}"/>
          </ac:picMkLst>
        </pc:picChg>
        <pc:picChg chg="add mod ord">
          <ac:chgData name="Luiza Briana Grether" userId="33b05ef5-dde0-4e2c-af71-3f0410b5559e" providerId="ADAL" clId="{1B1701A9-191B-433E-A851-CC2A19DBA54E}" dt="2024-11-25T18:00:00.527" v="484" actId="6264"/>
          <ac:picMkLst>
            <pc:docMk/>
            <pc:sldMk cId="2764548526" sldId="264"/>
            <ac:picMk id="13" creationId="{B0A80554-E46F-575C-23DB-16B0E26CD6FF}"/>
          </ac:picMkLst>
        </pc:picChg>
        <pc:picChg chg="add mod ord">
          <ac:chgData name="Luiza Briana Grether" userId="33b05ef5-dde0-4e2c-af71-3f0410b5559e" providerId="ADAL" clId="{1B1701A9-191B-433E-A851-CC2A19DBA54E}" dt="2024-11-25T18:00:00.527" v="484" actId="6264"/>
          <ac:picMkLst>
            <pc:docMk/>
            <pc:sldMk cId="2764548526" sldId="264"/>
            <ac:picMk id="15" creationId="{A97D586B-FB67-B5EE-9493-6E85FEC3A704}"/>
          </ac:picMkLst>
        </pc:picChg>
        <pc:picChg chg="del">
          <ac:chgData name="Luiza Briana Grether" userId="33b05ef5-dde0-4e2c-af71-3f0410b5559e" providerId="ADAL" clId="{1B1701A9-191B-433E-A851-CC2A19DBA54E}" dt="2024-11-25T13:48:45.121" v="146" actId="478"/>
          <ac:picMkLst>
            <pc:docMk/>
            <pc:sldMk cId="2764548526" sldId="264"/>
            <ac:picMk id="16" creationId="{4F1B291A-069D-EA9C-7CD3-252684CF7B17}"/>
          </ac:picMkLst>
        </pc:picChg>
      </pc:sldChg>
      <pc:sldChg chg="modSp del mod">
        <pc:chgData name="Luiza Briana Grether" userId="33b05ef5-dde0-4e2c-af71-3f0410b5559e" providerId="ADAL" clId="{1B1701A9-191B-433E-A851-CC2A19DBA54E}" dt="2024-11-25T13:45:16.467" v="98" actId="47"/>
        <pc:sldMkLst>
          <pc:docMk/>
          <pc:sldMk cId="4233346620" sldId="266"/>
        </pc:sldMkLst>
        <pc:spChg chg="mod">
          <ac:chgData name="Luiza Briana Grether" userId="33b05ef5-dde0-4e2c-af71-3f0410b5559e" providerId="ADAL" clId="{1B1701A9-191B-433E-A851-CC2A19DBA54E}" dt="2024-11-25T13:45:13.347" v="97" actId="20577"/>
          <ac:spMkLst>
            <pc:docMk/>
            <pc:sldMk cId="4233346620" sldId="266"/>
            <ac:spMk id="2" creationId="{3F672EB2-BA31-258D-49EF-C21D8689A7D0}"/>
          </ac:spMkLst>
        </pc:spChg>
        <pc:spChg chg="mod">
          <ac:chgData name="Luiza Briana Grether" userId="33b05ef5-dde0-4e2c-af71-3f0410b5559e" providerId="ADAL" clId="{1B1701A9-191B-433E-A851-CC2A19DBA54E}" dt="2024-11-25T13:45:07.855" v="91" actId="27636"/>
          <ac:spMkLst>
            <pc:docMk/>
            <pc:sldMk cId="4233346620" sldId="266"/>
            <ac:spMk id="3" creationId="{83E9997E-38BC-C2ED-57F3-C4C24F228011}"/>
          </ac:spMkLst>
        </pc:spChg>
      </pc:sldChg>
      <pc:sldChg chg="del">
        <pc:chgData name="Luiza Briana Grether" userId="33b05ef5-dde0-4e2c-af71-3f0410b5559e" providerId="ADAL" clId="{1B1701A9-191B-433E-A851-CC2A19DBA54E}" dt="2024-11-25T13:45:20.371" v="99" actId="47"/>
        <pc:sldMkLst>
          <pc:docMk/>
          <pc:sldMk cId="2653190169" sldId="267"/>
        </pc:sldMkLst>
      </pc:sldChg>
      <pc:sldChg chg="del">
        <pc:chgData name="Luiza Briana Grether" userId="33b05ef5-dde0-4e2c-af71-3f0410b5559e" providerId="ADAL" clId="{1B1701A9-191B-433E-A851-CC2A19DBA54E}" dt="2024-11-25T13:45:25.832" v="100" actId="47"/>
        <pc:sldMkLst>
          <pc:docMk/>
          <pc:sldMk cId="1386092570" sldId="269"/>
        </pc:sldMkLst>
      </pc:sldChg>
      <pc:sldChg chg="addSp delSp modSp mod">
        <pc:chgData name="Luiza Briana Grether" userId="33b05ef5-dde0-4e2c-af71-3f0410b5559e" providerId="ADAL" clId="{1B1701A9-191B-433E-A851-CC2A19DBA54E}" dt="2024-11-25T13:55:43.424" v="219" actId="962"/>
        <pc:sldMkLst>
          <pc:docMk/>
          <pc:sldMk cId="3412891661" sldId="270"/>
        </pc:sldMkLst>
        <pc:spChg chg="add del mod">
          <ac:chgData name="Luiza Briana Grether" userId="33b05ef5-dde0-4e2c-af71-3f0410b5559e" providerId="ADAL" clId="{1B1701A9-191B-433E-A851-CC2A19DBA54E}" dt="2024-11-25T13:55:42.312" v="217" actId="931"/>
          <ac:spMkLst>
            <pc:docMk/>
            <pc:sldMk cId="3412891661" sldId="270"/>
            <ac:spMk id="3" creationId="{5439E848-9F34-3A5F-0FF2-1EA05D0CF1E7}"/>
          </ac:spMkLst>
        </pc:spChg>
        <pc:spChg chg="mod">
          <ac:chgData name="Luiza Briana Grether" userId="33b05ef5-dde0-4e2c-af71-3f0410b5559e" providerId="ADAL" clId="{1B1701A9-191B-433E-A851-CC2A19DBA54E}" dt="2024-11-25T13:47:01.798" v="124"/>
          <ac:spMkLst>
            <pc:docMk/>
            <pc:sldMk cId="3412891661" sldId="270"/>
            <ac:spMk id="9" creationId="{61064952-90D5-2CA2-EE2B-98C51014E7BC}"/>
          </ac:spMkLst>
        </pc:spChg>
        <pc:picChg chg="add mod">
          <ac:chgData name="Luiza Briana Grether" userId="33b05ef5-dde0-4e2c-af71-3f0410b5559e" providerId="ADAL" clId="{1B1701A9-191B-433E-A851-CC2A19DBA54E}" dt="2024-11-25T13:55:43.424" v="219" actId="962"/>
          <ac:picMkLst>
            <pc:docMk/>
            <pc:sldMk cId="3412891661" sldId="270"/>
            <ac:picMk id="5" creationId="{20929B4F-1B09-C66C-D4F1-C78652E26AE8}"/>
          </ac:picMkLst>
        </pc:picChg>
        <pc:picChg chg="del">
          <ac:chgData name="Luiza Briana Grether" userId="33b05ef5-dde0-4e2c-af71-3f0410b5559e" providerId="ADAL" clId="{1B1701A9-191B-433E-A851-CC2A19DBA54E}" dt="2024-11-25T13:48:42.512" v="144" actId="478"/>
          <ac:picMkLst>
            <pc:docMk/>
            <pc:sldMk cId="3412891661" sldId="270"/>
            <ac:picMk id="7" creationId="{C0E9C5D4-686C-7734-4CC8-C223D61C4822}"/>
          </ac:picMkLst>
        </pc:picChg>
      </pc:sldChg>
      <pc:sldChg chg="modSp mod">
        <pc:chgData name="Luiza Briana Grether" userId="33b05ef5-dde0-4e2c-af71-3f0410b5559e" providerId="ADAL" clId="{1B1701A9-191B-433E-A851-CC2A19DBA54E}" dt="2024-11-25T13:56:17.751" v="228" actId="27636"/>
        <pc:sldMkLst>
          <pc:docMk/>
          <pc:sldMk cId="2567870009" sldId="272"/>
        </pc:sldMkLst>
        <pc:spChg chg="mod">
          <ac:chgData name="Luiza Briana Grether" userId="33b05ef5-dde0-4e2c-af71-3f0410b5559e" providerId="ADAL" clId="{1B1701A9-191B-433E-A851-CC2A19DBA54E}" dt="2024-11-25T13:48:07.878" v="130" actId="20577"/>
          <ac:spMkLst>
            <pc:docMk/>
            <pc:sldMk cId="2567870009" sldId="272"/>
            <ac:spMk id="4" creationId="{B7F1DC20-780B-9E5F-A494-2FD0CE244211}"/>
          </ac:spMkLst>
        </pc:spChg>
        <pc:spChg chg="mod">
          <ac:chgData name="Luiza Briana Grether" userId="33b05ef5-dde0-4e2c-af71-3f0410b5559e" providerId="ADAL" clId="{1B1701A9-191B-433E-A851-CC2A19DBA54E}" dt="2024-11-25T13:56:17.751" v="228" actId="27636"/>
          <ac:spMkLst>
            <pc:docMk/>
            <pc:sldMk cId="2567870009" sldId="272"/>
            <ac:spMk id="5" creationId="{37CAB9E5-AC07-1A75-49E4-1DE2BCE6FBD3}"/>
          </ac:spMkLst>
        </pc:spChg>
      </pc:sldChg>
      <pc:sldChg chg="addSp delSp modSp mod">
        <pc:chgData name="Luiza Briana Grether" userId="33b05ef5-dde0-4e2c-af71-3f0410b5559e" providerId="ADAL" clId="{1B1701A9-191B-433E-A851-CC2A19DBA54E}" dt="2024-11-25T13:56:14.351" v="226" actId="1076"/>
        <pc:sldMkLst>
          <pc:docMk/>
          <pc:sldMk cId="163507567" sldId="274"/>
        </pc:sldMkLst>
        <pc:spChg chg="add del mod">
          <ac:chgData name="Luiza Briana Grether" userId="33b05ef5-dde0-4e2c-af71-3f0410b5559e" providerId="ADAL" clId="{1B1701A9-191B-433E-A851-CC2A19DBA54E}" dt="2024-11-25T13:55:51.058" v="220" actId="931"/>
          <ac:spMkLst>
            <pc:docMk/>
            <pc:sldMk cId="163507567" sldId="274"/>
            <ac:spMk id="3" creationId="{585EB664-E2EC-3430-EE33-E1C005570C5C}"/>
          </ac:spMkLst>
        </pc:spChg>
        <pc:spChg chg="mod">
          <ac:chgData name="Luiza Briana Grether" userId="33b05ef5-dde0-4e2c-af71-3f0410b5559e" providerId="ADAL" clId="{1B1701A9-191B-433E-A851-CC2A19DBA54E}" dt="2024-11-25T13:56:14.351" v="226" actId="1076"/>
          <ac:spMkLst>
            <pc:docMk/>
            <pc:sldMk cId="163507567" sldId="274"/>
            <ac:spMk id="11" creationId="{725FA4EF-C6B1-A11C-7075-93DFD4481BC5}"/>
          </ac:spMkLst>
        </pc:spChg>
        <pc:spChg chg="mod">
          <ac:chgData name="Luiza Briana Grether" userId="33b05ef5-dde0-4e2c-af71-3f0410b5559e" providerId="ADAL" clId="{1B1701A9-191B-433E-A851-CC2A19DBA54E}" dt="2024-11-25T13:47:04.863" v="125"/>
          <ac:spMkLst>
            <pc:docMk/>
            <pc:sldMk cId="163507567" sldId="274"/>
            <ac:spMk id="12" creationId="{065CFC56-19CD-C088-C2BB-18F3DF70B635}"/>
          </ac:spMkLst>
        </pc:spChg>
        <pc:spChg chg="mod">
          <ac:chgData name="Luiza Briana Grether" userId="33b05ef5-dde0-4e2c-af71-3f0410b5559e" providerId="ADAL" clId="{1B1701A9-191B-433E-A851-CC2A19DBA54E}" dt="2024-11-25T13:48:29.967" v="143" actId="20577"/>
          <ac:spMkLst>
            <pc:docMk/>
            <pc:sldMk cId="163507567" sldId="274"/>
            <ac:spMk id="13" creationId="{3A227CCC-C8CB-566C-5D86-E4380A7135B7}"/>
          </ac:spMkLst>
        </pc:spChg>
        <pc:picChg chg="add mod modCrop">
          <ac:chgData name="Luiza Briana Grether" userId="33b05ef5-dde0-4e2c-af71-3f0410b5559e" providerId="ADAL" clId="{1B1701A9-191B-433E-A851-CC2A19DBA54E}" dt="2024-11-25T13:55:56.287" v="224" actId="18131"/>
          <ac:picMkLst>
            <pc:docMk/>
            <pc:sldMk cId="163507567" sldId="274"/>
            <ac:picMk id="5" creationId="{AEDF952E-CF81-2798-6B94-DD16704B284F}"/>
          </ac:picMkLst>
        </pc:picChg>
        <pc:picChg chg="del">
          <ac:chgData name="Luiza Briana Grether" userId="33b05ef5-dde0-4e2c-af71-3f0410b5559e" providerId="ADAL" clId="{1B1701A9-191B-433E-A851-CC2A19DBA54E}" dt="2024-11-25T13:48:50.442" v="149" actId="478"/>
          <ac:picMkLst>
            <pc:docMk/>
            <pc:sldMk cId="163507567" sldId="274"/>
            <ac:picMk id="9" creationId="{B0A8039E-9C7A-B069-DBE1-D7798A6271DB}"/>
          </ac:picMkLst>
        </pc:picChg>
      </pc:sldChg>
      <pc:sldChg chg="modSp new mod">
        <pc:chgData name="Luiza Briana Grether" userId="33b05ef5-dde0-4e2c-af71-3f0410b5559e" providerId="ADAL" clId="{1B1701A9-191B-433E-A851-CC2A19DBA54E}" dt="2024-11-25T14:20:08.349" v="398" actId="20577"/>
        <pc:sldMkLst>
          <pc:docMk/>
          <pc:sldMk cId="1985988881" sldId="275"/>
        </pc:sldMkLst>
        <pc:spChg chg="mod">
          <ac:chgData name="Luiza Briana Grether" userId="33b05ef5-dde0-4e2c-af71-3f0410b5559e" providerId="ADAL" clId="{1B1701A9-191B-433E-A851-CC2A19DBA54E}" dt="2024-11-25T14:19:48.238" v="380" actId="20577"/>
          <ac:spMkLst>
            <pc:docMk/>
            <pc:sldMk cId="1985988881" sldId="275"/>
            <ac:spMk id="2" creationId="{68A540A7-582F-45CF-0991-11C3B1591050}"/>
          </ac:spMkLst>
        </pc:spChg>
        <pc:spChg chg="mod">
          <ac:chgData name="Luiza Briana Grether" userId="33b05ef5-dde0-4e2c-af71-3f0410b5559e" providerId="ADAL" clId="{1B1701A9-191B-433E-A851-CC2A19DBA54E}" dt="2024-11-25T14:20:08.349" v="398" actId="20577"/>
          <ac:spMkLst>
            <pc:docMk/>
            <pc:sldMk cId="1985988881" sldId="275"/>
            <ac:spMk id="3" creationId="{1FC80BF6-551F-6CE0-E3D9-50711418ED3D}"/>
          </ac:spMkLst>
        </pc:spChg>
      </pc:sldChg>
      <pc:sldChg chg="new add del">
        <pc:chgData name="Luiza Briana Grether" userId="33b05ef5-dde0-4e2c-af71-3f0410b5559e" providerId="ADAL" clId="{1B1701A9-191B-433E-A851-CC2A19DBA54E}" dt="2024-11-25T14:18:43.012" v="343" actId="680"/>
        <pc:sldMkLst>
          <pc:docMk/>
          <pc:sldMk cId="2874953724" sldId="275"/>
        </pc:sldMkLst>
      </pc:sldChg>
      <pc:sldChg chg="addSp delSp modSp new del mod modClrScheme chgLayout">
        <pc:chgData name="Luiza Briana Grether" userId="33b05ef5-dde0-4e2c-af71-3f0410b5559e" providerId="ADAL" clId="{1B1701A9-191B-433E-A851-CC2A19DBA54E}" dt="2024-11-25T14:18:39.664" v="331" actId="680"/>
        <pc:sldMkLst>
          <pc:docMk/>
          <pc:sldMk cId="784558655" sldId="276"/>
        </pc:sldMkLst>
        <pc:spChg chg="add del mod ord">
          <ac:chgData name="Luiza Briana Grether" userId="33b05ef5-dde0-4e2c-af71-3f0410b5559e" providerId="ADAL" clId="{1B1701A9-191B-433E-A851-CC2A19DBA54E}" dt="2024-11-25T14:18:39.298" v="329" actId="700"/>
          <ac:spMkLst>
            <pc:docMk/>
            <pc:sldMk cId="784558655" sldId="276"/>
            <ac:spMk id="2" creationId="{799B5938-2597-C948-CE97-D0B68DC8B803}"/>
          </ac:spMkLst>
        </pc:spChg>
        <pc:spChg chg="add del">
          <ac:chgData name="Luiza Briana Grether" userId="33b05ef5-dde0-4e2c-af71-3f0410b5559e" providerId="ADAL" clId="{1B1701A9-191B-433E-A851-CC2A19DBA54E}" dt="2024-11-25T14:18:39.298" v="329" actId="700"/>
          <ac:spMkLst>
            <pc:docMk/>
            <pc:sldMk cId="784558655" sldId="276"/>
            <ac:spMk id="3" creationId="{89E8DBD9-F376-8B40-96F1-6368DC806EB8}"/>
          </ac:spMkLst>
        </pc:spChg>
        <pc:spChg chg="add del mod ord">
          <ac:chgData name="Luiza Briana Grether" userId="33b05ef5-dde0-4e2c-af71-3f0410b5559e" providerId="ADAL" clId="{1B1701A9-191B-433E-A851-CC2A19DBA54E}" dt="2024-11-25T14:18:39.298" v="329" actId="700"/>
          <ac:spMkLst>
            <pc:docMk/>
            <pc:sldMk cId="784558655" sldId="276"/>
            <ac:spMk id="4" creationId="{D44B4304-7606-24A6-7657-99F37FA8BA69}"/>
          </ac:spMkLst>
        </pc:spChg>
        <pc:spChg chg="add del mod ord">
          <ac:chgData name="Luiza Briana Grether" userId="33b05ef5-dde0-4e2c-af71-3f0410b5559e" providerId="ADAL" clId="{1B1701A9-191B-433E-A851-CC2A19DBA54E}" dt="2024-11-25T14:18:39.298" v="329" actId="700"/>
          <ac:spMkLst>
            <pc:docMk/>
            <pc:sldMk cId="784558655" sldId="276"/>
            <ac:spMk id="5" creationId="{BCC14CBC-1806-9CA2-638C-89DA35151282}"/>
          </ac:spMkLst>
        </pc:spChg>
      </pc:sldChg>
      <pc:sldChg chg="addSp delSp modSp new mod ord modClrScheme chgLayout">
        <pc:chgData name="Luiza Briana Grether" userId="33b05ef5-dde0-4e2c-af71-3f0410b5559e" providerId="ADAL" clId="{1B1701A9-191B-433E-A851-CC2A19DBA54E}" dt="2024-11-25T17:36:39.699" v="467"/>
        <pc:sldMkLst>
          <pc:docMk/>
          <pc:sldMk cId="3509315260" sldId="276"/>
        </pc:sldMkLst>
        <pc:spChg chg="del mod ord">
          <ac:chgData name="Luiza Briana Grether" userId="33b05ef5-dde0-4e2c-af71-3f0410b5559e" providerId="ADAL" clId="{1B1701A9-191B-433E-A851-CC2A19DBA54E}" dt="2024-11-25T14:20:15.575" v="400" actId="700"/>
          <ac:spMkLst>
            <pc:docMk/>
            <pc:sldMk cId="3509315260" sldId="276"/>
            <ac:spMk id="2" creationId="{E14C37FC-1878-3492-3333-9B8DBE4B9564}"/>
          </ac:spMkLst>
        </pc:spChg>
        <pc:spChg chg="del">
          <ac:chgData name="Luiza Briana Grether" userId="33b05ef5-dde0-4e2c-af71-3f0410b5559e" providerId="ADAL" clId="{1B1701A9-191B-433E-A851-CC2A19DBA54E}" dt="2024-11-25T14:20:15.575" v="400" actId="700"/>
          <ac:spMkLst>
            <pc:docMk/>
            <pc:sldMk cId="3509315260" sldId="276"/>
            <ac:spMk id="3" creationId="{473B165F-C253-EE50-271F-6E57DD6202A5}"/>
          </ac:spMkLst>
        </pc:spChg>
        <pc:spChg chg="add del mod ord">
          <ac:chgData name="Luiza Briana Grether" userId="33b05ef5-dde0-4e2c-af71-3f0410b5559e" providerId="ADAL" clId="{1B1701A9-191B-433E-A851-CC2A19DBA54E}" dt="2024-11-25T14:20:22.428" v="402"/>
          <ac:spMkLst>
            <pc:docMk/>
            <pc:sldMk cId="3509315260" sldId="276"/>
            <ac:spMk id="4" creationId="{A67624E8-4E01-E6C1-59E3-37EF6357F378}"/>
          </ac:spMkLst>
        </pc:spChg>
        <pc:spChg chg="add mod ord">
          <ac:chgData name="Luiza Briana Grether" userId="33b05ef5-dde0-4e2c-af71-3f0410b5559e" providerId="ADAL" clId="{1B1701A9-191B-433E-A851-CC2A19DBA54E}" dt="2024-11-25T14:20:28.267" v="418" actId="20577"/>
          <ac:spMkLst>
            <pc:docMk/>
            <pc:sldMk cId="3509315260" sldId="276"/>
            <ac:spMk id="5" creationId="{04E12360-9C0A-0A47-E9D0-FD781B6F4913}"/>
          </ac:spMkLst>
        </pc:spChg>
        <pc:picChg chg="add mod">
          <ac:chgData name="Luiza Briana Grether" userId="33b05ef5-dde0-4e2c-af71-3f0410b5559e" providerId="ADAL" clId="{1B1701A9-191B-433E-A851-CC2A19DBA54E}" dt="2024-11-25T14:20:23.334" v="404" actId="962"/>
          <ac:picMkLst>
            <pc:docMk/>
            <pc:sldMk cId="3509315260" sldId="276"/>
            <ac:picMk id="7" creationId="{9930BC2B-6AE8-85CE-66BB-D5C7B0467D6D}"/>
          </ac:picMkLst>
        </pc:picChg>
      </pc:sldChg>
      <pc:sldChg chg="addSp delSp modSp new mod">
        <pc:chgData name="Luiza Briana Grether" userId="33b05ef5-dde0-4e2c-af71-3f0410b5559e" providerId="ADAL" clId="{1B1701A9-191B-433E-A851-CC2A19DBA54E}" dt="2024-11-25T17:32:22.834" v="453" actId="20577"/>
        <pc:sldMkLst>
          <pc:docMk/>
          <pc:sldMk cId="3924382213" sldId="277"/>
        </pc:sldMkLst>
        <pc:spChg chg="del">
          <ac:chgData name="Luiza Briana Grether" userId="33b05ef5-dde0-4e2c-af71-3f0410b5559e" providerId="ADAL" clId="{1B1701A9-191B-433E-A851-CC2A19DBA54E}" dt="2024-11-25T14:20:40.556" v="420"/>
          <ac:spMkLst>
            <pc:docMk/>
            <pc:sldMk cId="3924382213" sldId="277"/>
            <ac:spMk id="2" creationId="{B91A9581-297C-7F9B-6B36-12011023B72F}"/>
          </ac:spMkLst>
        </pc:spChg>
        <pc:spChg chg="mod">
          <ac:chgData name="Luiza Briana Grether" userId="33b05ef5-dde0-4e2c-af71-3f0410b5559e" providerId="ADAL" clId="{1B1701A9-191B-433E-A851-CC2A19DBA54E}" dt="2024-11-25T17:32:22.834" v="453" actId="20577"/>
          <ac:spMkLst>
            <pc:docMk/>
            <pc:sldMk cId="3924382213" sldId="277"/>
            <ac:spMk id="3" creationId="{77FF75B8-7F23-9994-A33A-A962104EE409}"/>
          </ac:spMkLst>
        </pc:spChg>
        <pc:picChg chg="add mod">
          <ac:chgData name="Luiza Briana Grether" userId="33b05ef5-dde0-4e2c-af71-3f0410b5559e" providerId="ADAL" clId="{1B1701A9-191B-433E-A851-CC2A19DBA54E}" dt="2024-11-25T14:20:41.748" v="423" actId="962"/>
          <ac:picMkLst>
            <pc:docMk/>
            <pc:sldMk cId="3924382213" sldId="277"/>
            <ac:picMk id="5" creationId="{059F587D-D6F0-A679-C279-C27BE676BC70}"/>
          </ac:picMkLst>
        </pc:picChg>
      </pc:sldChg>
      <pc:sldChg chg="addSp delSp modSp new mod">
        <pc:chgData name="Luiza Briana Grether" userId="33b05ef5-dde0-4e2c-af71-3f0410b5559e" providerId="ADAL" clId="{1B1701A9-191B-433E-A851-CC2A19DBA54E}" dt="2024-11-25T17:32:27.899" v="455" actId="20577"/>
        <pc:sldMkLst>
          <pc:docMk/>
          <pc:sldMk cId="3303472297" sldId="278"/>
        </pc:sldMkLst>
        <pc:spChg chg="del">
          <ac:chgData name="Luiza Briana Grether" userId="33b05ef5-dde0-4e2c-af71-3f0410b5559e" providerId="ADAL" clId="{1B1701A9-191B-433E-A851-CC2A19DBA54E}" dt="2024-11-25T14:20:48.381" v="425"/>
          <ac:spMkLst>
            <pc:docMk/>
            <pc:sldMk cId="3303472297" sldId="278"/>
            <ac:spMk id="2" creationId="{4A427EB8-937E-0D57-9959-65E7FF744E2A}"/>
          </ac:spMkLst>
        </pc:spChg>
        <pc:spChg chg="mod">
          <ac:chgData name="Luiza Briana Grether" userId="33b05ef5-dde0-4e2c-af71-3f0410b5559e" providerId="ADAL" clId="{1B1701A9-191B-433E-A851-CC2A19DBA54E}" dt="2024-11-25T17:32:27.899" v="455" actId="20577"/>
          <ac:spMkLst>
            <pc:docMk/>
            <pc:sldMk cId="3303472297" sldId="278"/>
            <ac:spMk id="3" creationId="{631A82A6-9317-C1B2-E932-64EE56B61E62}"/>
          </ac:spMkLst>
        </pc:spChg>
        <pc:picChg chg="add mod">
          <ac:chgData name="Luiza Briana Grether" userId="33b05ef5-dde0-4e2c-af71-3f0410b5559e" providerId="ADAL" clId="{1B1701A9-191B-433E-A851-CC2A19DBA54E}" dt="2024-11-25T14:20:49.432" v="428" actId="962"/>
          <ac:picMkLst>
            <pc:docMk/>
            <pc:sldMk cId="3303472297" sldId="278"/>
            <ac:picMk id="5" creationId="{B43550A1-7ECD-7878-D5D3-D7A5C44A1AC1}"/>
          </ac:picMkLst>
        </pc:picChg>
      </pc:sldChg>
      <pc:sldChg chg="addSp delSp modSp new mod">
        <pc:chgData name="Luiza Briana Grether" userId="33b05ef5-dde0-4e2c-af71-3f0410b5559e" providerId="ADAL" clId="{1B1701A9-191B-433E-A851-CC2A19DBA54E}" dt="2024-11-25T17:32:29.916" v="457" actId="20577"/>
        <pc:sldMkLst>
          <pc:docMk/>
          <pc:sldMk cId="2915515541" sldId="279"/>
        </pc:sldMkLst>
        <pc:spChg chg="del">
          <ac:chgData name="Luiza Briana Grether" userId="33b05ef5-dde0-4e2c-af71-3f0410b5559e" providerId="ADAL" clId="{1B1701A9-191B-433E-A851-CC2A19DBA54E}" dt="2024-11-25T14:21:05.171" v="430"/>
          <ac:spMkLst>
            <pc:docMk/>
            <pc:sldMk cId="2915515541" sldId="279"/>
            <ac:spMk id="2" creationId="{71A07DDB-1613-C536-AA5B-9001D02DA3FC}"/>
          </ac:spMkLst>
        </pc:spChg>
        <pc:spChg chg="mod">
          <ac:chgData name="Luiza Briana Grether" userId="33b05ef5-dde0-4e2c-af71-3f0410b5559e" providerId="ADAL" clId="{1B1701A9-191B-433E-A851-CC2A19DBA54E}" dt="2024-11-25T17:32:29.916" v="457" actId="20577"/>
          <ac:spMkLst>
            <pc:docMk/>
            <pc:sldMk cId="2915515541" sldId="279"/>
            <ac:spMk id="3" creationId="{E846DAC5-362B-66E4-124F-D44244FCC581}"/>
          </ac:spMkLst>
        </pc:spChg>
        <pc:picChg chg="add mod">
          <ac:chgData name="Luiza Briana Grether" userId="33b05ef5-dde0-4e2c-af71-3f0410b5559e" providerId="ADAL" clId="{1B1701A9-191B-433E-A851-CC2A19DBA54E}" dt="2024-11-25T14:21:06.060" v="433" actId="962"/>
          <ac:picMkLst>
            <pc:docMk/>
            <pc:sldMk cId="2915515541" sldId="279"/>
            <ac:picMk id="5" creationId="{29899096-9D89-7287-63C5-263E69EC5E36}"/>
          </ac:picMkLst>
        </pc:picChg>
      </pc:sldChg>
      <pc:sldChg chg="addSp delSp modSp new mod">
        <pc:chgData name="Luiza Briana Grether" userId="33b05ef5-dde0-4e2c-af71-3f0410b5559e" providerId="ADAL" clId="{1B1701A9-191B-433E-A851-CC2A19DBA54E}" dt="2024-11-25T17:32:32.194" v="459" actId="20577"/>
        <pc:sldMkLst>
          <pc:docMk/>
          <pc:sldMk cId="68067680" sldId="280"/>
        </pc:sldMkLst>
        <pc:spChg chg="del">
          <ac:chgData name="Luiza Briana Grether" userId="33b05ef5-dde0-4e2c-af71-3f0410b5559e" providerId="ADAL" clId="{1B1701A9-191B-433E-A851-CC2A19DBA54E}" dt="2024-11-25T14:21:12.900" v="435"/>
          <ac:spMkLst>
            <pc:docMk/>
            <pc:sldMk cId="68067680" sldId="280"/>
            <ac:spMk id="2" creationId="{73548A42-B132-578B-2F1F-1460DF5DE4C8}"/>
          </ac:spMkLst>
        </pc:spChg>
        <pc:spChg chg="mod">
          <ac:chgData name="Luiza Briana Grether" userId="33b05ef5-dde0-4e2c-af71-3f0410b5559e" providerId="ADAL" clId="{1B1701A9-191B-433E-A851-CC2A19DBA54E}" dt="2024-11-25T17:32:32.194" v="459" actId="20577"/>
          <ac:spMkLst>
            <pc:docMk/>
            <pc:sldMk cId="68067680" sldId="280"/>
            <ac:spMk id="3" creationId="{823E620E-0A29-5B47-F3E9-E7FB054958FB}"/>
          </ac:spMkLst>
        </pc:spChg>
        <pc:picChg chg="add mod">
          <ac:chgData name="Luiza Briana Grether" userId="33b05ef5-dde0-4e2c-af71-3f0410b5559e" providerId="ADAL" clId="{1B1701A9-191B-433E-A851-CC2A19DBA54E}" dt="2024-11-25T14:21:13.812" v="438" actId="962"/>
          <ac:picMkLst>
            <pc:docMk/>
            <pc:sldMk cId="68067680" sldId="280"/>
            <ac:picMk id="5" creationId="{CD2E5138-0DD3-63E5-AEAD-EAD00A21DB96}"/>
          </ac:picMkLst>
        </pc:picChg>
      </pc:sldChg>
      <pc:sldChg chg="addSp delSp modSp new mod ord">
        <pc:chgData name="Luiza Briana Grether" userId="33b05ef5-dde0-4e2c-af71-3f0410b5559e" providerId="ADAL" clId="{1B1701A9-191B-433E-A851-CC2A19DBA54E}" dt="2024-11-25T18:00:28.554" v="486"/>
        <pc:sldMkLst>
          <pc:docMk/>
          <pc:sldMk cId="4217400491" sldId="281"/>
        </pc:sldMkLst>
        <pc:spChg chg="del">
          <ac:chgData name="Luiza Briana Grether" userId="33b05ef5-dde0-4e2c-af71-3f0410b5559e" providerId="ADAL" clId="{1B1701A9-191B-433E-A851-CC2A19DBA54E}" dt="2024-11-25T17:30:04.866" v="440" actId="931"/>
          <ac:spMkLst>
            <pc:docMk/>
            <pc:sldMk cId="4217400491" sldId="281"/>
            <ac:spMk id="2" creationId="{7459AEAA-F245-1968-378C-2B2F6A23B93F}"/>
          </ac:spMkLst>
        </pc:spChg>
        <pc:spChg chg="mod">
          <ac:chgData name="Luiza Briana Grether" userId="33b05ef5-dde0-4e2c-af71-3f0410b5559e" providerId="ADAL" clId="{1B1701A9-191B-433E-A851-CC2A19DBA54E}" dt="2024-11-25T17:32:35.754" v="461" actId="20577"/>
          <ac:spMkLst>
            <pc:docMk/>
            <pc:sldMk cId="4217400491" sldId="281"/>
            <ac:spMk id="3" creationId="{FD78774C-2196-3E8D-A6CD-3A83673137E2}"/>
          </ac:spMkLst>
        </pc:spChg>
        <pc:picChg chg="add mod">
          <ac:chgData name="Luiza Briana Grether" userId="33b05ef5-dde0-4e2c-af71-3f0410b5559e" providerId="ADAL" clId="{1B1701A9-191B-433E-A851-CC2A19DBA54E}" dt="2024-11-25T17:30:05.967" v="442" actId="27614"/>
          <ac:picMkLst>
            <pc:docMk/>
            <pc:sldMk cId="4217400491" sldId="281"/>
            <ac:picMk id="5" creationId="{B665477C-5A05-567D-1B84-B447BF5537D8}"/>
          </ac:picMkLst>
        </pc:picChg>
      </pc:sldChg>
      <pc:sldChg chg="addSp delSp modSp new mod ord">
        <pc:chgData name="Luiza Briana Grether" userId="33b05ef5-dde0-4e2c-af71-3f0410b5559e" providerId="ADAL" clId="{1B1701A9-191B-433E-A851-CC2A19DBA54E}" dt="2024-11-25T17:54:59.468" v="474"/>
        <pc:sldMkLst>
          <pc:docMk/>
          <pc:sldMk cId="862050276" sldId="282"/>
        </pc:sldMkLst>
        <pc:spChg chg="del">
          <ac:chgData name="Luiza Briana Grether" userId="33b05ef5-dde0-4e2c-af71-3f0410b5559e" providerId="ADAL" clId="{1B1701A9-191B-433E-A851-CC2A19DBA54E}" dt="2024-11-25T17:30:14.411" v="444" actId="931"/>
          <ac:spMkLst>
            <pc:docMk/>
            <pc:sldMk cId="862050276" sldId="282"/>
            <ac:spMk id="2" creationId="{1D347107-EEE5-DBCA-177D-64BBB5063F99}"/>
          </ac:spMkLst>
        </pc:spChg>
        <pc:spChg chg="mod">
          <ac:chgData name="Luiza Briana Grether" userId="33b05ef5-dde0-4e2c-af71-3f0410b5559e" providerId="ADAL" clId="{1B1701A9-191B-433E-A851-CC2A19DBA54E}" dt="2024-11-25T17:30:14.542" v="445" actId="27636"/>
          <ac:spMkLst>
            <pc:docMk/>
            <pc:sldMk cId="862050276" sldId="282"/>
            <ac:spMk id="3" creationId="{C6BF498D-EF19-8ADE-F57D-A27F32A5755C}"/>
          </ac:spMkLst>
        </pc:spChg>
        <pc:picChg chg="add mod">
          <ac:chgData name="Luiza Briana Grether" userId="33b05ef5-dde0-4e2c-af71-3f0410b5559e" providerId="ADAL" clId="{1B1701A9-191B-433E-A851-CC2A19DBA54E}" dt="2024-11-25T17:30:14.997" v="446" actId="27614"/>
          <ac:picMkLst>
            <pc:docMk/>
            <pc:sldMk cId="862050276" sldId="282"/>
            <ac:picMk id="5" creationId="{325FA532-5F83-26C5-5ED7-60CBCA4C9317}"/>
          </ac:picMkLst>
        </pc:picChg>
      </pc:sldChg>
      <pc:sldChg chg="addSp delSp modSp new mod ord">
        <pc:chgData name="Luiza Briana Grether" userId="33b05ef5-dde0-4e2c-af71-3f0410b5559e" providerId="ADAL" clId="{1B1701A9-191B-433E-A851-CC2A19DBA54E}" dt="2024-11-25T19:29:57.937" v="522" actId="27614"/>
        <pc:sldMkLst>
          <pc:docMk/>
          <pc:sldMk cId="2508726786" sldId="283"/>
        </pc:sldMkLst>
        <pc:spChg chg="del">
          <ac:chgData name="Luiza Briana Grether" userId="33b05ef5-dde0-4e2c-af71-3f0410b5559e" providerId="ADAL" clId="{1B1701A9-191B-433E-A851-CC2A19DBA54E}" dt="2024-11-25T17:30:20.071" v="448" actId="931"/>
          <ac:spMkLst>
            <pc:docMk/>
            <pc:sldMk cId="2508726786" sldId="283"/>
            <ac:spMk id="2" creationId="{339C78C9-E69A-F3E8-DBB5-EA374FE4B8A0}"/>
          </ac:spMkLst>
        </pc:spChg>
        <pc:spChg chg="mod">
          <ac:chgData name="Luiza Briana Grether" userId="33b05ef5-dde0-4e2c-af71-3f0410b5559e" providerId="ADAL" clId="{1B1701A9-191B-433E-A851-CC2A19DBA54E}" dt="2024-11-25T17:33:03.954" v="463" actId="20577"/>
          <ac:spMkLst>
            <pc:docMk/>
            <pc:sldMk cId="2508726786" sldId="283"/>
            <ac:spMk id="3" creationId="{C6ED1CD5-25D6-3511-7EF3-63F0EDA0675B}"/>
          </ac:spMkLst>
        </pc:spChg>
        <pc:spChg chg="add del mod">
          <ac:chgData name="Luiza Briana Grether" userId="33b05ef5-dde0-4e2c-af71-3f0410b5559e" providerId="ADAL" clId="{1B1701A9-191B-433E-A851-CC2A19DBA54E}" dt="2024-11-25T19:29:53.936" v="521" actId="931"/>
          <ac:spMkLst>
            <pc:docMk/>
            <pc:sldMk cId="2508726786" sldId="283"/>
            <ac:spMk id="7" creationId="{F69389A7-5055-F159-4018-78F2C690BEF3}"/>
          </ac:spMkLst>
        </pc:spChg>
        <pc:picChg chg="add del mod">
          <ac:chgData name="Luiza Briana Grether" userId="33b05ef5-dde0-4e2c-af71-3f0410b5559e" providerId="ADAL" clId="{1B1701A9-191B-433E-A851-CC2A19DBA54E}" dt="2024-11-25T19:29:44.266" v="520" actId="478"/>
          <ac:picMkLst>
            <pc:docMk/>
            <pc:sldMk cId="2508726786" sldId="283"/>
            <ac:picMk id="5" creationId="{431B780E-CFD3-7380-2C11-A4B7C02D8775}"/>
          </ac:picMkLst>
        </pc:picChg>
        <pc:picChg chg="add mod">
          <ac:chgData name="Luiza Briana Grether" userId="33b05ef5-dde0-4e2c-af71-3f0410b5559e" providerId="ADAL" clId="{1B1701A9-191B-433E-A851-CC2A19DBA54E}" dt="2024-11-25T19:29:57.937" v="522" actId="27614"/>
          <ac:picMkLst>
            <pc:docMk/>
            <pc:sldMk cId="2508726786" sldId="283"/>
            <ac:picMk id="9" creationId="{646A9AC4-FEEB-2EB1-9323-E5AFADCA5B2B}"/>
          </ac:picMkLst>
        </pc:picChg>
      </pc:sldChg>
      <pc:sldChg chg="addSp delSp modSp new mod modClrScheme chgLayout">
        <pc:chgData name="Luiza Briana Grether" userId="33b05ef5-dde0-4e2c-af71-3f0410b5559e" providerId="ADAL" clId="{1B1701A9-191B-433E-A851-CC2A19DBA54E}" dt="2024-11-25T19:30:37.966" v="531" actId="27636"/>
        <pc:sldMkLst>
          <pc:docMk/>
          <pc:sldMk cId="773479272" sldId="284"/>
        </pc:sldMkLst>
        <pc:spChg chg="del mod ord">
          <ac:chgData name="Luiza Briana Grether" userId="33b05ef5-dde0-4e2c-af71-3f0410b5559e" providerId="ADAL" clId="{1B1701A9-191B-433E-A851-CC2A19DBA54E}" dt="2024-11-25T19:26:57.995" v="488" actId="700"/>
          <ac:spMkLst>
            <pc:docMk/>
            <pc:sldMk cId="773479272" sldId="284"/>
            <ac:spMk id="2" creationId="{2EF688A0-C145-65DB-3C09-330A516E6B8B}"/>
          </ac:spMkLst>
        </pc:spChg>
        <pc:spChg chg="del mod ord">
          <ac:chgData name="Luiza Briana Grether" userId="33b05ef5-dde0-4e2c-af71-3f0410b5559e" providerId="ADAL" clId="{1B1701A9-191B-433E-A851-CC2A19DBA54E}" dt="2024-11-25T19:26:57.995" v="488" actId="700"/>
          <ac:spMkLst>
            <pc:docMk/>
            <pc:sldMk cId="773479272" sldId="284"/>
            <ac:spMk id="3" creationId="{088397D0-FD21-9DA6-F7EB-B91FBF16EE54}"/>
          </ac:spMkLst>
        </pc:spChg>
        <pc:spChg chg="add mod ord">
          <ac:chgData name="Luiza Briana Grether" userId="33b05ef5-dde0-4e2c-af71-3f0410b5559e" providerId="ADAL" clId="{1B1701A9-191B-433E-A851-CC2A19DBA54E}" dt="2024-11-25T19:27:16.175" v="516" actId="6264"/>
          <ac:spMkLst>
            <pc:docMk/>
            <pc:sldMk cId="773479272" sldId="284"/>
            <ac:spMk id="4" creationId="{A2730A6F-EB53-9324-EE6E-97E5ABB2F7FB}"/>
          </ac:spMkLst>
        </pc:spChg>
        <pc:spChg chg="add mod ord">
          <ac:chgData name="Luiza Briana Grether" userId="33b05ef5-dde0-4e2c-af71-3f0410b5559e" providerId="ADAL" clId="{1B1701A9-191B-433E-A851-CC2A19DBA54E}" dt="2024-11-25T19:30:37.966" v="531" actId="27636"/>
          <ac:spMkLst>
            <pc:docMk/>
            <pc:sldMk cId="773479272" sldId="284"/>
            <ac:spMk id="5" creationId="{AEC7FBAA-828B-DC41-B34B-4D818B39E26F}"/>
          </ac:spMkLst>
        </pc:spChg>
        <pc:spChg chg="add del mod">
          <ac:chgData name="Luiza Briana Grether" userId="33b05ef5-dde0-4e2c-af71-3f0410b5559e" providerId="ADAL" clId="{1B1701A9-191B-433E-A851-CC2A19DBA54E}" dt="2024-11-25T19:27:16.175" v="516" actId="6264"/>
          <ac:spMkLst>
            <pc:docMk/>
            <pc:sldMk cId="773479272" sldId="284"/>
            <ac:spMk id="6" creationId="{2663F6FB-0CE3-8379-C7D4-6FD158F64A94}"/>
          </ac:spMkLst>
        </pc:spChg>
        <pc:spChg chg="add del mod">
          <ac:chgData name="Luiza Briana Grether" userId="33b05ef5-dde0-4e2c-af71-3f0410b5559e" providerId="ADAL" clId="{1B1701A9-191B-433E-A851-CC2A19DBA54E}" dt="2024-11-25T19:27:16.175" v="516" actId="6264"/>
          <ac:spMkLst>
            <pc:docMk/>
            <pc:sldMk cId="773479272" sldId="284"/>
            <ac:spMk id="7" creationId="{316ACDFA-C9A3-6D79-1E7E-D606BD9F1158}"/>
          </ac:spMkLst>
        </pc:spChg>
      </pc:sldChg>
      <pc:sldMasterChg chg="modSldLayout">
        <pc:chgData name="Luiza Briana Grether" userId="33b05ef5-dde0-4e2c-af71-3f0410b5559e" providerId="ADAL" clId="{1B1701A9-191B-433E-A851-CC2A19DBA54E}" dt="2024-11-25T17:59:34.982" v="483"/>
        <pc:sldMasterMkLst>
          <pc:docMk/>
          <pc:sldMasterMk cId="3332300950" sldId="2147483648"/>
        </pc:sldMasterMkLst>
        <pc:sldLayoutChg chg="modSp mod">
          <pc:chgData name="Luiza Briana Grether" userId="33b05ef5-dde0-4e2c-af71-3f0410b5559e" providerId="ADAL" clId="{1B1701A9-191B-433E-A851-CC2A19DBA54E}" dt="2024-11-25T17:59:24.952" v="481" actId="1076"/>
          <pc:sldLayoutMkLst>
            <pc:docMk/>
            <pc:sldMasterMk cId="3332300950" sldId="2147483648"/>
            <pc:sldLayoutMk cId="2057250987" sldId="2147483657"/>
          </pc:sldLayoutMkLst>
          <pc:spChg chg="mod">
            <ac:chgData name="Luiza Briana Grether" userId="33b05ef5-dde0-4e2c-af71-3f0410b5559e" providerId="ADAL" clId="{1B1701A9-191B-433E-A851-CC2A19DBA54E}" dt="2024-11-25T17:59:24.952" v="481" actId="1076"/>
            <ac:spMkLst>
              <pc:docMk/>
              <pc:sldMasterMk cId="3332300950" sldId="2147483648"/>
              <pc:sldLayoutMk cId="2057250987" sldId="2147483657"/>
              <ac:spMk id="7" creationId="{DED453B1-226E-335D-E155-FE7CBE82D196}"/>
            </ac:spMkLst>
          </pc:spChg>
        </pc:sldLayoutChg>
        <pc:sldLayoutChg chg="addSp delSp modSp mod">
          <pc:chgData name="Luiza Briana Grether" userId="33b05ef5-dde0-4e2c-af71-3f0410b5559e" providerId="ADAL" clId="{1B1701A9-191B-433E-A851-CC2A19DBA54E}" dt="2024-11-25T17:59:34.982" v="483"/>
          <pc:sldLayoutMkLst>
            <pc:docMk/>
            <pc:sldMasterMk cId="3332300950" sldId="2147483648"/>
            <pc:sldLayoutMk cId="1640369259" sldId="2147483658"/>
          </pc:sldLayoutMkLst>
          <pc:spChg chg="add mod">
            <ac:chgData name="Luiza Briana Grether" userId="33b05ef5-dde0-4e2c-af71-3f0410b5559e" providerId="ADAL" clId="{1B1701A9-191B-433E-A851-CC2A19DBA54E}" dt="2024-11-25T17:59:34.982" v="483"/>
            <ac:spMkLst>
              <pc:docMk/>
              <pc:sldMasterMk cId="3332300950" sldId="2147483648"/>
              <pc:sldLayoutMk cId="1640369259" sldId="2147483658"/>
              <ac:spMk id="2" creationId="{A6DAFF80-5242-640A-C617-6C9212C6124B}"/>
            </ac:spMkLst>
          </pc:spChg>
          <pc:spChg chg="del mod">
            <ac:chgData name="Luiza Briana Grether" userId="33b05ef5-dde0-4e2c-af71-3f0410b5559e" providerId="ADAL" clId="{1B1701A9-191B-433E-A851-CC2A19DBA54E}" dt="2024-11-25T17:59:34.593" v="482" actId="478"/>
            <ac:spMkLst>
              <pc:docMk/>
              <pc:sldMasterMk cId="3332300950" sldId="2147483648"/>
              <pc:sldLayoutMk cId="1640369259" sldId="2147483658"/>
              <ac:spMk id="4" creationId="{7968C4A0-42DA-E267-DE26-9F1AC21D6ED7}"/>
            </ac:spMkLst>
          </pc:spChg>
        </pc:sldLayoutChg>
      </pc:sldMasterChg>
    </pc:docChg>
  </pc:docChgLst>
  <pc:docChgLst>
    <pc:chgData name="Luiza Briana Grether" userId="33b05ef5-dde0-4e2c-af71-3f0410b5559e" providerId="ADAL" clId="{9DFE6B6B-F089-4EC1-8A18-BD60DE033737}"/>
    <pc:docChg chg="custSel addSld delSld modSld">
      <pc:chgData name="Luiza Briana Grether" userId="33b05ef5-dde0-4e2c-af71-3f0410b5559e" providerId="ADAL" clId="{9DFE6B6B-F089-4EC1-8A18-BD60DE033737}" dt="2024-12-15T22:37:51.029" v="166" actId="700"/>
      <pc:docMkLst>
        <pc:docMk/>
      </pc:docMkLst>
      <pc:sldChg chg="addSp modSp">
        <pc:chgData name="Luiza Briana Grether" userId="33b05ef5-dde0-4e2c-af71-3f0410b5559e" providerId="ADAL" clId="{9DFE6B6B-F089-4EC1-8A18-BD60DE033737}" dt="2024-12-15T22:24:28.846" v="0"/>
        <pc:sldMkLst>
          <pc:docMk/>
          <pc:sldMk cId="1019073360" sldId="256"/>
        </pc:sldMkLst>
        <pc:picChg chg="add mod">
          <ac:chgData name="Luiza Briana Grether" userId="33b05ef5-dde0-4e2c-af71-3f0410b5559e" providerId="ADAL" clId="{9DFE6B6B-F089-4EC1-8A18-BD60DE033737}" dt="2024-12-15T22:24:28.846" v="0"/>
          <ac:picMkLst>
            <pc:docMk/>
            <pc:sldMk cId="1019073360" sldId="256"/>
            <ac:picMk id="2" creationId="{B6119A45-6281-762E-30A8-FFCC58ED821E}"/>
          </ac:picMkLst>
        </pc:picChg>
      </pc:sldChg>
      <pc:sldChg chg="addSp delSp modSp new mod modClrScheme chgLayout">
        <pc:chgData name="Luiza Briana Grether" userId="33b05ef5-dde0-4e2c-af71-3f0410b5559e" providerId="ADAL" clId="{9DFE6B6B-F089-4EC1-8A18-BD60DE033737}" dt="2024-12-15T22:24:51.056" v="8" actId="20577"/>
        <pc:sldMkLst>
          <pc:docMk/>
          <pc:sldMk cId="2528182625" sldId="257"/>
        </pc:sldMkLst>
        <pc:spChg chg="del mod ord">
          <ac:chgData name="Luiza Briana Grether" userId="33b05ef5-dde0-4e2c-af71-3f0410b5559e" providerId="ADAL" clId="{9DFE6B6B-F089-4EC1-8A18-BD60DE033737}" dt="2024-12-15T22:24:43.374" v="3" actId="700"/>
          <ac:spMkLst>
            <pc:docMk/>
            <pc:sldMk cId="2528182625" sldId="257"/>
            <ac:spMk id="2" creationId="{25FA15FE-91FA-71AD-96AC-A99E658AE786}"/>
          </ac:spMkLst>
        </pc:spChg>
        <pc:spChg chg="del mod ord">
          <ac:chgData name="Luiza Briana Grether" userId="33b05ef5-dde0-4e2c-af71-3f0410b5559e" providerId="ADAL" clId="{9DFE6B6B-F089-4EC1-8A18-BD60DE033737}" dt="2024-12-15T22:24:43.374" v="3" actId="700"/>
          <ac:spMkLst>
            <pc:docMk/>
            <pc:sldMk cId="2528182625" sldId="257"/>
            <ac:spMk id="3" creationId="{2FE45A97-7957-D257-2FB6-69D15438F4C3}"/>
          </ac:spMkLst>
        </pc:spChg>
        <pc:spChg chg="add mod ord">
          <ac:chgData name="Luiza Briana Grether" userId="33b05ef5-dde0-4e2c-af71-3f0410b5559e" providerId="ADAL" clId="{9DFE6B6B-F089-4EC1-8A18-BD60DE033737}" dt="2024-12-15T22:24:46.361" v="5" actId="20577"/>
          <ac:spMkLst>
            <pc:docMk/>
            <pc:sldMk cId="2528182625" sldId="257"/>
            <ac:spMk id="4" creationId="{F05A8BD7-6B49-7073-B4AB-3B3D743613FA}"/>
          </ac:spMkLst>
        </pc:spChg>
        <pc:spChg chg="add mod ord">
          <ac:chgData name="Luiza Briana Grether" userId="33b05ef5-dde0-4e2c-af71-3f0410b5559e" providerId="ADAL" clId="{9DFE6B6B-F089-4EC1-8A18-BD60DE033737}" dt="2024-12-15T22:24:51.056" v="8" actId="20577"/>
          <ac:spMkLst>
            <pc:docMk/>
            <pc:sldMk cId="2528182625" sldId="257"/>
            <ac:spMk id="5" creationId="{973F4612-AE2B-7388-5889-10F3F2E15064}"/>
          </ac:spMkLst>
        </pc:spChg>
      </pc:sldChg>
      <pc:sldChg chg="del">
        <pc:chgData name="Luiza Briana Grether" userId="33b05ef5-dde0-4e2c-af71-3f0410b5559e" providerId="ADAL" clId="{9DFE6B6B-F089-4EC1-8A18-BD60DE033737}" dt="2024-12-15T22:24:36.257" v="1" actId="47"/>
        <pc:sldMkLst>
          <pc:docMk/>
          <pc:sldMk cId="3823548911" sldId="257"/>
        </pc:sldMkLst>
      </pc:sldChg>
      <pc:sldChg chg="del">
        <pc:chgData name="Luiza Briana Grether" userId="33b05ef5-dde0-4e2c-af71-3f0410b5559e" providerId="ADAL" clId="{9DFE6B6B-F089-4EC1-8A18-BD60DE033737}" dt="2024-12-15T22:24:36.257" v="1" actId="47"/>
        <pc:sldMkLst>
          <pc:docMk/>
          <pc:sldMk cId="781846017" sldId="258"/>
        </pc:sldMkLst>
      </pc:sldChg>
      <pc:sldChg chg="addSp modSp new mod">
        <pc:chgData name="Luiza Briana Grether" userId="33b05ef5-dde0-4e2c-af71-3f0410b5559e" providerId="ADAL" clId="{9DFE6B6B-F089-4EC1-8A18-BD60DE033737}" dt="2024-12-15T22:25:04.533" v="12" actId="962"/>
        <pc:sldMkLst>
          <pc:docMk/>
          <pc:sldMk cId="1745408993" sldId="258"/>
        </pc:sldMkLst>
        <pc:picChg chg="add mod">
          <ac:chgData name="Luiza Briana Grether" userId="33b05ef5-dde0-4e2c-af71-3f0410b5559e" providerId="ADAL" clId="{9DFE6B6B-F089-4EC1-8A18-BD60DE033737}" dt="2024-12-15T22:25:04.533" v="12" actId="962"/>
          <ac:picMkLst>
            <pc:docMk/>
            <pc:sldMk cId="1745408993" sldId="258"/>
            <ac:picMk id="5" creationId="{70279CAD-0929-845A-2474-C02FFB2EAC4C}"/>
          </ac:picMkLst>
        </pc:picChg>
      </pc:sldChg>
      <pc:sldChg chg="addSp modSp new mod">
        <pc:chgData name="Luiza Briana Grether" userId="33b05ef5-dde0-4e2c-af71-3f0410b5559e" providerId="ADAL" clId="{9DFE6B6B-F089-4EC1-8A18-BD60DE033737}" dt="2024-12-15T22:31:30.394" v="16" actId="27614"/>
        <pc:sldMkLst>
          <pc:docMk/>
          <pc:sldMk cId="1368692720" sldId="259"/>
        </pc:sldMkLst>
        <pc:picChg chg="add mod">
          <ac:chgData name="Luiza Briana Grether" userId="33b05ef5-dde0-4e2c-af71-3f0410b5559e" providerId="ADAL" clId="{9DFE6B6B-F089-4EC1-8A18-BD60DE033737}" dt="2024-12-15T22:31:30.394" v="16" actId="27614"/>
          <ac:picMkLst>
            <pc:docMk/>
            <pc:sldMk cId="1368692720" sldId="259"/>
            <ac:picMk id="5" creationId="{4657C2F7-987D-2B5C-7408-FAC346427091}"/>
          </ac:picMkLst>
        </pc:picChg>
      </pc:sldChg>
      <pc:sldChg chg="del">
        <pc:chgData name="Luiza Briana Grether" userId="33b05ef5-dde0-4e2c-af71-3f0410b5559e" providerId="ADAL" clId="{9DFE6B6B-F089-4EC1-8A18-BD60DE033737}" dt="2024-12-15T22:24:36.257" v="1" actId="47"/>
        <pc:sldMkLst>
          <pc:docMk/>
          <pc:sldMk cId="3958341558" sldId="259"/>
        </pc:sldMkLst>
      </pc:sldChg>
      <pc:sldChg chg="del">
        <pc:chgData name="Luiza Briana Grether" userId="33b05ef5-dde0-4e2c-af71-3f0410b5559e" providerId="ADAL" clId="{9DFE6B6B-F089-4EC1-8A18-BD60DE033737}" dt="2024-12-15T22:24:36.257" v="1" actId="47"/>
        <pc:sldMkLst>
          <pc:docMk/>
          <pc:sldMk cId="2631850462" sldId="260"/>
        </pc:sldMkLst>
      </pc:sldChg>
      <pc:sldChg chg="addSp modSp new mod">
        <pc:chgData name="Luiza Briana Grether" userId="33b05ef5-dde0-4e2c-af71-3f0410b5559e" providerId="ADAL" clId="{9DFE6B6B-F089-4EC1-8A18-BD60DE033737}" dt="2024-12-15T22:31:38.586" v="20" actId="27614"/>
        <pc:sldMkLst>
          <pc:docMk/>
          <pc:sldMk cId="3751108855" sldId="260"/>
        </pc:sldMkLst>
        <pc:picChg chg="add mod">
          <ac:chgData name="Luiza Briana Grether" userId="33b05ef5-dde0-4e2c-af71-3f0410b5559e" providerId="ADAL" clId="{9DFE6B6B-F089-4EC1-8A18-BD60DE033737}" dt="2024-12-15T22:31:38.586" v="20" actId="27614"/>
          <ac:picMkLst>
            <pc:docMk/>
            <pc:sldMk cId="3751108855" sldId="260"/>
            <ac:picMk id="5" creationId="{023027BF-0BED-DECD-7A5B-FC76A0F9F4BC}"/>
          </ac:picMkLst>
        </pc:picChg>
      </pc:sldChg>
      <pc:sldChg chg="addSp modSp new mod">
        <pc:chgData name="Luiza Briana Grether" userId="33b05ef5-dde0-4e2c-af71-3f0410b5559e" providerId="ADAL" clId="{9DFE6B6B-F089-4EC1-8A18-BD60DE033737}" dt="2024-12-15T22:31:41.263" v="23" actId="27614"/>
        <pc:sldMkLst>
          <pc:docMk/>
          <pc:sldMk cId="2798828515" sldId="261"/>
        </pc:sldMkLst>
        <pc:picChg chg="add mod">
          <ac:chgData name="Luiza Briana Grether" userId="33b05ef5-dde0-4e2c-af71-3f0410b5559e" providerId="ADAL" clId="{9DFE6B6B-F089-4EC1-8A18-BD60DE033737}" dt="2024-12-15T22:31:41.263" v="23" actId="27614"/>
          <ac:picMkLst>
            <pc:docMk/>
            <pc:sldMk cId="2798828515" sldId="261"/>
            <ac:picMk id="5" creationId="{F4831AA2-CD6B-6CA4-BAA7-983F5A6FD754}"/>
          </ac:picMkLst>
        </pc:picChg>
      </pc:sldChg>
      <pc:sldChg chg="del">
        <pc:chgData name="Luiza Briana Grether" userId="33b05ef5-dde0-4e2c-af71-3f0410b5559e" providerId="ADAL" clId="{9DFE6B6B-F089-4EC1-8A18-BD60DE033737}" dt="2024-12-15T22:24:36.257" v="1" actId="47"/>
        <pc:sldMkLst>
          <pc:docMk/>
          <pc:sldMk cId="3770203671" sldId="261"/>
        </pc:sldMkLst>
      </pc:sldChg>
      <pc:sldChg chg="del">
        <pc:chgData name="Luiza Briana Grether" userId="33b05ef5-dde0-4e2c-af71-3f0410b5559e" providerId="ADAL" clId="{9DFE6B6B-F089-4EC1-8A18-BD60DE033737}" dt="2024-12-15T22:24:36.257" v="1" actId="47"/>
        <pc:sldMkLst>
          <pc:docMk/>
          <pc:sldMk cId="1060996210" sldId="262"/>
        </pc:sldMkLst>
      </pc:sldChg>
      <pc:sldChg chg="addSp modSp new mod">
        <pc:chgData name="Luiza Briana Grether" userId="33b05ef5-dde0-4e2c-af71-3f0410b5559e" providerId="ADAL" clId="{9DFE6B6B-F089-4EC1-8A18-BD60DE033737}" dt="2024-12-15T22:31:46.506" v="26" actId="27614"/>
        <pc:sldMkLst>
          <pc:docMk/>
          <pc:sldMk cId="1684926294" sldId="262"/>
        </pc:sldMkLst>
        <pc:picChg chg="add mod">
          <ac:chgData name="Luiza Briana Grether" userId="33b05ef5-dde0-4e2c-af71-3f0410b5559e" providerId="ADAL" clId="{9DFE6B6B-F089-4EC1-8A18-BD60DE033737}" dt="2024-12-15T22:31:46.506" v="26" actId="27614"/>
          <ac:picMkLst>
            <pc:docMk/>
            <pc:sldMk cId="1684926294" sldId="262"/>
            <ac:picMk id="5" creationId="{D0B54E0C-9D8D-8447-CE73-66F77BDD9BF4}"/>
          </ac:picMkLst>
        </pc:picChg>
      </pc:sldChg>
      <pc:sldChg chg="del">
        <pc:chgData name="Luiza Briana Grether" userId="33b05ef5-dde0-4e2c-af71-3f0410b5559e" providerId="ADAL" clId="{9DFE6B6B-F089-4EC1-8A18-BD60DE033737}" dt="2024-12-15T22:24:36.257" v="1" actId="47"/>
        <pc:sldMkLst>
          <pc:docMk/>
          <pc:sldMk cId="735048995" sldId="263"/>
        </pc:sldMkLst>
      </pc:sldChg>
      <pc:sldChg chg="addSp modSp new mod">
        <pc:chgData name="Luiza Briana Grether" userId="33b05ef5-dde0-4e2c-af71-3f0410b5559e" providerId="ADAL" clId="{9DFE6B6B-F089-4EC1-8A18-BD60DE033737}" dt="2024-12-15T22:31:51.206" v="29" actId="962"/>
        <pc:sldMkLst>
          <pc:docMk/>
          <pc:sldMk cId="3084504835" sldId="263"/>
        </pc:sldMkLst>
        <pc:picChg chg="add mod">
          <ac:chgData name="Luiza Briana Grether" userId="33b05ef5-dde0-4e2c-af71-3f0410b5559e" providerId="ADAL" clId="{9DFE6B6B-F089-4EC1-8A18-BD60DE033737}" dt="2024-12-15T22:31:51.206" v="29" actId="962"/>
          <ac:picMkLst>
            <pc:docMk/>
            <pc:sldMk cId="3084504835" sldId="263"/>
            <ac:picMk id="5" creationId="{C7B0B814-05E6-7ED5-D399-A937A59880A3}"/>
          </ac:picMkLst>
        </pc:picChg>
      </pc:sldChg>
      <pc:sldChg chg="del">
        <pc:chgData name="Luiza Briana Grether" userId="33b05ef5-dde0-4e2c-af71-3f0410b5559e" providerId="ADAL" clId="{9DFE6B6B-F089-4EC1-8A18-BD60DE033737}" dt="2024-12-15T22:24:36.257" v="1" actId="47"/>
        <pc:sldMkLst>
          <pc:docMk/>
          <pc:sldMk cId="1132087079" sldId="264"/>
        </pc:sldMkLst>
      </pc:sldChg>
      <pc:sldChg chg="addSp modSp new mod">
        <pc:chgData name="Luiza Briana Grether" userId="33b05ef5-dde0-4e2c-af71-3f0410b5559e" providerId="ADAL" clId="{9DFE6B6B-F089-4EC1-8A18-BD60DE033737}" dt="2024-12-15T22:32:09.624" v="32" actId="27614"/>
        <pc:sldMkLst>
          <pc:docMk/>
          <pc:sldMk cId="3934099269" sldId="264"/>
        </pc:sldMkLst>
        <pc:picChg chg="add mod">
          <ac:chgData name="Luiza Briana Grether" userId="33b05ef5-dde0-4e2c-af71-3f0410b5559e" providerId="ADAL" clId="{9DFE6B6B-F089-4EC1-8A18-BD60DE033737}" dt="2024-12-15T22:32:09.624" v="32" actId="27614"/>
          <ac:picMkLst>
            <pc:docMk/>
            <pc:sldMk cId="3934099269" sldId="264"/>
            <ac:picMk id="5" creationId="{5FA7072F-F4DE-EC89-FEB1-76F8BEB777F1}"/>
          </ac:picMkLst>
        </pc:picChg>
      </pc:sldChg>
      <pc:sldChg chg="del">
        <pc:chgData name="Luiza Briana Grether" userId="33b05ef5-dde0-4e2c-af71-3f0410b5559e" providerId="ADAL" clId="{9DFE6B6B-F089-4EC1-8A18-BD60DE033737}" dt="2024-12-15T22:24:36.257" v="1" actId="47"/>
        <pc:sldMkLst>
          <pc:docMk/>
          <pc:sldMk cId="2584547635" sldId="265"/>
        </pc:sldMkLst>
      </pc:sldChg>
      <pc:sldChg chg="addSp modSp new mod">
        <pc:chgData name="Luiza Briana Grether" userId="33b05ef5-dde0-4e2c-af71-3f0410b5559e" providerId="ADAL" clId="{9DFE6B6B-F089-4EC1-8A18-BD60DE033737}" dt="2024-12-15T22:32:12.614" v="35" actId="27614"/>
        <pc:sldMkLst>
          <pc:docMk/>
          <pc:sldMk cId="3308737555" sldId="265"/>
        </pc:sldMkLst>
        <pc:picChg chg="add mod">
          <ac:chgData name="Luiza Briana Grether" userId="33b05ef5-dde0-4e2c-af71-3f0410b5559e" providerId="ADAL" clId="{9DFE6B6B-F089-4EC1-8A18-BD60DE033737}" dt="2024-12-15T22:32:12.614" v="35" actId="27614"/>
          <ac:picMkLst>
            <pc:docMk/>
            <pc:sldMk cId="3308737555" sldId="265"/>
            <ac:picMk id="5" creationId="{5AF81524-246D-3C30-B715-B3282F52072F}"/>
          </ac:picMkLst>
        </pc:picChg>
      </pc:sldChg>
      <pc:sldChg chg="del">
        <pc:chgData name="Luiza Briana Grether" userId="33b05ef5-dde0-4e2c-af71-3f0410b5559e" providerId="ADAL" clId="{9DFE6B6B-F089-4EC1-8A18-BD60DE033737}" dt="2024-12-15T22:24:36.257" v="1" actId="47"/>
        <pc:sldMkLst>
          <pc:docMk/>
          <pc:sldMk cId="2001626292" sldId="266"/>
        </pc:sldMkLst>
      </pc:sldChg>
      <pc:sldChg chg="addSp modSp new mod">
        <pc:chgData name="Luiza Briana Grether" userId="33b05ef5-dde0-4e2c-af71-3f0410b5559e" providerId="ADAL" clId="{9DFE6B6B-F089-4EC1-8A18-BD60DE033737}" dt="2024-12-15T22:32:21.374" v="39" actId="27614"/>
        <pc:sldMkLst>
          <pc:docMk/>
          <pc:sldMk cId="3161124614" sldId="266"/>
        </pc:sldMkLst>
        <pc:picChg chg="add mod">
          <ac:chgData name="Luiza Briana Grether" userId="33b05ef5-dde0-4e2c-af71-3f0410b5559e" providerId="ADAL" clId="{9DFE6B6B-F089-4EC1-8A18-BD60DE033737}" dt="2024-12-15T22:32:21.374" v="39" actId="27614"/>
          <ac:picMkLst>
            <pc:docMk/>
            <pc:sldMk cId="3161124614" sldId="266"/>
            <ac:picMk id="5" creationId="{4FBDD951-2F3D-6342-B4CB-B9DF2305041E}"/>
          </ac:picMkLst>
        </pc:picChg>
      </pc:sldChg>
      <pc:sldChg chg="del">
        <pc:chgData name="Luiza Briana Grether" userId="33b05ef5-dde0-4e2c-af71-3f0410b5559e" providerId="ADAL" clId="{9DFE6B6B-F089-4EC1-8A18-BD60DE033737}" dt="2024-12-15T22:24:36.257" v="1" actId="47"/>
        <pc:sldMkLst>
          <pc:docMk/>
          <pc:sldMk cId="1971869915" sldId="267"/>
        </pc:sldMkLst>
      </pc:sldChg>
      <pc:sldChg chg="addSp delSp modSp new mod modClrScheme chgLayout">
        <pc:chgData name="Luiza Briana Grether" userId="33b05ef5-dde0-4e2c-af71-3f0410b5559e" providerId="ADAL" clId="{9DFE6B6B-F089-4EC1-8A18-BD60DE033737}" dt="2024-12-15T22:32:53.992" v="50"/>
        <pc:sldMkLst>
          <pc:docMk/>
          <pc:sldMk cId="3468190303" sldId="267"/>
        </pc:sldMkLst>
        <pc:spChg chg="del mod ord">
          <ac:chgData name="Luiza Briana Grether" userId="33b05ef5-dde0-4e2c-af71-3f0410b5559e" providerId="ADAL" clId="{9DFE6B6B-F089-4EC1-8A18-BD60DE033737}" dt="2024-12-15T22:32:37.273" v="40" actId="700"/>
          <ac:spMkLst>
            <pc:docMk/>
            <pc:sldMk cId="3468190303" sldId="267"/>
            <ac:spMk id="2" creationId="{0D6C252C-228C-2167-DFB7-93C59505C979}"/>
          </ac:spMkLst>
        </pc:spChg>
        <pc:spChg chg="del mod ord">
          <ac:chgData name="Luiza Briana Grether" userId="33b05ef5-dde0-4e2c-af71-3f0410b5559e" providerId="ADAL" clId="{9DFE6B6B-F089-4EC1-8A18-BD60DE033737}" dt="2024-12-15T22:32:37.273" v="40" actId="700"/>
          <ac:spMkLst>
            <pc:docMk/>
            <pc:sldMk cId="3468190303" sldId="267"/>
            <ac:spMk id="3" creationId="{449EFA52-7777-972B-394A-41BE48DAF46B}"/>
          </ac:spMkLst>
        </pc:spChg>
        <pc:spChg chg="add mod ord">
          <ac:chgData name="Luiza Briana Grether" userId="33b05ef5-dde0-4e2c-af71-3f0410b5559e" providerId="ADAL" clId="{9DFE6B6B-F089-4EC1-8A18-BD60DE033737}" dt="2024-12-15T22:32:42.974" v="45" actId="403"/>
          <ac:spMkLst>
            <pc:docMk/>
            <pc:sldMk cId="3468190303" sldId="267"/>
            <ac:spMk id="4" creationId="{18081A5D-F9A4-BFD9-72B7-71F13AC6F5FB}"/>
          </ac:spMkLst>
        </pc:spChg>
        <pc:spChg chg="add del mod ord">
          <ac:chgData name="Luiza Briana Grether" userId="33b05ef5-dde0-4e2c-af71-3f0410b5559e" providerId="ADAL" clId="{9DFE6B6B-F089-4EC1-8A18-BD60DE033737}" dt="2024-12-15T22:32:53.992" v="50"/>
          <ac:spMkLst>
            <pc:docMk/>
            <pc:sldMk cId="3468190303" sldId="267"/>
            <ac:spMk id="5" creationId="{209B5B38-C70D-98CC-C309-159C2577724A}"/>
          </ac:spMkLst>
        </pc:spChg>
        <pc:spChg chg="add mod ord">
          <ac:chgData name="Luiza Briana Grether" userId="33b05ef5-dde0-4e2c-af71-3f0410b5559e" providerId="ADAL" clId="{9DFE6B6B-F089-4EC1-8A18-BD60DE033737}" dt="2024-12-15T22:32:48.198" v="47" actId="20577"/>
          <ac:spMkLst>
            <pc:docMk/>
            <pc:sldMk cId="3468190303" sldId="267"/>
            <ac:spMk id="6" creationId="{B11361DC-7251-2B3B-DB25-35FE607BB0E7}"/>
          </ac:spMkLst>
        </pc:spChg>
        <pc:picChg chg="add del mod">
          <ac:chgData name="Luiza Briana Grether" userId="33b05ef5-dde0-4e2c-af71-3f0410b5559e" providerId="ADAL" clId="{9DFE6B6B-F089-4EC1-8A18-BD60DE033737}" dt="2024-12-15T22:32:53.479" v="49" actId="21"/>
          <ac:picMkLst>
            <pc:docMk/>
            <pc:sldMk cId="3468190303" sldId="267"/>
            <ac:picMk id="7" creationId="{4B221115-D2FC-18F4-1F1F-5E43CFCBE92A}"/>
          </ac:picMkLst>
        </pc:picChg>
        <pc:picChg chg="add mod">
          <ac:chgData name="Luiza Briana Grether" userId="33b05ef5-dde0-4e2c-af71-3f0410b5559e" providerId="ADAL" clId="{9DFE6B6B-F089-4EC1-8A18-BD60DE033737}" dt="2024-12-15T22:32:53.992" v="50"/>
          <ac:picMkLst>
            <pc:docMk/>
            <pc:sldMk cId="3468190303" sldId="267"/>
            <ac:picMk id="8" creationId="{4B221115-D2FC-18F4-1F1F-5E43CFCBE92A}"/>
          </ac:picMkLst>
        </pc:picChg>
      </pc:sldChg>
      <pc:sldChg chg="addSp delSp modSp new mod modClrScheme chgLayout">
        <pc:chgData name="Luiza Briana Grether" userId="33b05ef5-dde0-4e2c-af71-3f0410b5559e" providerId="ADAL" clId="{9DFE6B6B-F089-4EC1-8A18-BD60DE033737}" dt="2024-12-15T22:33:14.381" v="58"/>
        <pc:sldMkLst>
          <pc:docMk/>
          <pc:sldMk cId="310857222" sldId="268"/>
        </pc:sldMkLst>
        <pc:spChg chg="del mod ord">
          <ac:chgData name="Luiza Briana Grether" userId="33b05ef5-dde0-4e2c-af71-3f0410b5559e" providerId="ADAL" clId="{9DFE6B6B-F089-4EC1-8A18-BD60DE033737}" dt="2024-12-15T22:33:01.476" v="52" actId="700"/>
          <ac:spMkLst>
            <pc:docMk/>
            <pc:sldMk cId="310857222" sldId="268"/>
            <ac:spMk id="2" creationId="{B13B0AF6-4EBC-B2F0-23AD-DD66A81BED55}"/>
          </ac:spMkLst>
        </pc:spChg>
        <pc:spChg chg="del mod ord">
          <ac:chgData name="Luiza Briana Grether" userId="33b05ef5-dde0-4e2c-af71-3f0410b5559e" providerId="ADAL" clId="{9DFE6B6B-F089-4EC1-8A18-BD60DE033737}" dt="2024-12-15T22:33:01.476" v="52" actId="700"/>
          <ac:spMkLst>
            <pc:docMk/>
            <pc:sldMk cId="310857222" sldId="268"/>
            <ac:spMk id="3" creationId="{8EE8138B-3F0A-7D7D-7A0C-7236B79A4E3D}"/>
          </ac:spMkLst>
        </pc:spChg>
        <pc:spChg chg="del mod ord">
          <ac:chgData name="Luiza Briana Grether" userId="33b05ef5-dde0-4e2c-af71-3f0410b5559e" providerId="ADAL" clId="{9DFE6B6B-F089-4EC1-8A18-BD60DE033737}" dt="2024-12-15T22:33:01.476" v="52" actId="700"/>
          <ac:spMkLst>
            <pc:docMk/>
            <pc:sldMk cId="310857222" sldId="268"/>
            <ac:spMk id="4" creationId="{3D25C4FD-D155-F96F-4802-8BC4502F1676}"/>
          </ac:spMkLst>
        </pc:spChg>
        <pc:spChg chg="add del mod ord">
          <ac:chgData name="Luiza Briana Grether" userId="33b05ef5-dde0-4e2c-af71-3f0410b5559e" providerId="ADAL" clId="{9DFE6B6B-F089-4EC1-8A18-BD60DE033737}" dt="2024-12-15T22:33:03.966" v="54" actId="478"/>
          <ac:spMkLst>
            <pc:docMk/>
            <pc:sldMk cId="310857222" sldId="268"/>
            <ac:spMk id="5" creationId="{D9388541-3621-2D46-D1A0-E4E4B6DAF9B6}"/>
          </ac:spMkLst>
        </pc:spChg>
        <pc:spChg chg="add del mod ord">
          <ac:chgData name="Luiza Briana Grether" userId="33b05ef5-dde0-4e2c-af71-3f0410b5559e" providerId="ADAL" clId="{9DFE6B6B-F089-4EC1-8A18-BD60DE033737}" dt="2024-12-15T22:33:04.795" v="55" actId="478"/>
          <ac:spMkLst>
            <pc:docMk/>
            <pc:sldMk cId="310857222" sldId="268"/>
            <ac:spMk id="6" creationId="{A9215A65-4B71-4CCF-8E03-B6CCD3DDD872}"/>
          </ac:spMkLst>
        </pc:spChg>
        <pc:spChg chg="add del mod ord">
          <ac:chgData name="Luiza Briana Grether" userId="33b05ef5-dde0-4e2c-af71-3f0410b5559e" providerId="ADAL" clId="{9DFE6B6B-F089-4EC1-8A18-BD60DE033737}" dt="2024-12-15T22:33:06.597" v="57" actId="478"/>
          <ac:spMkLst>
            <pc:docMk/>
            <pc:sldMk cId="310857222" sldId="268"/>
            <ac:spMk id="7" creationId="{D8424BAA-0812-E737-5BE2-9CDD83496598}"/>
          </ac:spMkLst>
        </pc:spChg>
        <pc:spChg chg="add del mod ord">
          <ac:chgData name="Luiza Briana Grether" userId="33b05ef5-dde0-4e2c-af71-3f0410b5559e" providerId="ADAL" clId="{9DFE6B6B-F089-4EC1-8A18-BD60DE033737}" dt="2024-12-15T22:33:05.965" v="56" actId="478"/>
          <ac:spMkLst>
            <pc:docMk/>
            <pc:sldMk cId="310857222" sldId="268"/>
            <ac:spMk id="8" creationId="{0E597B0F-B3E9-153C-EDCC-BB7F2B03A99C}"/>
          </ac:spMkLst>
        </pc:spChg>
        <pc:spChg chg="add mod">
          <ac:chgData name="Luiza Briana Grether" userId="33b05ef5-dde0-4e2c-af71-3f0410b5559e" providerId="ADAL" clId="{9DFE6B6B-F089-4EC1-8A18-BD60DE033737}" dt="2024-12-15T22:33:14.381" v="58"/>
          <ac:spMkLst>
            <pc:docMk/>
            <pc:sldMk cId="310857222" sldId="268"/>
            <ac:spMk id="9" creationId="{FFC308F7-BCFB-9E22-ECC2-E7C0BF3D3DB5}"/>
          </ac:spMkLst>
        </pc:spChg>
        <pc:spChg chg="add mod">
          <ac:chgData name="Luiza Briana Grether" userId="33b05ef5-dde0-4e2c-af71-3f0410b5559e" providerId="ADAL" clId="{9DFE6B6B-F089-4EC1-8A18-BD60DE033737}" dt="2024-12-15T22:33:14.381" v="58"/>
          <ac:spMkLst>
            <pc:docMk/>
            <pc:sldMk cId="310857222" sldId="268"/>
            <ac:spMk id="10" creationId="{E7CC6151-5446-0249-1033-5EA8AA312A19}"/>
          </ac:spMkLst>
        </pc:spChg>
        <pc:picChg chg="add mod">
          <ac:chgData name="Luiza Briana Grether" userId="33b05ef5-dde0-4e2c-af71-3f0410b5559e" providerId="ADAL" clId="{9DFE6B6B-F089-4EC1-8A18-BD60DE033737}" dt="2024-12-15T22:33:14.381" v="58"/>
          <ac:picMkLst>
            <pc:docMk/>
            <pc:sldMk cId="310857222" sldId="268"/>
            <ac:picMk id="11" creationId="{BEC1D876-2871-5256-6727-7A0493008F35}"/>
          </ac:picMkLst>
        </pc:picChg>
      </pc:sldChg>
      <pc:sldChg chg="del">
        <pc:chgData name="Luiza Briana Grether" userId="33b05ef5-dde0-4e2c-af71-3f0410b5559e" providerId="ADAL" clId="{9DFE6B6B-F089-4EC1-8A18-BD60DE033737}" dt="2024-12-15T22:24:36.257" v="1" actId="47"/>
        <pc:sldMkLst>
          <pc:docMk/>
          <pc:sldMk cId="1205183785" sldId="268"/>
        </pc:sldMkLst>
      </pc:sldChg>
      <pc:sldChg chg="del">
        <pc:chgData name="Luiza Briana Grether" userId="33b05ef5-dde0-4e2c-af71-3f0410b5559e" providerId="ADAL" clId="{9DFE6B6B-F089-4EC1-8A18-BD60DE033737}" dt="2024-12-15T22:24:36.257" v="1" actId="47"/>
        <pc:sldMkLst>
          <pc:docMk/>
          <pc:sldMk cId="1072377310" sldId="269"/>
        </pc:sldMkLst>
      </pc:sldChg>
      <pc:sldChg chg="addSp delSp modSp new mod modClrScheme chgLayout">
        <pc:chgData name="Luiza Briana Grether" userId="33b05ef5-dde0-4e2c-af71-3f0410b5559e" providerId="ADAL" clId="{9DFE6B6B-F089-4EC1-8A18-BD60DE033737}" dt="2024-12-15T22:33:35.357" v="65" actId="27614"/>
        <pc:sldMkLst>
          <pc:docMk/>
          <pc:sldMk cId="2714862983" sldId="269"/>
        </pc:sldMkLst>
        <pc:spChg chg="del">
          <ac:chgData name="Luiza Briana Grether" userId="33b05ef5-dde0-4e2c-af71-3f0410b5559e" providerId="ADAL" clId="{9DFE6B6B-F089-4EC1-8A18-BD60DE033737}" dt="2024-12-15T22:33:22.231" v="60" actId="6264"/>
          <ac:spMkLst>
            <pc:docMk/>
            <pc:sldMk cId="2714862983" sldId="269"/>
            <ac:spMk id="2" creationId="{87A83AEF-7231-D688-CAEE-124D5C4883E3}"/>
          </ac:spMkLst>
        </pc:spChg>
        <pc:spChg chg="del">
          <ac:chgData name="Luiza Briana Grether" userId="33b05ef5-dde0-4e2c-af71-3f0410b5559e" providerId="ADAL" clId="{9DFE6B6B-F089-4EC1-8A18-BD60DE033737}" dt="2024-12-15T22:33:22.231" v="60" actId="6264"/>
          <ac:spMkLst>
            <pc:docMk/>
            <pc:sldMk cId="2714862983" sldId="269"/>
            <ac:spMk id="3" creationId="{D899EFA3-00E8-002D-BE14-7BBB3CC6C9AA}"/>
          </ac:spMkLst>
        </pc:spChg>
        <pc:spChg chg="del">
          <ac:chgData name="Luiza Briana Grether" userId="33b05ef5-dde0-4e2c-af71-3f0410b5559e" providerId="ADAL" clId="{9DFE6B6B-F089-4EC1-8A18-BD60DE033737}" dt="2024-12-15T22:33:22.231" v="60" actId="6264"/>
          <ac:spMkLst>
            <pc:docMk/>
            <pc:sldMk cId="2714862983" sldId="269"/>
            <ac:spMk id="4" creationId="{5C42E7B5-C3E0-03F5-6424-9C594C3C4851}"/>
          </ac:spMkLst>
        </pc:spChg>
        <pc:spChg chg="del">
          <ac:chgData name="Luiza Briana Grether" userId="33b05ef5-dde0-4e2c-af71-3f0410b5559e" providerId="ADAL" clId="{9DFE6B6B-F089-4EC1-8A18-BD60DE033737}" dt="2024-12-15T22:33:22.231" v="60" actId="6264"/>
          <ac:spMkLst>
            <pc:docMk/>
            <pc:sldMk cId="2714862983" sldId="269"/>
            <ac:spMk id="5" creationId="{B41EA38E-A6B9-DAF0-E4EE-A712BCA71BB4}"/>
          </ac:spMkLst>
        </pc:spChg>
        <pc:spChg chg="add del mod ord">
          <ac:chgData name="Luiza Briana Grether" userId="33b05ef5-dde0-4e2c-af71-3f0410b5559e" providerId="ADAL" clId="{9DFE6B6B-F089-4EC1-8A18-BD60DE033737}" dt="2024-12-15T22:33:25.596" v="62" actId="700"/>
          <ac:spMkLst>
            <pc:docMk/>
            <pc:sldMk cId="2714862983" sldId="269"/>
            <ac:spMk id="6" creationId="{0055F05D-BFC4-F0E4-F7AA-224B701509CC}"/>
          </ac:spMkLst>
        </pc:spChg>
        <pc:spChg chg="add del mod ord">
          <ac:chgData name="Luiza Briana Grether" userId="33b05ef5-dde0-4e2c-af71-3f0410b5559e" providerId="ADAL" clId="{9DFE6B6B-F089-4EC1-8A18-BD60DE033737}" dt="2024-12-15T22:33:25.596" v="62" actId="700"/>
          <ac:spMkLst>
            <pc:docMk/>
            <pc:sldMk cId="2714862983" sldId="269"/>
            <ac:spMk id="7" creationId="{212ABF85-821A-6CF9-E80E-85FA7222601D}"/>
          </ac:spMkLst>
        </pc:spChg>
        <pc:spChg chg="add del mod ord">
          <ac:chgData name="Luiza Briana Grether" userId="33b05ef5-dde0-4e2c-af71-3f0410b5559e" providerId="ADAL" clId="{9DFE6B6B-F089-4EC1-8A18-BD60DE033737}" dt="2024-12-15T22:33:25.596" v="62" actId="700"/>
          <ac:spMkLst>
            <pc:docMk/>
            <pc:sldMk cId="2714862983" sldId="269"/>
            <ac:spMk id="8" creationId="{29DBC99C-344D-96DD-EE17-942BDBB80463}"/>
          </ac:spMkLst>
        </pc:spChg>
        <pc:spChg chg="add del mod ord">
          <ac:chgData name="Luiza Briana Grether" userId="33b05ef5-dde0-4e2c-af71-3f0410b5559e" providerId="ADAL" clId="{9DFE6B6B-F089-4EC1-8A18-BD60DE033737}" dt="2024-12-15T22:33:25.596" v="62" actId="700"/>
          <ac:spMkLst>
            <pc:docMk/>
            <pc:sldMk cId="2714862983" sldId="269"/>
            <ac:spMk id="9" creationId="{DD947FFB-B3F2-1710-4DFD-CFACBF9A4FE3}"/>
          </ac:spMkLst>
        </pc:spChg>
        <pc:spChg chg="add mod ord">
          <ac:chgData name="Luiza Briana Grether" userId="33b05ef5-dde0-4e2c-af71-3f0410b5559e" providerId="ADAL" clId="{9DFE6B6B-F089-4EC1-8A18-BD60DE033737}" dt="2024-12-15T22:33:25.596" v="62" actId="700"/>
          <ac:spMkLst>
            <pc:docMk/>
            <pc:sldMk cId="2714862983" sldId="269"/>
            <ac:spMk id="10" creationId="{1BC07642-FECC-EBDB-5E50-6C03A7A78B73}"/>
          </ac:spMkLst>
        </pc:spChg>
        <pc:spChg chg="add mod ord">
          <ac:chgData name="Luiza Briana Grether" userId="33b05ef5-dde0-4e2c-af71-3f0410b5559e" providerId="ADAL" clId="{9DFE6B6B-F089-4EC1-8A18-BD60DE033737}" dt="2024-12-15T22:33:25.596" v="62" actId="700"/>
          <ac:spMkLst>
            <pc:docMk/>
            <pc:sldMk cId="2714862983" sldId="269"/>
            <ac:spMk id="11" creationId="{66A2C3F5-27F2-48F0-94EB-DAE2F76DD4D2}"/>
          </ac:spMkLst>
        </pc:spChg>
        <pc:picChg chg="add mod">
          <ac:chgData name="Luiza Briana Grether" userId="33b05ef5-dde0-4e2c-af71-3f0410b5559e" providerId="ADAL" clId="{9DFE6B6B-F089-4EC1-8A18-BD60DE033737}" dt="2024-12-15T22:33:35.357" v="65" actId="27614"/>
          <ac:picMkLst>
            <pc:docMk/>
            <pc:sldMk cId="2714862983" sldId="269"/>
            <ac:picMk id="13" creationId="{4DFEA4EF-6157-DE85-EF94-4F7EDB37B0D5}"/>
          </ac:picMkLst>
        </pc:picChg>
      </pc:sldChg>
      <pc:sldChg chg="addSp modSp new mod">
        <pc:chgData name="Luiza Briana Grether" userId="33b05ef5-dde0-4e2c-af71-3f0410b5559e" providerId="ADAL" clId="{9DFE6B6B-F089-4EC1-8A18-BD60DE033737}" dt="2024-12-15T22:33:41.444" v="68" actId="962"/>
        <pc:sldMkLst>
          <pc:docMk/>
          <pc:sldMk cId="937987017" sldId="270"/>
        </pc:sldMkLst>
        <pc:picChg chg="add mod">
          <ac:chgData name="Luiza Briana Grether" userId="33b05ef5-dde0-4e2c-af71-3f0410b5559e" providerId="ADAL" clId="{9DFE6B6B-F089-4EC1-8A18-BD60DE033737}" dt="2024-12-15T22:33:41.444" v="68" actId="962"/>
          <ac:picMkLst>
            <pc:docMk/>
            <pc:sldMk cId="937987017" sldId="270"/>
            <ac:picMk id="5" creationId="{97BCF58E-DC4D-EA86-05B4-29CB89A50D3D}"/>
          </ac:picMkLst>
        </pc:picChg>
      </pc:sldChg>
      <pc:sldChg chg="del">
        <pc:chgData name="Luiza Briana Grether" userId="33b05ef5-dde0-4e2c-af71-3f0410b5559e" providerId="ADAL" clId="{9DFE6B6B-F089-4EC1-8A18-BD60DE033737}" dt="2024-12-15T22:24:36.257" v="1" actId="47"/>
        <pc:sldMkLst>
          <pc:docMk/>
          <pc:sldMk cId="3979635850" sldId="270"/>
        </pc:sldMkLst>
      </pc:sldChg>
      <pc:sldChg chg="del">
        <pc:chgData name="Luiza Briana Grether" userId="33b05ef5-dde0-4e2c-af71-3f0410b5559e" providerId="ADAL" clId="{9DFE6B6B-F089-4EC1-8A18-BD60DE033737}" dt="2024-12-15T22:24:36.257" v="1" actId="47"/>
        <pc:sldMkLst>
          <pc:docMk/>
          <pc:sldMk cId="727386013" sldId="271"/>
        </pc:sldMkLst>
      </pc:sldChg>
      <pc:sldChg chg="addSp modSp new mod">
        <pc:chgData name="Luiza Briana Grether" userId="33b05ef5-dde0-4e2c-af71-3f0410b5559e" providerId="ADAL" clId="{9DFE6B6B-F089-4EC1-8A18-BD60DE033737}" dt="2024-12-15T22:33:59.609" v="73" actId="27614"/>
        <pc:sldMkLst>
          <pc:docMk/>
          <pc:sldMk cId="2781532611" sldId="271"/>
        </pc:sldMkLst>
        <pc:picChg chg="add mod">
          <ac:chgData name="Luiza Briana Grether" userId="33b05ef5-dde0-4e2c-af71-3f0410b5559e" providerId="ADAL" clId="{9DFE6B6B-F089-4EC1-8A18-BD60DE033737}" dt="2024-12-15T22:33:59.609" v="73" actId="27614"/>
          <ac:picMkLst>
            <pc:docMk/>
            <pc:sldMk cId="2781532611" sldId="271"/>
            <ac:picMk id="5" creationId="{52FD7618-D08D-13B8-E3E8-4EFF9286D6A5}"/>
          </ac:picMkLst>
        </pc:picChg>
      </pc:sldChg>
      <pc:sldChg chg="addSp modSp new mod">
        <pc:chgData name="Luiza Briana Grether" userId="33b05ef5-dde0-4e2c-af71-3f0410b5559e" providerId="ADAL" clId="{9DFE6B6B-F089-4EC1-8A18-BD60DE033737}" dt="2024-12-15T22:33:59.719" v="76" actId="962"/>
        <pc:sldMkLst>
          <pc:docMk/>
          <pc:sldMk cId="109675811" sldId="272"/>
        </pc:sldMkLst>
        <pc:picChg chg="add mod">
          <ac:chgData name="Luiza Briana Grether" userId="33b05ef5-dde0-4e2c-af71-3f0410b5559e" providerId="ADAL" clId="{9DFE6B6B-F089-4EC1-8A18-BD60DE033737}" dt="2024-12-15T22:33:59.719" v="76" actId="962"/>
          <ac:picMkLst>
            <pc:docMk/>
            <pc:sldMk cId="109675811" sldId="272"/>
            <ac:picMk id="5" creationId="{93D4F779-0F2F-DDA0-71F8-A73C0E083EF7}"/>
          </ac:picMkLst>
        </pc:picChg>
      </pc:sldChg>
      <pc:sldChg chg="del">
        <pc:chgData name="Luiza Briana Grether" userId="33b05ef5-dde0-4e2c-af71-3f0410b5559e" providerId="ADAL" clId="{9DFE6B6B-F089-4EC1-8A18-BD60DE033737}" dt="2024-12-15T22:24:36.257" v="1" actId="47"/>
        <pc:sldMkLst>
          <pc:docMk/>
          <pc:sldMk cId="2727648028" sldId="272"/>
        </pc:sldMkLst>
      </pc:sldChg>
      <pc:sldChg chg="addSp modSp new mod">
        <pc:chgData name="Luiza Briana Grether" userId="33b05ef5-dde0-4e2c-af71-3f0410b5559e" providerId="ADAL" clId="{9DFE6B6B-F089-4EC1-8A18-BD60DE033737}" dt="2024-12-15T22:34:06.408" v="80" actId="27614"/>
        <pc:sldMkLst>
          <pc:docMk/>
          <pc:sldMk cId="3575293656" sldId="273"/>
        </pc:sldMkLst>
        <pc:picChg chg="add mod">
          <ac:chgData name="Luiza Briana Grether" userId="33b05ef5-dde0-4e2c-af71-3f0410b5559e" providerId="ADAL" clId="{9DFE6B6B-F089-4EC1-8A18-BD60DE033737}" dt="2024-12-15T22:34:06.408" v="80" actId="27614"/>
          <ac:picMkLst>
            <pc:docMk/>
            <pc:sldMk cId="3575293656" sldId="273"/>
            <ac:picMk id="5" creationId="{D811FACF-FC83-A97D-B816-C4E04EC462B8}"/>
          </ac:picMkLst>
        </pc:picChg>
      </pc:sldChg>
      <pc:sldChg chg="addSp delSp modSp new mod modClrScheme chgLayout">
        <pc:chgData name="Luiza Briana Grether" userId="33b05ef5-dde0-4e2c-af71-3f0410b5559e" providerId="ADAL" clId="{9DFE6B6B-F089-4EC1-8A18-BD60DE033737}" dt="2024-12-15T22:34:24.279" v="85" actId="20577"/>
        <pc:sldMkLst>
          <pc:docMk/>
          <pc:sldMk cId="3486429054" sldId="274"/>
        </pc:sldMkLst>
        <pc:spChg chg="del mod ord">
          <ac:chgData name="Luiza Briana Grether" userId="33b05ef5-dde0-4e2c-af71-3f0410b5559e" providerId="ADAL" clId="{9DFE6B6B-F089-4EC1-8A18-BD60DE033737}" dt="2024-12-15T22:34:17.601" v="81" actId="700"/>
          <ac:spMkLst>
            <pc:docMk/>
            <pc:sldMk cId="3486429054" sldId="274"/>
            <ac:spMk id="2" creationId="{846B078D-473E-D000-FCD2-F1B46519DA86}"/>
          </ac:spMkLst>
        </pc:spChg>
        <pc:spChg chg="del mod ord">
          <ac:chgData name="Luiza Briana Grether" userId="33b05ef5-dde0-4e2c-af71-3f0410b5559e" providerId="ADAL" clId="{9DFE6B6B-F089-4EC1-8A18-BD60DE033737}" dt="2024-12-15T22:34:17.601" v="81" actId="700"/>
          <ac:spMkLst>
            <pc:docMk/>
            <pc:sldMk cId="3486429054" sldId="274"/>
            <ac:spMk id="3" creationId="{54EACF4D-CB03-43A8-2A7A-C76AD30F02EB}"/>
          </ac:spMkLst>
        </pc:spChg>
        <pc:spChg chg="add mod ord">
          <ac:chgData name="Luiza Briana Grether" userId="33b05ef5-dde0-4e2c-af71-3f0410b5559e" providerId="ADAL" clId="{9DFE6B6B-F089-4EC1-8A18-BD60DE033737}" dt="2024-12-15T22:34:21.487" v="83" actId="20577"/>
          <ac:spMkLst>
            <pc:docMk/>
            <pc:sldMk cId="3486429054" sldId="274"/>
            <ac:spMk id="4" creationId="{A631CAD1-3191-352B-0DA5-7A9A6228EA96}"/>
          </ac:spMkLst>
        </pc:spChg>
        <pc:spChg chg="add mod ord">
          <ac:chgData name="Luiza Briana Grether" userId="33b05ef5-dde0-4e2c-af71-3f0410b5559e" providerId="ADAL" clId="{9DFE6B6B-F089-4EC1-8A18-BD60DE033737}" dt="2024-12-15T22:34:24.279" v="85" actId="20577"/>
          <ac:spMkLst>
            <pc:docMk/>
            <pc:sldMk cId="3486429054" sldId="274"/>
            <ac:spMk id="5" creationId="{BD6219C9-8C06-81B8-0465-2149E2E0B384}"/>
          </ac:spMkLst>
        </pc:spChg>
      </pc:sldChg>
      <pc:sldChg chg="addSp delSp modSp new mod modClrScheme chgLayout">
        <pc:chgData name="Luiza Briana Grether" userId="33b05ef5-dde0-4e2c-af71-3f0410b5559e" providerId="ADAL" clId="{9DFE6B6B-F089-4EC1-8A18-BD60DE033737}" dt="2024-12-15T22:35:01.635" v="96" actId="27614"/>
        <pc:sldMkLst>
          <pc:docMk/>
          <pc:sldMk cId="2118186121" sldId="275"/>
        </pc:sldMkLst>
        <pc:spChg chg="del mod ord">
          <ac:chgData name="Luiza Briana Grether" userId="33b05ef5-dde0-4e2c-af71-3f0410b5559e" providerId="ADAL" clId="{9DFE6B6B-F089-4EC1-8A18-BD60DE033737}" dt="2024-12-15T22:34:32.794" v="87" actId="700"/>
          <ac:spMkLst>
            <pc:docMk/>
            <pc:sldMk cId="2118186121" sldId="275"/>
            <ac:spMk id="2" creationId="{39B9B2A2-92D9-8B6F-8CF5-0EECE5C9ADD3}"/>
          </ac:spMkLst>
        </pc:spChg>
        <pc:spChg chg="del mod ord">
          <ac:chgData name="Luiza Briana Grether" userId="33b05ef5-dde0-4e2c-af71-3f0410b5559e" providerId="ADAL" clId="{9DFE6B6B-F089-4EC1-8A18-BD60DE033737}" dt="2024-12-15T22:34:32.794" v="87" actId="700"/>
          <ac:spMkLst>
            <pc:docMk/>
            <pc:sldMk cId="2118186121" sldId="275"/>
            <ac:spMk id="3" creationId="{1D756319-1562-FD5B-91A7-9237EB25E9BA}"/>
          </ac:spMkLst>
        </pc:spChg>
        <pc:spChg chg="add mod ord">
          <ac:chgData name="Luiza Briana Grether" userId="33b05ef5-dde0-4e2c-af71-3f0410b5559e" providerId="ADAL" clId="{9DFE6B6B-F089-4EC1-8A18-BD60DE033737}" dt="2024-12-15T22:34:36.102" v="90" actId="20577"/>
          <ac:spMkLst>
            <pc:docMk/>
            <pc:sldMk cId="2118186121" sldId="275"/>
            <ac:spMk id="4" creationId="{DC7B835B-DE5B-1098-6141-70D5FAC6F7A3}"/>
          </ac:spMkLst>
        </pc:spChg>
        <pc:spChg chg="add mod ord">
          <ac:chgData name="Luiza Briana Grether" userId="33b05ef5-dde0-4e2c-af71-3f0410b5559e" providerId="ADAL" clId="{9DFE6B6B-F089-4EC1-8A18-BD60DE033737}" dt="2024-12-15T22:34:39.637" v="92" actId="20577"/>
          <ac:spMkLst>
            <pc:docMk/>
            <pc:sldMk cId="2118186121" sldId="275"/>
            <ac:spMk id="5" creationId="{87DC9821-2099-F774-C55A-5697E250D736}"/>
          </ac:spMkLst>
        </pc:spChg>
        <pc:spChg chg="add del mod ord">
          <ac:chgData name="Luiza Briana Grether" userId="33b05ef5-dde0-4e2c-af71-3f0410b5559e" providerId="ADAL" clId="{9DFE6B6B-F089-4EC1-8A18-BD60DE033737}" dt="2024-12-15T22:35:00.748" v="95" actId="931"/>
          <ac:spMkLst>
            <pc:docMk/>
            <pc:sldMk cId="2118186121" sldId="275"/>
            <ac:spMk id="6" creationId="{54E94269-0A7F-A2D0-4320-48F508A43463}"/>
          </ac:spMkLst>
        </pc:spChg>
        <pc:spChg chg="add mod ord">
          <ac:chgData name="Luiza Briana Grether" userId="33b05ef5-dde0-4e2c-af71-3f0410b5559e" providerId="ADAL" clId="{9DFE6B6B-F089-4EC1-8A18-BD60DE033737}" dt="2024-12-15T22:34:46.062" v="94" actId="20577"/>
          <ac:spMkLst>
            <pc:docMk/>
            <pc:sldMk cId="2118186121" sldId="275"/>
            <ac:spMk id="7" creationId="{E28A1C0A-EC0B-9880-8E3A-3A107F295DCF}"/>
          </ac:spMkLst>
        </pc:spChg>
        <pc:picChg chg="add mod">
          <ac:chgData name="Luiza Briana Grether" userId="33b05ef5-dde0-4e2c-af71-3f0410b5559e" providerId="ADAL" clId="{9DFE6B6B-F089-4EC1-8A18-BD60DE033737}" dt="2024-12-15T22:35:01.635" v="96" actId="27614"/>
          <ac:picMkLst>
            <pc:docMk/>
            <pc:sldMk cId="2118186121" sldId="275"/>
            <ac:picMk id="9" creationId="{EB8EC409-F7F7-758E-2A4D-41BD27C701B8}"/>
          </ac:picMkLst>
        </pc:picChg>
      </pc:sldChg>
      <pc:sldChg chg="addSp delSp modSp new mod modClrScheme chgLayout">
        <pc:chgData name="Luiza Briana Grether" userId="33b05ef5-dde0-4e2c-af71-3f0410b5559e" providerId="ADAL" clId="{9DFE6B6B-F089-4EC1-8A18-BD60DE033737}" dt="2024-12-15T22:35:25.934" v="105" actId="27614"/>
        <pc:sldMkLst>
          <pc:docMk/>
          <pc:sldMk cId="1789589743" sldId="276"/>
        </pc:sldMkLst>
        <pc:spChg chg="del mod ord">
          <ac:chgData name="Luiza Briana Grether" userId="33b05ef5-dde0-4e2c-af71-3f0410b5559e" providerId="ADAL" clId="{9DFE6B6B-F089-4EC1-8A18-BD60DE033737}" dt="2024-12-15T22:35:10.445" v="98" actId="700"/>
          <ac:spMkLst>
            <pc:docMk/>
            <pc:sldMk cId="1789589743" sldId="276"/>
            <ac:spMk id="2" creationId="{C6FF3E81-D377-1FE1-D79C-9ACA280DCC7C}"/>
          </ac:spMkLst>
        </pc:spChg>
        <pc:spChg chg="del mod ord">
          <ac:chgData name="Luiza Briana Grether" userId="33b05ef5-dde0-4e2c-af71-3f0410b5559e" providerId="ADAL" clId="{9DFE6B6B-F089-4EC1-8A18-BD60DE033737}" dt="2024-12-15T22:35:10.445" v="98" actId="700"/>
          <ac:spMkLst>
            <pc:docMk/>
            <pc:sldMk cId="1789589743" sldId="276"/>
            <ac:spMk id="3" creationId="{563EDD6A-2B94-BC16-38B3-DD8957D4D1F0}"/>
          </ac:spMkLst>
        </pc:spChg>
        <pc:spChg chg="del mod ord">
          <ac:chgData name="Luiza Briana Grether" userId="33b05ef5-dde0-4e2c-af71-3f0410b5559e" providerId="ADAL" clId="{9DFE6B6B-F089-4EC1-8A18-BD60DE033737}" dt="2024-12-15T22:35:10.445" v="98" actId="700"/>
          <ac:spMkLst>
            <pc:docMk/>
            <pc:sldMk cId="1789589743" sldId="276"/>
            <ac:spMk id="4" creationId="{FD8BFFE2-DAA0-B2F3-F0A6-5C013F97D01D}"/>
          </ac:spMkLst>
        </pc:spChg>
        <pc:spChg chg="del">
          <ac:chgData name="Luiza Briana Grether" userId="33b05ef5-dde0-4e2c-af71-3f0410b5559e" providerId="ADAL" clId="{9DFE6B6B-F089-4EC1-8A18-BD60DE033737}" dt="2024-12-15T22:35:10.445" v="98" actId="700"/>
          <ac:spMkLst>
            <pc:docMk/>
            <pc:sldMk cId="1789589743" sldId="276"/>
            <ac:spMk id="5" creationId="{104651A2-19B5-84A1-2E1C-565E60275C38}"/>
          </ac:spMkLst>
        </pc:spChg>
        <pc:spChg chg="add mod ord">
          <ac:chgData name="Luiza Briana Grether" userId="33b05ef5-dde0-4e2c-af71-3f0410b5559e" providerId="ADAL" clId="{9DFE6B6B-F089-4EC1-8A18-BD60DE033737}" dt="2024-12-15T22:35:13.807" v="101" actId="20577"/>
          <ac:spMkLst>
            <pc:docMk/>
            <pc:sldMk cId="1789589743" sldId="276"/>
            <ac:spMk id="6" creationId="{6CF823EE-2854-F54C-236E-3A4B3677E9F2}"/>
          </ac:spMkLst>
        </pc:spChg>
        <pc:spChg chg="add del mod ord">
          <ac:chgData name="Luiza Briana Grether" userId="33b05ef5-dde0-4e2c-af71-3f0410b5559e" providerId="ADAL" clId="{9DFE6B6B-F089-4EC1-8A18-BD60DE033737}" dt="2024-12-15T22:35:25.052" v="104" actId="931"/>
          <ac:spMkLst>
            <pc:docMk/>
            <pc:sldMk cId="1789589743" sldId="276"/>
            <ac:spMk id="7" creationId="{711A003D-AA77-FECE-C1A2-EA7F4CCF6ACF}"/>
          </ac:spMkLst>
        </pc:spChg>
        <pc:spChg chg="add mod ord">
          <ac:chgData name="Luiza Briana Grether" userId="33b05ef5-dde0-4e2c-af71-3f0410b5559e" providerId="ADAL" clId="{9DFE6B6B-F089-4EC1-8A18-BD60DE033737}" dt="2024-12-15T22:35:19.646" v="103" actId="20577"/>
          <ac:spMkLst>
            <pc:docMk/>
            <pc:sldMk cId="1789589743" sldId="276"/>
            <ac:spMk id="8" creationId="{0E002FF8-26A9-C5AC-41C3-E0663F9BAA8D}"/>
          </ac:spMkLst>
        </pc:spChg>
        <pc:picChg chg="add mod">
          <ac:chgData name="Luiza Briana Grether" userId="33b05ef5-dde0-4e2c-af71-3f0410b5559e" providerId="ADAL" clId="{9DFE6B6B-F089-4EC1-8A18-BD60DE033737}" dt="2024-12-15T22:35:25.934" v="105" actId="27614"/>
          <ac:picMkLst>
            <pc:docMk/>
            <pc:sldMk cId="1789589743" sldId="276"/>
            <ac:picMk id="10" creationId="{0C8D6D5D-0DB6-4088-1D3E-087BA4BD07F0}"/>
          </ac:picMkLst>
        </pc:picChg>
      </pc:sldChg>
      <pc:sldChg chg="addSp delSp modSp new mod modClrScheme chgLayout">
        <pc:chgData name="Luiza Briana Grether" userId="33b05ef5-dde0-4e2c-af71-3f0410b5559e" providerId="ADAL" clId="{9DFE6B6B-F089-4EC1-8A18-BD60DE033737}" dt="2024-12-15T22:35:35.879" v="110" actId="20577"/>
        <pc:sldMkLst>
          <pc:docMk/>
          <pc:sldMk cId="2073751393" sldId="277"/>
        </pc:sldMkLst>
        <pc:spChg chg="del mod ord">
          <ac:chgData name="Luiza Briana Grether" userId="33b05ef5-dde0-4e2c-af71-3f0410b5559e" providerId="ADAL" clId="{9DFE6B6B-F089-4EC1-8A18-BD60DE033737}" dt="2024-12-15T22:35:32.018" v="107" actId="700"/>
          <ac:spMkLst>
            <pc:docMk/>
            <pc:sldMk cId="2073751393" sldId="277"/>
            <ac:spMk id="2" creationId="{82D56585-68C1-BDD0-4BA8-61254BCFECAF}"/>
          </ac:spMkLst>
        </pc:spChg>
        <pc:spChg chg="del">
          <ac:chgData name="Luiza Briana Grether" userId="33b05ef5-dde0-4e2c-af71-3f0410b5559e" providerId="ADAL" clId="{9DFE6B6B-F089-4EC1-8A18-BD60DE033737}" dt="2024-12-15T22:35:32.018" v="107" actId="700"/>
          <ac:spMkLst>
            <pc:docMk/>
            <pc:sldMk cId="2073751393" sldId="277"/>
            <ac:spMk id="3" creationId="{907F84DD-D0DE-25EB-8075-CD2FC94D376D}"/>
          </ac:spMkLst>
        </pc:spChg>
        <pc:spChg chg="del">
          <ac:chgData name="Luiza Briana Grether" userId="33b05ef5-dde0-4e2c-af71-3f0410b5559e" providerId="ADAL" clId="{9DFE6B6B-F089-4EC1-8A18-BD60DE033737}" dt="2024-12-15T22:35:32.018" v="107" actId="700"/>
          <ac:spMkLst>
            <pc:docMk/>
            <pc:sldMk cId="2073751393" sldId="277"/>
            <ac:spMk id="4" creationId="{CFE98B4A-786B-B57D-6D94-853B3A0EF128}"/>
          </ac:spMkLst>
        </pc:spChg>
        <pc:spChg chg="add mod ord">
          <ac:chgData name="Luiza Briana Grether" userId="33b05ef5-dde0-4e2c-af71-3f0410b5559e" providerId="ADAL" clId="{9DFE6B6B-F089-4EC1-8A18-BD60DE033737}" dt="2024-12-15T22:35:35.879" v="110" actId="20577"/>
          <ac:spMkLst>
            <pc:docMk/>
            <pc:sldMk cId="2073751393" sldId="277"/>
            <ac:spMk id="5" creationId="{BC809640-E67F-5F13-AEFB-6B58F34C445E}"/>
          </ac:spMkLst>
        </pc:spChg>
      </pc:sldChg>
      <pc:sldChg chg="addSp delSp modSp new mod modClrScheme chgLayout">
        <pc:chgData name="Luiza Briana Grether" userId="33b05ef5-dde0-4e2c-af71-3f0410b5559e" providerId="ADAL" clId="{9DFE6B6B-F089-4EC1-8A18-BD60DE033737}" dt="2024-12-15T22:35:57.008" v="117" actId="20577"/>
        <pc:sldMkLst>
          <pc:docMk/>
          <pc:sldMk cId="450313438" sldId="278"/>
        </pc:sldMkLst>
        <pc:spChg chg="del mod ord">
          <ac:chgData name="Luiza Briana Grether" userId="33b05ef5-dde0-4e2c-af71-3f0410b5559e" providerId="ADAL" clId="{9DFE6B6B-F089-4EC1-8A18-BD60DE033737}" dt="2024-12-15T22:35:49.672" v="112" actId="700"/>
          <ac:spMkLst>
            <pc:docMk/>
            <pc:sldMk cId="450313438" sldId="278"/>
            <ac:spMk id="2" creationId="{87CE6FA2-623D-8FA3-9330-1A5DF1A1BB16}"/>
          </ac:spMkLst>
        </pc:spChg>
        <pc:spChg chg="add mod ord">
          <ac:chgData name="Luiza Briana Grether" userId="33b05ef5-dde0-4e2c-af71-3f0410b5559e" providerId="ADAL" clId="{9DFE6B6B-F089-4EC1-8A18-BD60DE033737}" dt="2024-12-15T22:35:53.847" v="114" actId="20577"/>
          <ac:spMkLst>
            <pc:docMk/>
            <pc:sldMk cId="450313438" sldId="278"/>
            <ac:spMk id="3" creationId="{0AA265F5-A972-9D13-7813-9AFC1446CFA6}"/>
          </ac:spMkLst>
        </pc:spChg>
        <pc:spChg chg="add mod ord">
          <ac:chgData name="Luiza Briana Grether" userId="33b05ef5-dde0-4e2c-af71-3f0410b5559e" providerId="ADAL" clId="{9DFE6B6B-F089-4EC1-8A18-BD60DE033737}" dt="2024-12-15T22:35:57.008" v="117" actId="20577"/>
          <ac:spMkLst>
            <pc:docMk/>
            <pc:sldMk cId="450313438" sldId="278"/>
            <ac:spMk id="4" creationId="{DA0DAE90-A394-078E-6A0A-753AC95C6245}"/>
          </ac:spMkLst>
        </pc:spChg>
      </pc:sldChg>
      <pc:sldChg chg="addSp delSp modSp new mod modClrScheme chgLayout">
        <pc:chgData name="Luiza Briana Grether" userId="33b05ef5-dde0-4e2c-af71-3f0410b5559e" providerId="ADAL" clId="{9DFE6B6B-F089-4EC1-8A18-BD60DE033737}" dt="2024-12-15T22:36:07.956" v="121" actId="20577"/>
        <pc:sldMkLst>
          <pc:docMk/>
          <pc:sldMk cId="115469361" sldId="279"/>
        </pc:sldMkLst>
        <pc:spChg chg="del mod ord">
          <ac:chgData name="Luiza Briana Grether" userId="33b05ef5-dde0-4e2c-af71-3f0410b5559e" providerId="ADAL" clId="{9DFE6B6B-F089-4EC1-8A18-BD60DE033737}" dt="2024-12-15T22:36:03.020" v="119" actId="700"/>
          <ac:spMkLst>
            <pc:docMk/>
            <pc:sldMk cId="115469361" sldId="279"/>
            <ac:spMk id="2" creationId="{3B5C38E5-75FE-F8EC-164B-84E27A5A8E62}"/>
          </ac:spMkLst>
        </pc:spChg>
        <pc:spChg chg="del">
          <ac:chgData name="Luiza Briana Grether" userId="33b05ef5-dde0-4e2c-af71-3f0410b5559e" providerId="ADAL" clId="{9DFE6B6B-F089-4EC1-8A18-BD60DE033737}" dt="2024-12-15T22:36:03.020" v="119" actId="700"/>
          <ac:spMkLst>
            <pc:docMk/>
            <pc:sldMk cId="115469361" sldId="279"/>
            <ac:spMk id="3" creationId="{C59A7E89-BF77-93B8-F9FA-B29D20B152EF}"/>
          </ac:spMkLst>
        </pc:spChg>
        <pc:spChg chg="add mod ord">
          <ac:chgData name="Luiza Briana Grether" userId="33b05ef5-dde0-4e2c-af71-3f0410b5559e" providerId="ADAL" clId="{9DFE6B6B-F089-4EC1-8A18-BD60DE033737}" dt="2024-12-15T22:36:07.956" v="121" actId="20577"/>
          <ac:spMkLst>
            <pc:docMk/>
            <pc:sldMk cId="115469361" sldId="279"/>
            <ac:spMk id="4" creationId="{D3AF7764-AA65-F3B4-46C8-83EDD717CD1E}"/>
          </ac:spMkLst>
        </pc:spChg>
      </pc:sldChg>
      <pc:sldChg chg="addSp delSp modSp new mod modClrScheme chgLayout">
        <pc:chgData name="Luiza Briana Grether" userId="33b05ef5-dde0-4e2c-af71-3f0410b5559e" providerId="ADAL" clId="{9DFE6B6B-F089-4EC1-8A18-BD60DE033737}" dt="2024-12-15T22:36:34.133" v="137" actId="20577"/>
        <pc:sldMkLst>
          <pc:docMk/>
          <pc:sldMk cId="3574281932" sldId="280"/>
        </pc:sldMkLst>
        <pc:spChg chg="del mod ord">
          <ac:chgData name="Luiza Briana Grether" userId="33b05ef5-dde0-4e2c-af71-3f0410b5559e" providerId="ADAL" clId="{9DFE6B6B-F089-4EC1-8A18-BD60DE033737}" dt="2024-12-15T22:36:17.066" v="123" actId="700"/>
          <ac:spMkLst>
            <pc:docMk/>
            <pc:sldMk cId="3574281932" sldId="280"/>
            <ac:spMk id="2" creationId="{949B1473-EF0F-A999-64F3-2D94455BBD29}"/>
          </ac:spMkLst>
        </pc:spChg>
        <pc:spChg chg="add del mod ord">
          <ac:chgData name="Luiza Briana Grether" userId="33b05ef5-dde0-4e2c-af71-3f0410b5559e" providerId="ADAL" clId="{9DFE6B6B-F089-4EC1-8A18-BD60DE033737}" dt="2024-12-15T22:36:25.102" v="128" actId="931"/>
          <ac:spMkLst>
            <pc:docMk/>
            <pc:sldMk cId="3574281932" sldId="280"/>
            <ac:spMk id="3" creationId="{6558C87E-4767-86E8-77C3-909BDBC4FA20}"/>
          </ac:spMkLst>
        </pc:spChg>
        <pc:spChg chg="add mod ord">
          <ac:chgData name="Luiza Briana Grether" userId="33b05ef5-dde0-4e2c-af71-3f0410b5559e" providerId="ADAL" clId="{9DFE6B6B-F089-4EC1-8A18-BD60DE033737}" dt="2024-12-15T22:36:32.446" v="135" actId="20577"/>
          <ac:spMkLst>
            <pc:docMk/>
            <pc:sldMk cId="3574281932" sldId="280"/>
            <ac:spMk id="4" creationId="{EB4733F4-47D6-1AAF-BF85-AA2CAFBAA5FB}"/>
          </ac:spMkLst>
        </pc:spChg>
        <pc:spChg chg="add mod ord">
          <ac:chgData name="Luiza Briana Grether" userId="33b05ef5-dde0-4e2c-af71-3f0410b5559e" providerId="ADAL" clId="{9DFE6B6B-F089-4EC1-8A18-BD60DE033737}" dt="2024-12-15T22:36:20.093" v="127" actId="20577"/>
          <ac:spMkLst>
            <pc:docMk/>
            <pc:sldMk cId="3574281932" sldId="280"/>
            <ac:spMk id="5" creationId="{85EC01FF-5D0F-815B-1ED0-FBB62ACA0385}"/>
          </ac:spMkLst>
        </pc:spChg>
        <pc:spChg chg="add del mod ord">
          <ac:chgData name="Luiza Briana Grether" userId="33b05ef5-dde0-4e2c-af71-3f0410b5559e" providerId="ADAL" clId="{9DFE6B6B-F089-4EC1-8A18-BD60DE033737}" dt="2024-12-15T22:36:28.244" v="129" actId="931"/>
          <ac:spMkLst>
            <pc:docMk/>
            <pc:sldMk cId="3574281932" sldId="280"/>
            <ac:spMk id="6" creationId="{FBE244CB-CB69-E624-BD39-5896D4D86D22}"/>
          </ac:spMkLst>
        </pc:spChg>
        <pc:spChg chg="add mod ord">
          <ac:chgData name="Luiza Briana Grether" userId="33b05ef5-dde0-4e2c-af71-3f0410b5559e" providerId="ADAL" clId="{9DFE6B6B-F089-4EC1-8A18-BD60DE033737}" dt="2024-12-15T22:36:34.133" v="137" actId="20577"/>
          <ac:spMkLst>
            <pc:docMk/>
            <pc:sldMk cId="3574281932" sldId="280"/>
            <ac:spMk id="7" creationId="{C4A93D03-25B2-47DF-4CBF-55BE7B051B56}"/>
          </ac:spMkLst>
        </pc:spChg>
        <pc:picChg chg="add mod">
          <ac:chgData name="Luiza Briana Grether" userId="33b05ef5-dde0-4e2c-af71-3f0410b5559e" providerId="ADAL" clId="{9DFE6B6B-F089-4EC1-8A18-BD60DE033737}" dt="2024-12-15T22:36:28.734" v="130" actId="27614"/>
          <ac:picMkLst>
            <pc:docMk/>
            <pc:sldMk cId="3574281932" sldId="280"/>
            <ac:picMk id="9" creationId="{715C7DF0-807E-ED4A-B7EB-EAB0E146703E}"/>
          </ac:picMkLst>
        </pc:picChg>
        <pc:picChg chg="add mod">
          <ac:chgData name="Luiza Briana Grether" userId="33b05ef5-dde0-4e2c-af71-3f0410b5559e" providerId="ADAL" clId="{9DFE6B6B-F089-4EC1-8A18-BD60DE033737}" dt="2024-12-15T22:36:29.841" v="133" actId="962"/>
          <ac:picMkLst>
            <pc:docMk/>
            <pc:sldMk cId="3574281932" sldId="280"/>
            <ac:picMk id="11" creationId="{559636AB-ED45-8A45-94D9-BA26D4E0CFA9}"/>
          </ac:picMkLst>
        </pc:picChg>
      </pc:sldChg>
      <pc:sldChg chg="addSp delSp modSp new mod modClrScheme chgLayout">
        <pc:chgData name="Luiza Briana Grether" userId="33b05ef5-dde0-4e2c-af71-3f0410b5559e" providerId="ADAL" clId="{9DFE6B6B-F089-4EC1-8A18-BD60DE033737}" dt="2024-12-15T22:36:52.143" v="145" actId="20577"/>
        <pc:sldMkLst>
          <pc:docMk/>
          <pc:sldMk cId="216951016" sldId="281"/>
        </pc:sldMkLst>
        <pc:spChg chg="del mod ord">
          <ac:chgData name="Luiza Briana Grether" userId="33b05ef5-dde0-4e2c-af71-3f0410b5559e" providerId="ADAL" clId="{9DFE6B6B-F089-4EC1-8A18-BD60DE033737}" dt="2024-12-15T22:36:43.113" v="139" actId="700"/>
          <ac:spMkLst>
            <pc:docMk/>
            <pc:sldMk cId="216951016" sldId="281"/>
            <ac:spMk id="2" creationId="{3E6503D6-1728-9358-0DBF-E823908F24A2}"/>
          </ac:spMkLst>
        </pc:spChg>
        <pc:spChg chg="del mod ord">
          <ac:chgData name="Luiza Briana Grether" userId="33b05ef5-dde0-4e2c-af71-3f0410b5559e" providerId="ADAL" clId="{9DFE6B6B-F089-4EC1-8A18-BD60DE033737}" dt="2024-12-15T22:36:43.113" v="139" actId="700"/>
          <ac:spMkLst>
            <pc:docMk/>
            <pc:sldMk cId="216951016" sldId="281"/>
            <ac:spMk id="3" creationId="{3943DEE7-A3C5-79DF-02A0-2526301A9944}"/>
          </ac:spMkLst>
        </pc:spChg>
        <pc:spChg chg="del">
          <ac:chgData name="Luiza Briana Grether" userId="33b05ef5-dde0-4e2c-af71-3f0410b5559e" providerId="ADAL" clId="{9DFE6B6B-F089-4EC1-8A18-BD60DE033737}" dt="2024-12-15T22:36:43.113" v="139" actId="700"/>
          <ac:spMkLst>
            <pc:docMk/>
            <pc:sldMk cId="216951016" sldId="281"/>
            <ac:spMk id="4" creationId="{536134D5-66A9-EE8B-C34B-A523BCA7A75B}"/>
          </ac:spMkLst>
        </pc:spChg>
        <pc:spChg chg="del">
          <ac:chgData name="Luiza Briana Grether" userId="33b05ef5-dde0-4e2c-af71-3f0410b5559e" providerId="ADAL" clId="{9DFE6B6B-F089-4EC1-8A18-BD60DE033737}" dt="2024-12-15T22:36:43.113" v="139" actId="700"/>
          <ac:spMkLst>
            <pc:docMk/>
            <pc:sldMk cId="216951016" sldId="281"/>
            <ac:spMk id="5" creationId="{922FDEAA-DE4B-6066-A043-A27F1D97D6B2}"/>
          </ac:spMkLst>
        </pc:spChg>
        <pc:spChg chg="del">
          <ac:chgData name="Luiza Briana Grether" userId="33b05ef5-dde0-4e2c-af71-3f0410b5559e" providerId="ADAL" clId="{9DFE6B6B-F089-4EC1-8A18-BD60DE033737}" dt="2024-12-15T22:36:43.113" v="139" actId="700"/>
          <ac:spMkLst>
            <pc:docMk/>
            <pc:sldMk cId="216951016" sldId="281"/>
            <ac:spMk id="6" creationId="{42B0DB97-2442-F745-B082-C99B0B7EDBBF}"/>
          </ac:spMkLst>
        </pc:spChg>
        <pc:spChg chg="add del mod ord">
          <ac:chgData name="Luiza Briana Grether" userId="33b05ef5-dde0-4e2c-af71-3f0410b5559e" providerId="ADAL" clId="{9DFE6B6B-F089-4EC1-8A18-BD60DE033737}" dt="2024-12-15T22:36:47.144" v="141" actId="931"/>
          <ac:spMkLst>
            <pc:docMk/>
            <pc:sldMk cId="216951016" sldId="281"/>
            <ac:spMk id="7" creationId="{DCF0B2B9-5258-ECA4-2592-7CBC75837488}"/>
          </ac:spMkLst>
        </pc:spChg>
        <pc:spChg chg="add mod ord">
          <ac:chgData name="Luiza Briana Grether" userId="33b05ef5-dde0-4e2c-af71-3f0410b5559e" providerId="ADAL" clId="{9DFE6B6B-F089-4EC1-8A18-BD60DE033737}" dt="2024-12-15T22:36:52.143" v="145" actId="20577"/>
          <ac:spMkLst>
            <pc:docMk/>
            <pc:sldMk cId="216951016" sldId="281"/>
            <ac:spMk id="8" creationId="{E0C8A3F9-8BEE-9408-44BD-1045A436107E}"/>
          </ac:spMkLst>
        </pc:spChg>
        <pc:picChg chg="add mod">
          <ac:chgData name="Luiza Briana Grether" userId="33b05ef5-dde0-4e2c-af71-3f0410b5559e" providerId="ADAL" clId="{9DFE6B6B-F089-4EC1-8A18-BD60DE033737}" dt="2024-12-15T22:36:48.192" v="143" actId="962"/>
          <ac:picMkLst>
            <pc:docMk/>
            <pc:sldMk cId="216951016" sldId="281"/>
            <ac:picMk id="10" creationId="{A4A9C68D-F677-234F-08E9-20C7E9FEF706}"/>
          </ac:picMkLst>
        </pc:picChg>
      </pc:sldChg>
      <pc:sldChg chg="addSp delSp modSp new mod modClrScheme chgLayout">
        <pc:chgData name="Luiza Briana Grether" userId="33b05ef5-dde0-4e2c-af71-3f0410b5559e" providerId="ADAL" clId="{9DFE6B6B-F089-4EC1-8A18-BD60DE033737}" dt="2024-12-15T22:37:31.238" v="158" actId="20577"/>
        <pc:sldMkLst>
          <pc:docMk/>
          <pc:sldMk cId="1506407050" sldId="282"/>
        </pc:sldMkLst>
        <pc:spChg chg="del mod ord">
          <ac:chgData name="Luiza Briana Grether" userId="33b05ef5-dde0-4e2c-af71-3f0410b5559e" providerId="ADAL" clId="{9DFE6B6B-F089-4EC1-8A18-BD60DE033737}" dt="2024-12-15T22:37:02.082" v="147" actId="700"/>
          <ac:spMkLst>
            <pc:docMk/>
            <pc:sldMk cId="1506407050" sldId="282"/>
            <ac:spMk id="2" creationId="{4943C52D-F475-1AC9-2D3C-95352F07B04A}"/>
          </ac:spMkLst>
        </pc:spChg>
        <pc:spChg chg="del mod ord">
          <ac:chgData name="Luiza Briana Grether" userId="33b05ef5-dde0-4e2c-af71-3f0410b5559e" providerId="ADAL" clId="{9DFE6B6B-F089-4EC1-8A18-BD60DE033737}" dt="2024-12-15T22:37:02.082" v="147" actId="700"/>
          <ac:spMkLst>
            <pc:docMk/>
            <pc:sldMk cId="1506407050" sldId="282"/>
            <ac:spMk id="3" creationId="{B4E4DE4B-FA1C-1910-7A3B-320949531D3F}"/>
          </ac:spMkLst>
        </pc:spChg>
        <pc:spChg chg="add del mod ord">
          <ac:chgData name="Luiza Briana Grether" userId="33b05ef5-dde0-4e2c-af71-3f0410b5559e" providerId="ADAL" clId="{9DFE6B6B-F089-4EC1-8A18-BD60DE033737}" dt="2024-12-15T22:37:08.206" v="149" actId="931"/>
          <ac:spMkLst>
            <pc:docMk/>
            <pc:sldMk cId="1506407050" sldId="282"/>
            <ac:spMk id="4" creationId="{62C92D77-0B78-DAF7-98D5-10B4F7A222D9}"/>
          </ac:spMkLst>
        </pc:spChg>
        <pc:spChg chg="add mod ord">
          <ac:chgData name="Luiza Briana Grether" userId="33b05ef5-dde0-4e2c-af71-3f0410b5559e" providerId="ADAL" clId="{9DFE6B6B-F089-4EC1-8A18-BD60DE033737}" dt="2024-12-15T22:37:25.286" v="156" actId="20577"/>
          <ac:spMkLst>
            <pc:docMk/>
            <pc:sldMk cId="1506407050" sldId="282"/>
            <ac:spMk id="5" creationId="{E16C74CC-F0AC-4896-2400-2A9CD6943EA2}"/>
          </ac:spMkLst>
        </pc:spChg>
        <pc:spChg chg="add mod ord">
          <ac:chgData name="Luiza Briana Grether" userId="33b05ef5-dde0-4e2c-af71-3f0410b5559e" providerId="ADAL" clId="{9DFE6B6B-F089-4EC1-8A18-BD60DE033737}" dt="2024-12-15T22:37:31.238" v="158" actId="20577"/>
          <ac:spMkLst>
            <pc:docMk/>
            <pc:sldMk cId="1506407050" sldId="282"/>
            <ac:spMk id="6" creationId="{9EEE653C-B6CB-E76D-8B09-2F107F38FE78}"/>
          </ac:spMkLst>
        </pc:spChg>
        <pc:spChg chg="add mod ord">
          <ac:chgData name="Luiza Briana Grether" userId="33b05ef5-dde0-4e2c-af71-3f0410b5559e" providerId="ADAL" clId="{9DFE6B6B-F089-4EC1-8A18-BD60DE033737}" dt="2024-12-15T22:37:21.764" v="154" actId="20577"/>
          <ac:spMkLst>
            <pc:docMk/>
            <pc:sldMk cId="1506407050" sldId="282"/>
            <ac:spMk id="7" creationId="{8B25BD1C-48BC-A624-BD3B-91F6E87DD68B}"/>
          </ac:spMkLst>
        </pc:spChg>
        <pc:picChg chg="add mod modCrop">
          <ac:chgData name="Luiza Briana Grether" userId="33b05ef5-dde0-4e2c-af71-3f0410b5559e" providerId="ADAL" clId="{9DFE6B6B-F089-4EC1-8A18-BD60DE033737}" dt="2024-12-15T22:37:17.173" v="152" actId="18131"/>
          <ac:picMkLst>
            <pc:docMk/>
            <pc:sldMk cId="1506407050" sldId="282"/>
            <ac:picMk id="9" creationId="{6A7255F4-491A-E2B4-29C9-2402A6E2F63F}"/>
          </ac:picMkLst>
        </pc:picChg>
      </pc:sldChg>
      <pc:sldChg chg="addSp delSp modSp new mod modClrScheme chgLayout">
        <pc:chgData name="Luiza Briana Grether" userId="33b05ef5-dde0-4e2c-af71-3f0410b5559e" providerId="ADAL" clId="{9DFE6B6B-F089-4EC1-8A18-BD60DE033737}" dt="2024-12-15T22:37:46.683" v="164" actId="20577"/>
        <pc:sldMkLst>
          <pc:docMk/>
          <pc:sldMk cId="401001668" sldId="283"/>
        </pc:sldMkLst>
        <pc:spChg chg="del">
          <ac:chgData name="Luiza Briana Grether" userId="33b05ef5-dde0-4e2c-af71-3f0410b5559e" providerId="ADAL" clId="{9DFE6B6B-F089-4EC1-8A18-BD60DE033737}" dt="2024-12-15T22:37:39.623" v="160" actId="700"/>
          <ac:spMkLst>
            <pc:docMk/>
            <pc:sldMk cId="401001668" sldId="283"/>
            <ac:spMk id="2" creationId="{61624493-BBA5-3D08-2B12-A1B87EC6B9F6}"/>
          </ac:spMkLst>
        </pc:spChg>
        <pc:spChg chg="del mod ord">
          <ac:chgData name="Luiza Briana Grether" userId="33b05ef5-dde0-4e2c-af71-3f0410b5559e" providerId="ADAL" clId="{9DFE6B6B-F089-4EC1-8A18-BD60DE033737}" dt="2024-12-15T22:37:39.623" v="160" actId="700"/>
          <ac:spMkLst>
            <pc:docMk/>
            <pc:sldMk cId="401001668" sldId="283"/>
            <ac:spMk id="3" creationId="{74C9D1BA-0A49-A01C-DD89-28DF5F945565}"/>
          </ac:spMkLst>
        </pc:spChg>
        <pc:spChg chg="del mod ord">
          <ac:chgData name="Luiza Briana Grether" userId="33b05ef5-dde0-4e2c-af71-3f0410b5559e" providerId="ADAL" clId="{9DFE6B6B-F089-4EC1-8A18-BD60DE033737}" dt="2024-12-15T22:37:39.623" v="160" actId="700"/>
          <ac:spMkLst>
            <pc:docMk/>
            <pc:sldMk cId="401001668" sldId="283"/>
            <ac:spMk id="4" creationId="{A977A3AD-A18C-7F9C-90AD-53A90E8B458C}"/>
          </ac:spMkLst>
        </pc:spChg>
        <pc:spChg chg="del">
          <ac:chgData name="Luiza Briana Grether" userId="33b05ef5-dde0-4e2c-af71-3f0410b5559e" providerId="ADAL" clId="{9DFE6B6B-F089-4EC1-8A18-BD60DE033737}" dt="2024-12-15T22:37:39.623" v="160" actId="700"/>
          <ac:spMkLst>
            <pc:docMk/>
            <pc:sldMk cId="401001668" sldId="283"/>
            <ac:spMk id="5" creationId="{E528B20B-04CF-A09B-61B6-79EE513E2EB1}"/>
          </ac:spMkLst>
        </pc:spChg>
        <pc:spChg chg="add mod ord">
          <ac:chgData name="Luiza Briana Grether" userId="33b05ef5-dde0-4e2c-af71-3f0410b5559e" providerId="ADAL" clId="{9DFE6B6B-F089-4EC1-8A18-BD60DE033737}" dt="2024-12-15T22:37:42.845" v="162" actId="20577"/>
          <ac:spMkLst>
            <pc:docMk/>
            <pc:sldMk cId="401001668" sldId="283"/>
            <ac:spMk id="6" creationId="{3DAEA0C3-920E-B46B-DC0F-A1B25B4C18EB}"/>
          </ac:spMkLst>
        </pc:spChg>
        <pc:spChg chg="add mod ord">
          <ac:chgData name="Luiza Briana Grether" userId="33b05ef5-dde0-4e2c-af71-3f0410b5559e" providerId="ADAL" clId="{9DFE6B6B-F089-4EC1-8A18-BD60DE033737}" dt="2024-12-15T22:37:46.683" v="164" actId="20577"/>
          <ac:spMkLst>
            <pc:docMk/>
            <pc:sldMk cId="401001668" sldId="283"/>
            <ac:spMk id="7" creationId="{A51ABEF7-5DA5-6A28-F0CB-A498E19C140E}"/>
          </ac:spMkLst>
        </pc:spChg>
      </pc:sldChg>
      <pc:sldChg chg="delSp new mod modClrScheme chgLayout">
        <pc:chgData name="Luiza Briana Grether" userId="33b05ef5-dde0-4e2c-af71-3f0410b5559e" providerId="ADAL" clId="{9DFE6B6B-F089-4EC1-8A18-BD60DE033737}" dt="2024-12-15T22:37:51.029" v="166" actId="700"/>
        <pc:sldMkLst>
          <pc:docMk/>
          <pc:sldMk cId="1191333966" sldId="284"/>
        </pc:sldMkLst>
        <pc:spChg chg="del">
          <ac:chgData name="Luiza Briana Grether" userId="33b05ef5-dde0-4e2c-af71-3f0410b5559e" providerId="ADAL" clId="{9DFE6B6B-F089-4EC1-8A18-BD60DE033737}" dt="2024-12-15T22:37:51.029" v="166" actId="700"/>
          <ac:spMkLst>
            <pc:docMk/>
            <pc:sldMk cId="1191333966" sldId="284"/>
            <ac:spMk id="2" creationId="{C2C07846-35E2-B540-01EF-D63010209E86}"/>
          </ac:spMkLst>
        </pc:spChg>
        <pc:spChg chg="del">
          <ac:chgData name="Luiza Briana Grether" userId="33b05ef5-dde0-4e2c-af71-3f0410b5559e" providerId="ADAL" clId="{9DFE6B6B-F089-4EC1-8A18-BD60DE033737}" dt="2024-12-15T22:37:51.029" v="166" actId="700"/>
          <ac:spMkLst>
            <pc:docMk/>
            <pc:sldMk cId="1191333966" sldId="284"/>
            <ac:spMk id="3" creationId="{76746C68-9235-132E-344F-40ECE3BA525F}"/>
          </ac:spMkLst>
        </pc:spChg>
      </pc:sldChg>
    </pc:docChg>
  </pc:docChgLst>
  <pc:docChgLst>
    <pc:chgData name="Luiza Briana Grether" userId="33b05ef5-dde0-4e2c-af71-3f0410b5559e" providerId="ADAL" clId="{BD690F32-6A11-4ACD-8ECA-649441D692A8}"/>
    <pc:docChg chg="undo custSel addSld delSld modSld addMainMaster delMainMaster modMainMaster">
      <pc:chgData name="Luiza Briana Grether" userId="33b05ef5-dde0-4e2c-af71-3f0410b5559e" providerId="ADAL" clId="{BD690F32-6A11-4ACD-8ECA-649441D692A8}" dt="2024-11-25T11:59:03.312" v="1088" actId="47"/>
      <pc:docMkLst>
        <pc:docMk/>
      </pc:docMkLst>
      <pc:sldChg chg="modSp new mod">
        <pc:chgData name="Luiza Briana Grether" userId="33b05ef5-dde0-4e2c-af71-3f0410b5559e" providerId="ADAL" clId="{BD690F32-6A11-4ACD-8ECA-649441D692A8}" dt="2024-11-12T14:09:28.089" v="738" actId="20577"/>
        <pc:sldMkLst>
          <pc:docMk/>
          <pc:sldMk cId="554345591" sldId="256"/>
        </pc:sldMkLst>
        <pc:spChg chg="mod">
          <ac:chgData name="Luiza Briana Grether" userId="33b05ef5-dde0-4e2c-af71-3f0410b5559e" providerId="ADAL" clId="{BD690F32-6A11-4ACD-8ECA-649441D692A8}" dt="2024-11-12T14:09:21.085" v="736"/>
          <ac:spMkLst>
            <pc:docMk/>
            <pc:sldMk cId="554345591" sldId="256"/>
            <ac:spMk id="2" creationId="{92065C5E-E90E-0B6C-21FB-D368CA2EA5F0}"/>
          </ac:spMkLst>
        </pc:spChg>
        <pc:spChg chg="mod">
          <ac:chgData name="Luiza Briana Grether" userId="33b05ef5-dde0-4e2c-af71-3f0410b5559e" providerId="ADAL" clId="{BD690F32-6A11-4ACD-8ECA-649441D692A8}" dt="2024-11-12T14:09:28.089" v="738" actId="20577"/>
          <ac:spMkLst>
            <pc:docMk/>
            <pc:sldMk cId="554345591" sldId="256"/>
            <ac:spMk id="3" creationId="{E771DFB8-D04E-1089-6895-4BB6B01A09FA}"/>
          </ac:spMkLst>
        </pc:spChg>
      </pc:sldChg>
      <pc:sldChg chg="del">
        <pc:chgData name="Luiza Briana Grether" userId="33b05ef5-dde0-4e2c-af71-3f0410b5559e" providerId="ADAL" clId="{BD690F32-6A11-4ACD-8ECA-649441D692A8}" dt="2024-11-12T14:09:17.581" v="734" actId="47"/>
        <pc:sldMkLst>
          <pc:docMk/>
          <pc:sldMk cId="4121585537" sldId="256"/>
        </pc:sldMkLst>
      </pc:sldChg>
      <pc:sldChg chg="addSp delSp modSp new del mod modClrScheme chgLayout">
        <pc:chgData name="Luiza Briana Grether" userId="33b05ef5-dde0-4e2c-af71-3f0410b5559e" providerId="ADAL" clId="{BD690F32-6A11-4ACD-8ECA-649441D692A8}" dt="2024-11-12T14:07:32.873" v="712" actId="47"/>
        <pc:sldMkLst>
          <pc:docMk/>
          <pc:sldMk cId="2298908529" sldId="257"/>
        </pc:sldMkLst>
        <pc:spChg chg="del">
          <ac:chgData name="Luiza Briana Grether" userId="33b05ef5-dde0-4e2c-af71-3f0410b5559e" providerId="ADAL" clId="{BD690F32-6A11-4ACD-8ECA-649441D692A8}" dt="2024-11-12T13:42:26.517" v="140" actId="700"/>
          <ac:spMkLst>
            <pc:docMk/>
            <pc:sldMk cId="2298908529" sldId="257"/>
            <ac:spMk id="2" creationId="{001C35AE-9438-6C08-F66B-01EA38F10243}"/>
          </ac:spMkLst>
        </pc:spChg>
        <pc:spChg chg="del">
          <ac:chgData name="Luiza Briana Grether" userId="33b05ef5-dde0-4e2c-af71-3f0410b5559e" providerId="ADAL" clId="{BD690F32-6A11-4ACD-8ECA-649441D692A8}" dt="2024-11-12T13:42:26.517" v="140" actId="700"/>
          <ac:spMkLst>
            <pc:docMk/>
            <pc:sldMk cId="2298908529" sldId="257"/>
            <ac:spMk id="3" creationId="{DFEFE8FB-61CA-5701-A933-A1F47005EBC1}"/>
          </ac:spMkLst>
        </pc:spChg>
        <pc:spChg chg="add del mod">
          <ac:chgData name="Luiza Briana Grether" userId="33b05ef5-dde0-4e2c-af71-3f0410b5559e" providerId="ADAL" clId="{BD690F32-6A11-4ACD-8ECA-649441D692A8}" dt="2024-11-12T13:42:35.741" v="141" actId="931"/>
          <ac:spMkLst>
            <pc:docMk/>
            <pc:sldMk cId="2298908529" sldId="257"/>
            <ac:spMk id="4" creationId="{E955BE87-5CDF-1473-019B-E867F2555CAF}"/>
          </ac:spMkLst>
        </pc:spChg>
        <pc:spChg chg="add del mod">
          <ac:chgData name="Luiza Briana Grether" userId="33b05ef5-dde0-4e2c-af71-3f0410b5559e" providerId="ADAL" clId="{BD690F32-6A11-4ACD-8ECA-649441D692A8}" dt="2024-11-12T13:42:59.751" v="145" actId="6264"/>
          <ac:spMkLst>
            <pc:docMk/>
            <pc:sldMk cId="2298908529" sldId="257"/>
            <ac:spMk id="7" creationId="{C1C68EB7-4B4F-5791-AA1F-28CAE34BF725}"/>
          </ac:spMkLst>
        </pc:spChg>
        <pc:spChg chg="add del mod">
          <ac:chgData name="Luiza Briana Grether" userId="33b05ef5-dde0-4e2c-af71-3f0410b5559e" providerId="ADAL" clId="{BD690F32-6A11-4ACD-8ECA-649441D692A8}" dt="2024-11-12T13:43:00.643" v="146" actId="6264"/>
          <ac:spMkLst>
            <pc:docMk/>
            <pc:sldMk cId="2298908529" sldId="257"/>
            <ac:spMk id="8" creationId="{1F33DDB4-5541-9E48-287D-9D275EF8801F}"/>
          </ac:spMkLst>
        </pc:spChg>
        <pc:spChg chg="add del mod">
          <ac:chgData name="Luiza Briana Grether" userId="33b05ef5-dde0-4e2c-af71-3f0410b5559e" providerId="ADAL" clId="{BD690F32-6A11-4ACD-8ECA-649441D692A8}" dt="2024-11-12T13:43:57.723" v="211" actId="6264"/>
          <ac:spMkLst>
            <pc:docMk/>
            <pc:sldMk cId="2298908529" sldId="257"/>
            <ac:spMk id="9" creationId="{01D1F1D2-93E7-C1B7-CA07-54A88040C8C4}"/>
          </ac:spMkLst>
        </pc:spChg>
        <pc:spChg chg="add del mod">
          <ac:chgData name="Luiza Briana Grether" userId="33b05ef5-dde0-4e2c-af71-3f0410b5559e" providerId="ADAL" clId="{BD690F32-6A11-4ACD-8ECA-649441D692A8}" dt="2024-11-12T13:43:58.217" v="212" actId="6264"/>
          <ac:spMkLst>
            <pc:docMk/>
            <pc:sldMk cId="2298908529" sldId="257"/>
            <ac:spMk id="10" creationId="{E1F0EF7C-779C-23F4-1E3B-BE8C554EE092}"/>
          </ac:spMkLst>
        </pc:spChg>
        <pc:spChg chg="add del mod">
          <ac:chgData name="Luiza Briana Grether" userId="33b05ef5-dde0-4e2c-af71-3f0410b5559e" providerId="ADAL" clId="{BD690F32-6A11-4ACD-8ECA-649441D692A8}" dt="2024-11-12T13:51:43.251" v="481" actId="6264"/>
          <ac:spMkLst>
            <pc:docMk/>
            <pc:sldMk cId="2298908529" sldId="257"/>
            <ac:spMk id="13" creationId="{2BF70381-877C-513B-2B91-195158DD4E20}"/>
          </ac:spMkLst>
        </pc:spChg>
        <pc:spChg chg="add del mod">
          <ac:chgData name="Luiza Briana Grether" userId="33b05ef5-dde0-4e2c-af71-3f0410b5559e" providerId="ADAL" clId="{BD690F32-6A11-4ACD-8ECA-649441D692A8}" dt="2024-11-12T13:53:51.385" v="489" actId="931"/>
          <ac:spMkLst>
            <pc:docMk/>
            <pc:sldMk cId="2298908529" sldId="257"/>
            <ac:spMk id="15" creationId="{D2F5D5D0-22BF-1886-0E8D-DE738EA6239A}"/>
          </ac:spMkLst>
        </pc:spChg>
        <pc:spChg chg="add del mod">
          <ac:chgData name="Luiza Briana Grether" userId="33b05ef5-dde0-4e2c-af71-3f0410b5559e" providerId="ADAL" clId="{BD690F32-6A11-4ACD-8ECA-649441D692A8}" dt="2024-11-12T13:55:03.533" v="496" actId="6264"/>
          <ac:spMkLst>
            <pc:docMk/>
            <pc:sldMk cId="2298908529" sldId="257"/>
            <ac:spMk id="18" creationId="{088B3A57-B13A-876C-3DD3-71FC6B23DB3A}"/>
          </ac:spMkLst>
        </pc:spChg>
        <pc:spChg chg="add mod ord">
          <ac:chgData name="Luiza Briana Grether" userId="33b05ef5-dde0-4e2c-af71-3f0410b5559e" providerId="ADAL" clId="{BD690F32-6A11-4ACD-8ECA-649441D692A8}" dt="2024-11-12T13:58:13.127" v="514" actId="6264"/>
          <ac:spMkLst>
            <pc:docMk/>
            <pc:sldMk cId="2298908529" sldId="257"/>
            <ac:spMk id="19" creationId="{D72A893D-7F63-82B9-5BE4-453FE260B73A}"/>
          </ac:spMkLst>
        </pc:spChg>
        <pc:spChg chg="add mod">
          <ac:chgData name="Luiza Briana Grether" userId="33b05ef5-dde0-4e2c-af71-3f0410b5559e" providerId="ADAL" clId="{BD690F32-6A11-4ACD-8ECA-649441D692A8}" dt="2024-11-12T13:55:05.561" v="497"/>
          <ac:spMkLst>
            <pc:docMk/>
            <pc:sldMk cId="2298908529" sldId="257"/>
            <ac:spMk id="20" creationId="{543CF5DF-3404-4E77-4911-1AC5E4922436}"/>
          </ac:spMkLst>
        </pc:spChg>
        <pc:spChg chg="add mod">
          <ac:chgData name="Luiza Briana Grether" userId="33b05ef5-dde0-4e2c-af71-3f0410b5559e" providerId="ADAL" clId="{BD690F32-6A11-4ACD-8ECA-649441D692A8}" dt="2024-11-12T13:55:06.451" v="498"/>
          <ac:spMkLst>
            <pc:docMk/>
            <pc:sldMk cId="2298908529" sldId="257"/>
            <ac:spMk id="21" creationId="{24D7F5BF-A534-4A10-E640-87BBDF754772}"/>
          </ac:spMkLst>
        </pc:spChg>
        <pc:spChg chg="add del mod">
          <ac:chgData name="Luiza Briana Grether" userId="33b05ef5-dde0-4e2c-af71-3f0410b5559e" providerId="ADAL" clId="{BD690F32-6A11-4ACD-8ECA-649441D692A8}" dt="2024-11-12T13:55:24.862" v="501" actId="6264"/>
          <ac:spMkLst>
            <pc:docMk/>
            <pc:sldMk cId="2298908529" sldId="257"/>
            <ac:spMk id="22" creationId="{264F15BD-FC1B-B3F9-9E13-9FC6E2AFA9E6}"/>
          </ac:spMkLst>
        </pc:spChg>
        <pc:spChg chg="add del mod">
          <ac:chgData name="Luiza Briana Grether" userId="33b05ef5-dde0-4e2c-af71-3f0410b5559e" providerId="ADAL" clId="{BD690F32-6A11-4ACD-8ECA-649441D692A8}" dt="2024-11-12T13:55:24.862" v="501" actId="6264"/>
          <ac:spMkLst>
            <pc:docMk/>
            <pc:sldMk cId="2298908529" sldId="257"/>
            <ac:spMk id="23" creationId="{F6CD981C-2E81-E4FB-AD89-43B5B5B68EA6}"/>
          </ac:spMkLst>
        </pc:spChg>
        <pc:spChg chg="add del mod">
          <ac:chgData name="Luiza Briana Grether" userId="33b05ef5-dde0-4e2c-af71-3f0410b5559e" providerId="ADAL" clId="{BD690F32-6A11-4ACD-8ECA-649441D692A8}" dt="2024-11-12T13:56:09.581" v="504" actId="6264"/>
          <ac:spMkLst>
            <pc:docMk/>
            <pc:sldMk cId="2298908529" sldId="257"/>
            <ac:spMk id="24" creationId="{8BC73604-8D5D-EF95-4AE6-C610762D4248}"/>
          </ac:spMkLst>
        </pc:spChg>
        <pc:spChg chg="add del mod">
          <ac:chgData name="Luiza Briana Grether" userId="33b05ef5-dde0-4e2c-af71-3f0410b5559e" providerId="ADAL" clId="{BD690F32-6A11-4ACD-8ECA-649441D692A8}" dt="2024-11-12T13:56:09.581" v="504" actId="6264"/>
          <ac:spMkLst>
            <pc:docMk/>
            <pc:sldMk cId="2298908529" sldId="257"/>
            <ac:spMk id="25" creationId="{D1C4C965-E882-A418-37A8-D9B6410E37EB}"/>
          </ac:spMkLst>
        </pc:spChg>
        <pc:spChg chg="add del mod">
          <ac:chgData name="Luiza Briana Grether" userId="33b05ef5-dde0-4e2c-af71-3f0410b5559e" providerId="ADAL" clId="{BD690F32-6A11-4ACD-8ECA-649441D692A8}" dt="2024-11-12T13:58:13.127" v="514" actId="6264"/>
          <ac:spMkLst>
            <pc:docMk/>
            <pc:sldMk cId="2298908529" sldId="257"/>
            <ac:spMk id="26" creationId="{EDBDAA12-436D-5330-6FC0-8ADDC53307FA}"/>
          </ac:spMkLst>
        </pc:spChg>
        <pc:spChg chg="add del mod">
          <ac:chgData name="Luiza Briana Grether" userId="33b05ef5-dde0-4e2c-af71-3f0410b5559e" providerId="ADAL" clId="{BD690F32-6A11-4ACD-8ECA-649441D692A8}" dt="2024-11-12T13:58:13.127" v="514" actId="6264"/>
          <ac:spMkLst>
            <pc:docMk/>
            <pc:sldMk cId="2298908529" sldId="257"/>
            <ac:spMk id="27" creationId="{A147BAF5-352A-86FB-45C1-DCDB255A3F7E}"/>
          </ac:spMkLst>
        </pc:spChg>
        <pc:picChg chg="add del mod ord">
          <ac:chgData name="Luiza Briana Grether" userId="33b05ef5-dde0-4e2c-af71-3f0410b5559e" providerId="ADAL" clId="{BD690F32-6A11-4ACD-8ECA-649441D692A8}" dt="2024-11-12T13:51:51.735" v="482" actId="478"/>
          <ac:picMkLst>
            <pc:docMk/>
            <pc:sldMk cId="2298908529" sldId="257"/>
            <ac:picMk id="6" creationId="{4572B6D5-1D20-660A-5538-B8483E708A9A}"/>
          </ac:picMkLst>
        </pc:picChg>
        <pc:picChg chg="add del mod">
          <ac:chgData name="Luiza Briana Grether" userId="33b05ef5-dde0-4e2c-af71-3f0410b5559e" providerId="ADAL" clId="{BD690F32-6A11-4ACD-8ECA-649441D692A8}" dt="2024-11-12T13:44:08.785" v="215" actId="478"/>
          <ac:picMkLst>
            <pc:docMk/>
            <pc:sldMk cId="2298908529" sldId="257"/>
            <ac:picMk id="12" creationId="{7B69849B-CCBF-C195-D090-C46D34EF82AE}"/>
          </ac:picMkLst>
        </pc:picChg>
        <pc:picChg chg="add mod ord">
          <ac:chgData name="Luiza Briana Grether" userId="33b05ef5-dde0-4e2c-af71-3f0410b5559e" providerId="ADAL" clId="{BD690F32-6A11-4ACD-8ECA-649441D692A8}" dt="2024-11-12T13:58:13.127" v="514" actId="6264"/>
          <ac:picMkLst>
            <pc:docMk/>
            <pc:sldMk cId="2298908529" sldId="257"/>
            <ac:picMk id="17" creationId="{6997743C-BE18-B4EC-A56C-414C4AE12482}"/>
          </ac:picMkLst>
        </pc:picChg>
      </pc:sldChg>
      <pc:sldChg chg="addSp delSp modSp new del mod chgLayout">
        <pc:chgData name="Luiza Briana Grether" userId="33b05ef5-dde0-4e2c-af71-3f0410b5559e" providerId="ADAL" clId="{BD690F32-6A11-4ACD-8ECA-649441D692A8}" dt="2024-11-25T11:59:03.312" v="1088" actId="47"/>
        <pc:sldMkLst>
          <pc:docMk/>
          <pc:sldMk cId="3192619249" sldId="257"/>
        </pc:sldMkLst>
        <pc:spChg chg="mod ord">
          <ac:chgData name="Luiza Briana Grether" userId="33b05ef5-dde0-4e2c-af71-3f0410b5559e" providerId="ADAL" clId="{BD690F32-6A11-4ACD-8ECA-649441D692A8}" dt="2024-11-12T14:09:36.907" v="742" actId="6264"/>
          <ac:spMkLst>
            <pc:docMk/>
            <pc:sldMk cId="3192619249" sldId="257"/>
            <ac:spMk id="2" creationId="{B971F37E-2D66-CBFD-C78A-F7BDF63B0992}"/>
          </ac:spMkLst>
        </pc:spChg>
        <pc:spChg chg="del">
          <ac:chgData name="Luiza Briana Grether" userId="33b05ef5-dde0-4e2c-af71-3f0410b5559e" providerId="ADAL" clId="{BD690F32-6A11-4ACD-8ECA-649441D692A8}" dt="2024-11-12T14:09:36.907" v="742" actId="6264"/>
          <ac:spMkLst>
            <pc:docMk/>
            <pc:sldMk cId="3192619249" sldId="257"/>
            <ac:spMk id="3" creationId="{95A3F17A-0202-7EF2-D849-82A6D7A027B4}"/>
          </ac:spMkLst>
        </pc:spChg>
        <pc:spChg chg="add del mod">
          <ac:chgData name="Luiza Briana Grether" userId="33b05ef5-dde0-4e2c-af71-3f0410b5559e" providerId="ADAL" clId="{BD690F32-6A11-4ACD-8ECA-649441D692A8}" dt="2024-11-12T14:09:36.907" v="742" actId="6264"/>
          <ac:spMkLst>
            <pc:docMk/>
            <pc:sldMk cId="3192619249" sldId="257"/>
            <ac:spMk id="4" creationId="{2D106D85-DDB1-A8DF-45F0-985592333BD6}"/>
          </ac:spMkLst>
        </pc:spChg>
        <pc:spChg chg="add mod ord">
          <ac:chgData name="Luiza Briana Grether" userId="33b05ef5-dde0-4e2c-af71-3f0410b5559e" providerId="ADAL" clId="{BD690F32-6A11-4ACD-8ECA-649441D692A8}" dt="2024-11-12T14:09:36.907" v="742" actId="6264"/>
          <ac:spMkLst>
            <pc:docMk/>
            <pc:sldMk cId="3192619249" sldId="257"/>
            <ac:spMk id="5" creationId="{D21A6A50-1E11-8D42-FE1D-35D09E62D70D}"/>
          </ac:spMkLst>
        </pc:spChg>
      </pc:sldChg>
      <pc:sldChg chg="addSp delSp modSp new del mod modClrScheme chgLayout">
        <pc:chgData name="Luiza Briana Grether" userId="33b05ef5-dde0-4e2c-af71-3f0410b5559e" providerId="ADAL" clId="{BD690F32-6A11-4ACD-8ECA-649441D692A8}" dt="2024-11-25T11:58:35.075" v="1085" actId="47"/>
        <pc:sldMkLst>
          <pc:docMk/>
          <pc:sldMk cId="3268488263" sldId="258"/>
        </pc:sldMkLst>
        <pc:spChg chg="del mod ord">
          <ac:chgData name="Luiza Briana Grether" userId="33b05ef5-dde0-4e2c-af71-3f0410b5559e" providerId="ADAL" clId="{BD690F32-6A11-4ACD-8ECA-649441D692A8}" dt="2024-11-12T14:09:51.974" v="744" actId="700"/>
          <ac:spMkLst>
            <pc:docMk/>
            <pc:sldMk cId="3268488263" sldId="258"/>
            <ac:spMk id="2" creationId="{F3B16BEE-9B84-0964-F3EA-89FC6FE8227B}"/>
          </ac:spMkLst>
        </pc:spChg>
        <pc:spChg chg="del mod ord">
          <ac:chgData name="Luiza Briana Grether" userId="33b05ef5-dde0-4e2c-af71-3f0410b5559e" providerId="ADAL" clId="{BD690F32-6A11-4ACD-8ECA-649441D692A8}" dt="2024-11-12T14:09:51.974" v="744" actId="700"/>
          <ac:spMkLst>
            <pc:docMk/>
            <pc:sldMk cId="3268488263" sldId="258"/>
            <ac:spMk id="3" creationId="{8D5F0113-2923-D4BA-0004-7609D4FEE420}"/>
          </ac:spMkLst>
        </pc:spChg>
        <pc:spChg chg="add mod ord">
          <ac:chgData name="Luiza Briana Grether" userId="33b05ef5-dde0-4e2c-af71-3f0410b5559e" providerId="ADAL" clId="{BD690F32-6A11-4ACD-8ECA-649441D692A8}" dt="2024-11-12T14:15:10.592" v="873" actId="122"/>
          <ac:spMkLst>
            <pc:docMk/>
            <pc:sldMk cId="3268488263" sldId="258"/>
            <ac:spMk id="4" creationId="{7D6BD109-E32E-E646-5A0F-513277833929}"/>
          </ac:spMkLst>
        </pc:spChg>
        <pc:spChg chg="add del mod ord">
          <ac:chgData name="Luiza Briana Grether" userId="33b05ef5-dde0-4e2c-af71-3f0410b5559e" providerId="ADAL" clId="{BD690F32-6A11-4ACD-8ECA-649441D692A8}" dt="2024-11-12T14:09:59.627" v="751"/>
          <ac:spMkLst>
            <pc:docMk/>
            <pc:sldMk cId="3268488263" sldId="258"/>
            <ac:spMk id="5" creationId="{1E56EBB3-E3EC-3D89-2DE4-7E8233931199}"/>
          </ac:spMkLst>
        </pc:spChg>
        <pc:spChg chg="add del mod ord">
          <ac:chgData name="Luiza Briana Grether" userId="33b05ef5-dde0-4e2c-af71-3f0410b5559e" providerId="ADAL" clId="{BD690F32-6A11-4ACD-8ECA-649441D692A8}" dt="2024-11-12T14:10:07.886" v="754" actId="6264"/>
          <ac:spMkLst>
            <pc:docMk/>
            <pc:sldMk cId="3268488263" sldId="258"/>
            <ac:spMk id="6" creationId="{10F37337-5C5E-1F38-ACB6-1043A3589E51}"/>
          </ac:spMkLst>
        </pc:spChg>
        <pc:spChg chg="add del mod">
          <ac:chgData name="Luiza Briana Grether" userId="33b05ef5-dde0-4e2c-af71-3f0410b5559e" providerId="ADAL" clId="{BD690F32-6A11-4ACD-8ECA-649441D692A8}" dt="2024-11-12T14:10:07.886" v="754" actId="6264"/>
          <ac:spMkLst>
            <pc:docMk/>
            <pc:sldMk cId="3268488263" sldId="258"/>
            <ac:spMk id="10" creationId="{D77175EC-4A21-ED51-6543-6E2BAF3BB421}"/>
          </ac:spMkLst>
        </pc:spChg>
        <pc:spChg chg="add del mod">
          <ac:chgData name="Luiza Briana Grether" userId="33b05ef5-dde0-4e2c-af71-3f0410b5559e" providerId="ADAL" clId="{BD690F32-6A11-4ACD-8ECA-649441D692A8}" dt="2024-11-12T14:10:07.886" v="754" actId="6264"/>
          <ac:spMkLst>
            <pc:docMk/>
            <pc:sldMk cId="3268488263" sldId="258"/>
            <ac:spMk id="11" creationId="{CD91B82D-2E46-EEBE-5EB6-A7A4D990295D}"/>
          </ac:spMkLst>
        </pc:spChg>
        <pc:spChg chg="add mod ord">
          <ac:chgData name="Luiza Briana Grether" userId="33b05ef5-dde0-4e2c-af71-3f0410b5559e" providerId="ADAL" clId="{BD690F32-6A11-4ACD-8ECA-649441D692A8}" dt="2024-11-12T14:10:20.471" v="762" actId="20577"/>
          <ac:spMkLst>
            <pc:docMk/>
            <pc:sldMk cId="3268488263" sldId="258"/>
            <ac:spMk id="12" creationId="{448BAEE2-C01B-2FDE-E519-CE3B4C41A69B}"/>
          </ac:spMkLst>
        </pc:spChg>
        <pc:picChg chg="add mod">
          <ac:chgData name="Luiza Briana Grether" userId="33b05ef5-dde0-4e2c-af71-3f0410b5559e" providerId="ADAL" clId="{BD690F32-6A11-4ACD-8ECA-649441D692A8}" dt="2024-11-12T14:09:56.080" v="747"/>
          <ac:picMkLst>
            <pc:docMk/>
            <pc:sldMk cId="3268488263" sldId="258"/>
            <ac:picMk id="7" creationId="{F5C77C4F-1090-B178-B69E-EB2EF9718DB0}"/>
          </ac:picMkLst>
        </pc:picChg>
        <pc:picChg chg="add del mod">
          <ac:chgData name="Luiza Briana Grether" userId="33b05ef5-dde0-4e2c-af71-3f0410b5559e" providerId="ADAL" clId="{BD690F32-6A11-4ACD-8ECA-649441D692A8}" dt="2024-11-12T14:09:58.994" v="750" actId="21"/>
          <ac:picMkLst>
            <pc:docMk/>
            <pc:sldMk cId="3268488263" sldId="258"/>
            <ac:picMk id="8" creationId="{017A42F1-62DC-080F-756C-D36FCC577C1B}"/>
          </ac:picMkLst>
        </pc:picChg>
        <pc:picChg chg="add mod ord">
          <ac:chgData name="Luiza Briana Grether" userId="33b05ef5-dde0-4e2c-af71-3f0410b5559e" providerId="ADAL" clId="{BD690F32-6A11-4ACD-8ECA-649441D692A8}" dt="2024-11-12T14:10:07.886" v="754" actId="6264"/>
          <ac:picMkLst>
            <pc:docMk/>
            <pc:sldMk cId="3268488263" sldId="258"/>
            <ac:picMk id="9" creationId="{017A42F1-62DC-080F-756C-D36FCC577C1B}"/>
          </ac:picMkLst>
        </pc:picChg>
      </pc:sldChg>
      <pc:sldChg chg="addSp delSp modSp new del mod modClrScheme chgLayout">
        <pc:chgData name="Luiza Briana Grether" userId="33b05ef5-dde0-4e2c-af71-3f0410b5559e" providerId="ADAL" clId="{BD690F32-6A11-4ACD-8ECA-649441D692A8}" dt="2024-11-12T14:07:32.143" v="711" actId="47"/>
        <pc:sldMkLst>
          <pc:docMk/>
          <pc:sldMk cId="3515576925" sldId="258"/>
        </pc:sldMkLst>
        <pc:spChg chg="del mod ord">
          <ac:chgData name="Luiza Briana Grether" userId="33b05ef5-dde0-4e2c-af71-3f0410b5559e" providerId="ADAL" clId="{BD690F32-6A11-4ACD-8ECA-649441D692A8}" dt="2024-11-12T14:07:04.416" v="698" actId="700"/>
          <ac:spMkLst>
            <pc:docMk/>
            <pc:sldMk cId="3515576925" sldId="258"/>
            <ac:spMk id="2" creationId="{BBAF7D4F-C957-7223-F9BD-A920EB92F4D4}"/>
          </ac:spMkLst>
        </pc:spChg>
        <pc:spChg chg="del mod ord">
          <ac:chgData name="Luiza Briana Grether" userId="33b05ef5-dde0-4e2c-af71-3f0410b5559e" providerId="ADAL" clId="{BD690F32-6A11-4ACD-8ECA-649441D692A8}" dt="2024-11-12T14:07:04.416" v="698" actId="700"/>
          <ac:spMkLst>
            <pc:docMk/>
            <pc:sldMk cId="3515576925" sldId="258"/>
            <ac:spMk id="3" creationId="{39F16746-0BFE-1D72-1C87-9C0090D0D202}"/>
          </ac:spMkLst>
        </pc:spChg>
        <pc:spChg chg="add del mod ord">
          <ac:chgData name="Luiza Briana Grether" userId="33b05ef5-dde0-4e2c-af71-3f0410b5559e" providerId="ADAL" clId="{BD690F32-6A11-4ACD-8ECA-649441D692A8}" dt="2024-11-12T14:07:08.183" v="701" actId="931"/>
          <ac:spMkLst>
            <pc:docMk/>
            <pc:sldMk cId="3515576925" sldId="258"/>
            <ac:spMk id="4" creationId="{1095CF9F-1E2C-9118-7147-8EFAB4DEFD84}"/>
          </ac:spMkLst>
        </pc:spChg>
        <pc:spChg chg="add mod ord">
          <ac:chgData name="Luiza Briana Grether" userId="33b05ef5-dde0-4e2c-af71-3f0410b5559e" providerId="ADAL" clId="{BD690F32-6A11-4ACD-8ECA-649441D692A8}" dt="2024-11-12T14:07:26.775" v="708" actId="20577"/>
          <ac:spMkLst>
            <pc:docMk/>
            <pc:sldMk cId="3515576925" sldId="258"/>
            <ac:spMk id="5" creationId="{C50BFC9F-6AA8-449B-7B80-4D3CC0EB56A2}"/>
          </ac:spMkLst>
        </pc:spChg>
        <pc:spChg chg="add mod ord">
          <ac:chgData name="Luiza Briana Grether" userId="33b05ef5-dde0-4e2c-af71-3f0410b5559e" providerId="ADAL" clId="{BD690F32-6A11-4ACD-8ECA-649441D692A8}" dt="2024-11-12T14:07:04.416" v="698" actId="700"/>
          <ac:spMkLst>
            <pc:docMk/>
            <pc:sldMk cId="3515576925" sldId="258"/>
            <ac:spMk id="6" creationId="{52004630-FACE-62B6-D23D-B66BCA717944}"/>
          </ac:spMkLst>
        </pc:spChg>
        <pc:spChg chg="add del mod ord">
          <ac:chgData name="Luiza Briana Grether" userId="33b05ef5-dde0-4e2c-af71-3f0410b5559e" providerId="ADAL" clId="{BD690F32-6A11-4ACD-8ECA-649441D692A8}" dt="2024-11-12T14:07:13.089" v="704" actId="931"/>
          <ac:spMkLst>
            <pc:docMk/>
            <pc:sldMk cId="3515576925" sldId="258"/>
            <ac:spMk id="7" creationId="{1162EAA9-9182-F2A5-5190-0E8554D7DDFC}"/>
          </ac:spMkLst>
        </pc:spChg>
        <pc:spChg chg="add mod ord">
          <ac:chgData name="Luiza Briana Grether" userId="33b05ef5-dde0-4e2c-af71-3f0410b5559e" providerId="ADAL" clId="{BD690F32-6A11-4ACD-8ECA-649441D692A8}" dt="2024-11-12T14:07:28.645" v="710" actId="20577"/>
          <ac:spMkLst>
            <pc:docMk/>
            <pc:sldMk cId="3515576925" sldId="258"/>
            <ac:spMk id="8" creationId="{5391EDF0-028E-EE42-4E68-C4D98FD34E2E}"/>
          </ac:spMkLst>
        </pc:spChg>
        <pc:picChg chg="add mod">
          <ac:chgData name="Luiza Briana Grether" userId="33b05ef5-dde0-4e2c-af71-3f0410b5559e" providerId="ADAL" clId="{BD690F32-6A11-4ACD-8ECA-649441D692A8}" dt="2024-11-12T14:07:09.127" v="702" actId="27614"/>
          <ac:picMkLst>
            <pc:docMk/>
            <pc:sldMk cId="3515576925" sldId="258"/>
            <ac:picMk id="10" creationId="{8F3773B6-DA1B-4DB7-F1EF-D80947648CD8}"/>
          </ac:picMkLst>
        </pc:picChg>
        <pc:picChg chg="add mod">
          <ac:chgData name="Luiza Briana Grether" userId="33b05ef5-dde0-4e2c-af71-3f0410b5559e" providerId="ADAL" clId="{BD690F32-6A11-4ACD-8ECA-649441D692A8}" dt="2024-11-12T14:07:13.970" v="706" actId="962"/>
          <ac:picMkLst>
            <pc:docMk/>
            <pc:sldMk cId="3515576925" sldId="258"/>
            <ac:picMk id="12" creationId="{1EB8DDD1-0A16-76ED-930F-585BEAB3599B}"/>
          </ac:picMkLst>
        </pc:picChg>
      </pc:sldChg>
      <pc:sldChg chg="addSp delSp modSp add mod">
        <pc:chgData name="Luiza Briana Grether" userId="33b05ef5-dde0-4e2c-af71-3f0410b5559e" providerId="ADAL" clId="{BD690F32-6A11-4ACD-8ECA-649441D692A8}" dt="2024-11-12T14:15:12.096" v="875" actId="122"/>
        <pc:sldMkLst>
          <pc:docMk/>
          <pc:sldMk cId="1707551444" sldId="259"/>
        </pc:sldMkLst>
        <pc:spChg chg="add del mod">
          <ac:chgData name="Luiza Briana Grether" userId="33b05ef5-dde0-4e2c-af71-3f0410b5559e" providerId="ADAL" clId="{BD690F32-6A11-4ACD-8ECA-649441D692A8}" dt="2024-11-12T14:11:03.860" v="775"/>
          <ac:spMkLst>
            <pc:docMk/>
            <pc:sldMk cId="1707551444" sldId="259"/>
            <ac:spMk id="3" creationId="{A65C20BC-359B-0099-1EE7-4BE031B28BE7}"/>
          </ac:spMkLst>
        </pc:spChg>
        <pc:spChg chg="mod">
          <ac:chgData name="Luiza Briana Grether" userId="33b05ef5-dde0-4e2c-af71-3f0410b5559e" providerId="ADAL" clId="{BD690F32-6A11-4ACD-8ECA-649441D692A8}" dt="2024-11-12T14:15:12.096" v="875" actId="122"/>
          <ac:spMkLst>
            <pc:docMk/>
            <pc:sldMk cId="1707551444" sldId="259"/>
            <ac:spMk id="4" creationId="{7D6BD109-E32E-E646-5A0F-513277833929}"/>
          </ac:spMkLst>
        </pc:spChg>
        <pc:spChg chg="mod">
          <ac:chgData name="Luiza Briana Grether" userId="33b05ef5-dde0-4e2c-af71-3f0410b5559e" providerId="ADAL" clId="{BD690F32-6A11-4ACD-8ECA-649441D692A8}" dt="2024-11-12T14:10:56.844" v="771" actId="27636"/>
          <ac:spMkLst>
            <pc:docMk/>
            <pc:sldMk cId="1707551444" sldId="259"/>
            <ac:spMk id="12" creationId="{448BAEE2-C01B-2FDE-E519-CE3B4C41A69B}"/>
          </ac:spMkLst>
        </pc:spChg>
        <pc:picChg chg="add del mod">
          <ac:chgData name="Luiza Briana Grether" userId="33b05ef5-dde0-4e2c-af71-3f0410b5559e" providerId="ADAL" clId="{BD690F32-6A11-4ACD-8ECA-649441D692A8}" dt="2024-11-12T14:11:03.195" v="774" actId="21"/>
          <ac:picMkLst>
            <pc:docMk/>
            <pc:sldMk cId="1707551444" sldId="259"/>
            <ac:picMk id="5" creationId="{2857F8B6-8D1D-E91B-30CA-FF80C612C1DE}"/>
          </ac:picMkLst>
        </pc:picChg>
        <pc:picChg chg="add mod">
          <ac:chgData name="Luiza Briana Grether" userId="33b05ef5-dde0-4e2c-af71-3f0410b5559e" providerId="ADAL" clId="{BD690F32-6A11-4ACD-8ECA-649441D692A8}" dt="2024-11-12T14:11:03.860" v="775"/>
          <ac:picMkLst>
            <pc:docMk/>
            <pc:sldMk cId="1707551444" sldId="259"/>
            <ac:picMk id="6" creationId="{2857F8B6-8D1D-E91B-30CA-FF80C612C1DE}"/>
          </ac:picMkLst>
        </pc:picChg>
        <pc:picChg chg="del">
          <ac:chgData name="Luiza Briana Grether" userId="33b05ef5-dde0-4e2c-af71-3f0410b5559e" providerId="ADAL" clId="{BD690F32-6A11-4ACD-8ECA-649441D692A8}" dt="2024-11-12T14:10:59.664" v="772" actId="478"/>
          <ac:picMkLst>
            <pc:docMk/>
            <pc:sldMk cId="1707551444" sldId="259"/>
            <ac:picMk id="9" creationId="{017A42F1-62DC-080F-756C-D36FCC577C1B}"/>
          </ac:picMkLst>
        </pc:picChg>
      </pc:sldChg>
      <pc:sldChg chg="new del">
        <pc:chgData name="Luiza Briana Grether" userId="33b05ef5-dde0-4e2c-af71-3f0410b5559e" providerId="ADAL" clId="{BD690F32-6A11-4ACD-8ECA-649441D692A8}" dt="2024-11-12T14:10:42.541" v="765" actId="47"/>
        <pc:sldMkLst>
          <pc:docMk/>
          <pc:sldMk cId="1936384834" sldId="259"/>
        </pc:sldMkLst>
      </pc:sldChg>
      <pc:sldChg chg="addSp delSp modSp new mod modClrScheme chgLayout">
        <pc:chgData name="Luiza Briana Grether" userId="33b05ef5-dde0-4e2c-af71-3f0410b5559e" providerId="ADAL" clId="{BD690F32-6A11-4ACD-8ECA-649441D692A8}" dt="2024-11-12T14:14:31.644" v="865" actId="6264"/>
        <pc:sldMkLst>
          <pc:docMk/>
          <pc:sldMk cId="3308514704" sldId="260"/>
        </pc:sldMkLst>
        <pc:spChg chg="del mod ord">
          <ac:chgData name="Luiza Briana Grether" userId="33b05ef5-dde0-4e2c-af71-3f0410b5559e" providerId="ADAL" clId="{BD690F32-6A11-4ACD-8ECA-649441D692A8}" dt="2024-11-12T14:11:14.324" v="777" actId="700"/>
          <ac:spMkLst>
            <pc:docMk/>
            <pc:sldMk cId="3308514704" sldId="260"/>
            <ac:spMk id="2" creationId="{789C1D1E-A554-3A8B-9DE9-BF1819CDF677}"/>
          </ac:spMkLst>
        </pc:spChg>
        <pc:spChg chg="del">
          <ac:chgData name="Luiza Briana Grether" userId="33b05ef5-dde0-4e2c-af71-3f0410b5559e" providerId="ADAL" clId="{BD690F32-6A11-4ACD-8ECA-649441D692A8}" dt="2024-11-12T14:11:14.324" v="777" actId="700"/>
          <ac:spMkLst>
            <pc:docMk/>
            <pc:sldMk cId="3308514704" sldId="260"/>
            <ac:spMk id="3" creationId="{316F18EB-0A87-9761-2117-35F29C6D091C}"/>
          </ac:spMkLst>
        </pc:spChg>
        <pc:spChg chg="del mod ord">
          <ac:chgData name="Luiza Briana Grether" userId="33b05ef5-dde0-4e2c-af71-3f0410b5559e" providerId="ADAL" clId="{BD690F32-6A11-4ACD-8ECA-649441D692A8}" dt="2024-11-12T14:11:14.324" v="777" actId="700"/>
          <ac:spMkLst>
            <pc:docMk/>
            <pc:sldMk cId="3308514704" sldId="260"/>
            <ac:spMk id="4" creationId="{E3E9B626-C897-0ED8-FB32-B18A8AC2C161}"/>
          </ac:spMkLst>
        </pc:spChg>
        <pc:spChg chg="add del mod ord">
          <ac:chgData name="Luiza Briana Grether" userId="33b05ef5-dde0-4e2c-af71-3f0410b5559e" providerId="ADAL" clId="{BD690F32-6A11-4ACD-8ECA-649441D692A8}" dt="2024-11-12T14:11:26.341" v="781" actId="6264"/>
          <ac:spMkLst>
            <pc:docMk/>
            <pc:sldMk cId="3308514704" sldId="260"/>
            <ac:spMk id="5" creationId="{77645C1C-4DEC-B372-8EDA-43A978EDA117}"/>
          </ac:spMkLst>
        </pc:spChg>
        <pc:spChg chg="add mod ord">
          <ac:chgData name="Luiza Briana Grether" userId="33b05ef5-dde0-4e2c-af71-3f0410b5559e" providerId="ADAL" clId="{BD690F32-6A11-4ACD-8ECA-649441D692A8}" dt="2024-11-12T14:14:31.644" v="865" actId="6264"/>
          <ac:spMkLst>
            <pc:docMk/>
            <pc:sldMk cId="3308514704" sldId="260"/>
            <ac:spMk id="6" creationId="{82A76196-C88B-BE49-356F-8FA5D45F576A}"/>
          </ac:spMkLst>
        </pc:spChg>
        <pc:spChg chg="add del mod">
          <ac:chgData name="Luiza Briana Grether" userId="33b05ef5-dde0-4e2c-af71-3f0410b5559e" providerId="ADAL" clId="{BD690F32-6A11-4ACD-8ECA-649441D692A8}" dt="2024-11-12T14:11:26.341" v="781" actId="6264"/>
          <ac:spMkLst>
            <pc:docMk/>
            <pc:sldMk cId="3308514704" sldId="260"/>
            <ac:spMk id="7" creationId="{1D6888FD-17E4-62ED-39FE-890EE065C6AF}"/>
          </ac:spMkLst>
        </pc:spChg>
        <pc:spChg chg="add del mod ord">
          <ac:chgData name="Luiza Briana Grether" userId="33b05ef5-dde0-4e2c-af71-3f0410b5559e" providerId="ADAL" clId="{BD690F32-6A11-4ACD-8ECA-649441D692A8}" dt="2024-11-12T14:13:37.707" v="828" actId="6264"/>
          <ac:spMkLst>
            <pc:docMk/>
            <pc:sldMk cId="3308514704" sldId="260"/>
            <ac:spMk id="8" creationId="{E33A82F6-7744-6DFD-F8A5-21CF93A9DD17}"/>
          </ac:spMkLst>
        </pc:spChg>
        <pc:spChg chg="add del mod">
          <ac:chgData name="Luiza Briana Grether" userId="33b05ef5-dde0-4e2c-af71-3f0410b5559e" providerId="ADAL" clId="{BD690F32-6A11-4ACD-8ECA-649441D692A8}" dt="2024-11-12T14:13:37.707" v="828" actId="6264"/>
          <ac:spMkLst>
            <pc:docMk/>
            <pc:sldMk cId="3308514704" sldId="260"/>
            <ac:spMk id="9" creationId="{043492C6-DE27-B471-59C1-4281D5A100AD}"/>
          </ac:spMkLst>
        </pc:spChg>
        <pc:spChg chg="add del mod ord">
          <ac:chgData name="Luiza Briana Grether" userId="33b05ef5-dde0-4e2c-af71-3f0410b5559e" providerId="ADAL" clId="{BD690F32-6A11-4ACD-8ECA-649441D692A8}" dt="2024-11-12T14:14:31.644" v="865" actId="6264"/>
          <ac:spMkLst>
            <pc:docMk/>
            <pc:sldMk cId="3308514704" sldId="260"/>
            <ac:spMk id="10" creationId="{7397384B-0516-D8D5-695B-87C4FA783E68}"/>
          </ac:spMkLst>
        </pc:spChg>
        <pc:spChg chg="add del mod">
          <ac:chgData name="Luiza Briana Grether" userId="33b05ef5-dde0-4e2c-af71-3f0410b5559e" providerId="ADAL" clId="{BD690F32-6A11-4ACD-8ECA-649441D692A8}" dt="2024-11-12T14:14:31.644" v="865" actId="6264"/>
          <ac:spMkLst>
            <pc:docMk/>
            <pc:sldMk cId="3308514704" sldId="260"/>
            <ac:spMk id="11" creationId="{1F194AE8-1F9B-7655-7A8E-46F79DCAFB25}"/>
          </ac:spMkLst>
        </pc:spChg>
      </pc:sldChg>
      <pc:sldChg chg="addSp delSp modSp new mod modClrScheme chgLayout">
        <pc:chgData name="Luiza Briana Grether" userId="33b05ef5-dde0-4e2c-af71-3f0410b5559e" providerId="ADAL" clId="{BD690F32-6A11-4ACD-8ECA-649441D692A8}" dt="2024-11-12T14:15:40.798" v="882" actId="2710"/>
        <pc:sldMkLst>
          <pc:docMk/>
          <pc:sldMk cId="3219517312" sldId="261"/>
        </pc:sldMkLst>
        <pc:spChg chg="del mod ord">
          <ac:chgData name="Luiza Briana Grether" userId="33b05ef5-dde0-4e2c-af71-3f0410b5559e" providerId="ADAL" clId="{BD690F32-6A11-4ACD-8ECA-649441D692A8}" dt="2024-11-12T14:15:23.944" v="877" actId="700"/>
          <ac:spMkLst>
            <pc:docMk/>
            <pc:sldMk cId="3219517312" sldId="261"/>
            <ac:spMk id="2" creationId="{99ECD01A-BBD1-7F6C-4463-139A47ABD710}"/>
          </ac:spMkLst>
        </pc:spChg>
        <pc:spChg chg="add mod ord">
          <ac:chgData name="Luiza Briana Grether" userId="33b05ef5-dde0-4e2c-af71-3f0410b5559e" providerId="ADAL" clId="{BD690F32-6A11-4ACD-8ECA-649441D692A8}" dt="2024-11-12T14:15:33.981" v="881" actId="6264"/>
          <ac:spMkLst>
            <pc:docMk/>
            <pc:sldMk cId="3219517312" sldId="261"/>
            <ac:spMk id="3" creationId="{6B469735-0F94-1DCF-3761-F56499DA6C4E}"/>
          </ac:spMkLst>
        </pc:spChg>
        <pc:spChg chg="add mod ord">
          <ac:chgData name="Luiza Briana Grether" userId="33b05ef5-dde0-4e2c-af71-3f0410b5559e" providerId="ADAL" clId="{BD690F32-6A11-4ACD-8ECA-649441D692A8}" dt="2024-11-12T14:15:40.798" v="882" actId="2710"/>
          <ac:spMkLst>
            <pc:docMk/>
            <pc:sldMk cId="3219517312" sldId="261"/>
            <ac:spMk id="4" creationId="{8B82D497-B16B-BADC-0175-8E0C4BBA71E8}"/>
          </ac:spMkLst>
        </pc:spChg>
        <pc:spChg chg="add del mod">
          <ac:chgData name="Luiza Briana Grether" userId="33b05ef5-dde0-4e2c-af71-3f0410b5559e" providerId="ADAL" clId="{BD690F32-6A11-4ACD-8ECA-649441D692A8}" dt="2024-11-12T14:15:33.981" v="881" actId="6264"/>
          <ac:spMkLst>
            <pc:docMk/>
            <pc:sldMk cId="3219517312" sldId="261"/>
            <ac:spMk id="5" creationId="{06E70A24-8B64-CFAC-B2F4-6B6530B2F4CA}"/>
          </ac:spMkLst>
        </pc:spChg>
        <pc:spChg chg="add del mod">
          <ac:chgData name="Luiza Briana Grether" userId="33b05ef5-dde0-4e2c-af71-3f0410b5559e" providerId="ADAL" clId="{BD690F32-6A11-4ACD-8ECA-649441D692A8}" dt="2024-11-12T14:15:33.981" v="881" actId="6264"/>
          <ac:spMkLst>
            <pc:docMk/>
            <pc:sldMk cId="3219517312" sldId="261"/>
            <ac:spMk id="6" creationId="{69EE10BE-2C1B-685E-8F05-53CEA8BE6CDA}"/>
          </ac:spMkLst>
        </pc:spChg>
      </pc:sldChg>
      <pc:sldChg chg="addSp delSp modSp new mod modClrScheme chgLayout">
        <pc:chgData name="Luiza Briana Grether" userId="33b05ef5-dde0-4e2c-af71-3f0410b5559e" providerId="ADAL" clId="{BD690F32-6A11-4ACD-8ECA-649441D692A8}" dt="2024-11-12T14:16:10.354" v="893"/>
        <pc:sldMkLst>
          <pc:docMk/>
          <pc:sldMk cId="1648572485" sldId="262"/>
        </pc:sldMkLst>
        <pc:spChg chg="del mod ord">
          <ac:chgData name="Luiza Briana Grether" userId="33b05ef5-dde0-4e2c-af71-3f0410b5559e" providerId="ADAL" clId="{BD690F32-6A11-4ACD-8ECA-649441D692A8}" dt="2024-11-12T14:15:51.694" v="884" actId="700"/>
          <ac:spMkLst>
            <pc:docMk/>
            <pc:sldMk cId="1648572485" sldId="262"/>
            <ac:spMk id="2" creationId="{B32E65F2-7BEA-8AA4-C5E1-7C93F7190D05}"/>
          </ac:spMkLst>
        </pc:spChg>
        <pc:spChg chg="del mod ord">
          <ac:chgData name="Luiza Briana Grether" userId="33b05ef5-dde0-4e2c-af71-3f0410b5559e" providerId="ADAL" clId="{BD690F32-6A11-4ACD-8ECA-649441D692A8}" dt="2024-11-12T14:15:51.694" v="884" actId="700"/>
          <ac:spMkLst>
            <pc:docMk/>
            <pc:sldMk cId="1648572485" sldId="262"/>
            <ac:spMk id="3" creationId="{897E4674-79E4-1F0B-17FD-522B640B4ED8}"/>
          </ac:spMkLst>
        </pc:spChg>
        <pc:spChg chg="add mod ord">
          <ac:chgData name="Luiza Briana Grether" userId="33b05ef5-dde0-4e2c-af71-3f0410b5559e" providerId="ADAL" clId="{BD690F32-6A11-4ACD-8ECA-649441D692A8}" dt="2024-11-12T14:15:55.009" v="886"/>
          <ac:spMkLst>
            <pc:docMk/>
            <pc:sldMk cId="1648572485" sldId="262"/>
            <ac:spMk id="4" creationId="{61791FE0-C0E8-FBEF-E2DB-8CF14621A8B2}"/>
          </ac:spMkLst>
        </pc:spChg>
        <pc:spChg chg="add mod ord">
          <ac:chgData name="Luiza Briana Grether" userId="33b05ef5-dde0-4e2c-af71-3f0410b5559e" providerId="ADAL" clId="{BD690F32-6A11-4ACD-8ECA-649441D692A8}" dt="2024-11-12T14:15:59.680" v="888" actId="20577"/>
          <ac:spMkLst>
            <pc:docMk/>
            <pc:sldMk cId="1648572485" sldId="262"/>
            <ac:spMk id="5" creationId="{FD13C09D-73F5-CF36-5A89-C2FCC65E8315}"/>
          </ac:spMkLst>
        </pc:spChg>
        <pc:spChg chg="add del mod ord">
          <ac:chgData name="Luiza Briana Grether" userId="33b05ef5-dde0-4e2c-af71-3f0410b5559e" providerId="ADAL" clId="{BD690F32-6A11-4ACD-8ECA-649441D692A8}" dt="2024-11-12T14:16:10.354" v="893"/>
          <ac:spMkLst>
            <pc:docMk/>
            <pc:sldMk cId="1648572485" sldId="262"/>
            <ac:spMk id="6" creationId="{84774C93-3AD7-A7DB-F318-C594409446C1}"/>
          </ac:spMkLst>
        </pc:spChg>
        <pc:spChg chg="add mod ord">
          <ac:chgData name="Luiza Briana Grether" userId="33b05ef5-dde0-4e2c-af71-3f0410b5559e" providerId="ADAL" clId="{BD690F32-6A11-4ACD-8ECA-649441D692A8}" dt="2024-11-12T14:16:04.805" v="890" actId="20577"/>
          <ac:spMkLst>
            <pc:docMk/>
            <pc:sldMk cId="1648572485" sldId="262"/>
            <ac:spMk id="7" creationId="{60BF9D02-EAA8-EAF9-16FD-B8F58FC8BB81}"/>
          </ac:spMkLst>
        </pc:spChg>
        <pc:picChg chg="add del mod">
          <ac:chgData name="Luiza Briana Grether" userId="33b05ef5-dde0-4e2c-af71-3f0410b5559e" providerId="ADAL" clId="{BD690F32-6A11-4ACD-8ECA-649441D692A8}" dt="2024-11-12T14:16:09.714" v="892" actId="21"/>
          <ac:picMkLst>
            <pc:docMk/>
            <pc:sldMk cId="1648572485" sldId="262"/>
            <ac:picMk id="8" creationId="{9A40D980-8314-3FF2-60CF-51BDE9EA010C}"/>
          </ac:picMkLst>
        </pc:picChg>
        <pc:picChg chg="add mod">
          <ac:chgData name="Luiza Briana Grether" userId="33b05ef5-dde0-4e2c-af71-3f0410b5559e" providerId="ADAL" clId="{BD690F32-6A11-4ACD-8ECA-649441D692A8}" dt="2024-11-12T14:16:10.354" v="893"/>
          <ac:picMkLst>
            <pc:docMk/>
            <pc:sldMk cId="1648572485" sldId="262"/>
            <ac:picMk id="9" creationId="{9A40D980-8314-3FF2-60CF-51BDE9EA010C}"/>
          </ac:picMkLst>
        </pc:picChg>
      </pc:sldChg>
      <pc:sldChg chg="addSp delSp modSp new mod modClrScheme chgLayout">
        <pc:chgData name="Luiza Briana Grether" userId="33b05ef5-dde0-4e2c-af71-3f0410b5559e" providerId="ADAL" clId="{BD690F32-6A11-4ACD-8ECA-649441D692A8}" dt="2024-11-12T14:16:52.122" v="901" actId="6264"/>
        <pc:sldMkLst>
          <pc:docMk/>
          <pc:sldMk cId="3935208750" sldId="263"/>
        </pc:sldMkLst>
        <pc:spChg chg="del">
          <ac:chgData name="Luiza Briana Grether" userId="33b05ef5-dde0-4e2c-af71-3f0410b5559e" providerId="ADAL" clId="{BD690F32-6A11-4ACD-8ECA-649441D692A8}" dt="2024-11-12T14:16:19.788" v="895" actId="6264"/>
          <ac:spMkLst>
            <pc:docMk/>
            <pc:sldMk cId="3935208750" sldId="263"/>
            <ac:spMk id="2" creationId="{7C352180-CB2F-2CA0-3FD6-56E59D50D30B}"/>
          </ac:spMkLst>
        </pc:spChg>
        <pc:spChg chg="del">
          <ac:chgData name="Luiza Briana Grether" userId="33b05ef5-dde0-4e2c-af71-3f0410b5559e" providerId="ADAL" clId="{BD690F32-6A11-4ACD-8ECA-649441D692A8}" dt="2024-11-12T14:16:19.788" v="895" actId="6264"/>
          <ac:spMkLst>
            <pc:docMk/>
            <pc:sldMk cId="3935208750" sldId="263"/>
            <ac:spMk id="3" creationId="{812EC9B3-B372-F3C0-F396-A8F6A73264E7}"/>
          </ac:spMkLst>
        </pc:spChg>
        <pc:spChg chg="del">
          <ac:chgData name="Luiza Briana Grether" userId="33b05ef5-dde0-4e2c-af71-3f0410b5559e" providerId="ADAL" clId="{BD690F32-6A11-4ACD-8ECA-649441D692A8}" dt="2024-11-12T14:16:19.788" v="895" actId="6264"/>
          <ac:spMkLst>
            <pc:docMk/>
            <pc:sldMk cId="3935208750" sldId="263"/>
            <ac:spMk id="4" creationId="{0FA408E4-D474-0562-8B1C-64B6414B24F8}"/>
          </ac:spMkLst>
        </pc:spChg>
        <pc:spChg chg="del">
          <ac:chgData name="Luiza Briana Grether" userId="33b05ef5-dde0-4e2c-af71-3f0410b5559e" providerId="ADAL" clId="{BD690F32-6A11-4ACD-8ECA-649441D692A8}" dt="2024-11-12T14:16:19.788" v="895" actId="6264"/>
          <ac:spMkLst>
            <pc:docMk/>
            <pc:sldMk cId="3935208750" sldId="263"/>
            <ac:spMk id="5" creationId="{32969A98-BB2C-5971-740D-E8F325FDED76}"/>
          </ac:spMkLst>
        </pc:spChg>
        <pc:spChg chg="add del mod ord">
          <ac:chgData name="Luiza Briana Grether" userId="33b05ef5-dde0-4e2c-af71-3f0410b5559e" providerId="ADAL" clId="{BD690F32-6A11-4ACD-8ECA-649441D692A8}" dt="2024-11-12T14:16:24.358" v="897" actId="700"/>
          <ac:spMkLst>
            <pc:docMk/>
            <pc:sldMk cId="3935208750" sldId="263"/>
            <ac:spMk id="6" creationId="{56D651C2-E357-D5C8-BF84-6C80051EEEF5}"/>
          </ac:spMkLst>
        </pc:spChg>
        <pc:spChg chg="add del mod ord">
          <ac:chgData name="Luiza Briana Grether" userId="33b05ef5-dde0-4e2c-af71-3f0410b5559e" providerId="ADAL" clId="{BD690F32-6A11-4ACD-8ECA-649441D692A8}" dt="2024-11-12T14:16:24.358" v="897" actId="700"/>
          <ac:spMkLst>
            <pc:docMk/>
            <pc:sldMk cId="3935208750" sldId="263"/>
            <ac:spMk id="7" creationId="{5446E27E-E85B-1878-0E9B-885F267EDC5C}"/>
          </ac:spMkLst>
        </pc:spChg>
        <pc:spChg chg="add del mod ord">
          <ac:chgData name="Luiza Briana Grether" userId="33b05ef5-dde0-4e2c-af71-3f0410b5559e" providerId="ADAL" clId="{BD690F32-6A11-4ACD-8ECA-649441D692A8}" dt="2024-11-12T14:16:24.358" v="897" actId="700"/>
          <ac:spMkLst>
            <pc:docMk/>
            <pc:sldMk cId="3935208750" sldId="263"/>
            <ac:spMk id="8" creationId="{7BE9EE8D-FDC5-976A-8195-17F68C9000CE}"/>
          </ac:spMkLst>
        </pc:spChg>
        <pc:spChg chg="add del mod ord">
          <ac:chgData name="Luiza Briana Grether" userId="33b05ef5-dde0-4e2c-af71-3f0410b5559e" providerId="ADAL" clId="{BD690F32-6A11-4ACD-8ECA-649441D692A8}" dt="2024-11-12T14:16:24.358" v="897" actId="700"/>
          <ac:spMkLst>
            <pc:docMk/>
            <pc:sldMk cId="3935208750" sldId="263"/>
            <ac:spMk id="9" creationId="{07FBD802-98C1-8969-2DE0-6EA9FCBE475E}"/>
          </ac:spMkLst>
        </pc:spChg>
        <pc:spChg chg="add mod ord">
          <ac:chgData name="Luiza Briana Grether" userId="33b05ef5-dde0-4e2c-af71-3f0410b5559e" providerId="ADAL" clId="{BD690F32-6A11-4ACD-8ECA-649441D692A8}" dt="2024-11-12T14:16:52.122" v="901" actId="6264"/>
          <ac:spMkLst>
            <pc:docMk/>
            <pc:sldMk cId="3935208750" sldId="263"/>
            <ac:spMk id="10" creationId="{60FC964B-074A-7921-A7C5-F4450A1D8673}"/>
          </ac:spMkLst>
        </pc:spChg>
        <pc:spChg chg="add del mod">
          <ac:chgData name="Luiza Briana Grether" userId="33b05ef5-dde0-4e2c-af71-3f0410b5559e" providerId="ADAL" clId="{BD690F32-6A11-4ACD-8ECA-649441D692A8}" dt="2024-11-12T14:16:52.122" v="901" actId="6264"/>
          <ac:spMkLst>
            <pc:docMk/>
            <pc:sldMk cId="3935208750" sldId="263"/>
            <ac:spMk id="11" creationId="{4AB64209-100D-0758-B85E-6D6B8C0777AC}"/>
          </ac:spMkLst>
        </pc:spChg>
      </pc:sldChg>
      <pc:sldChg chg="addSp delSp modSp new mod modClrScheme chgLayout">
        <pc:chgData name="Luiza Briana Grether" userId="33b05ef5-dde0-4e2c-af71-3f0410b5559e" providerId="ADAL" clId="{BD690F32-6A11-4ACD-8ECA-649441D692A8}" dt="2024-11-12T14:22:12.838" v="987" actId="6264"/>
        <pc:sldMkLst>
          <pc:docMk/>
          <pc:sldMk cId="2764548526" sldId="264"/>
        </pc:sldMkLst>
        <pc:spChg chg="del mod ord">
          <ac:chgData name="Luiza Briana Grether" userId="33b05ef5-dde0-4e2c-af71-3f0410b5559e" providerId="ADAL" clId="{BD690F32-6A11-4ACD-8ECA-649441D692A8}" dt="2024-11-12T14:17:02.221" v="903" actId="700"/>
          <ac:spMkLst>
            <pc:docMk/>
            <pc:sldMk cId="2764548526" sldId="264"/>
            <ac:spMk id="2" creationId="{F0D78E6B-99F0-8B4D-F418-37CE3EFE4600}"/>
          </ac:spMkLst>
        </pc:spChg>
        <pc:spChg chg="add del mod ord">
          <ac:chgData name="Luiza Briana Grether" userId="33b05ef5-dde0-4e2c-af71-3f0410b5559e" providerId="ADAL" clId="{BD690F32-6A11-4ACD-8ECA-649441D692A8}" dt="2024-11-12T14:17:12.177" v="910"/>
          <ac:spMkLst>
            <pc:docMk/>
            <pc:sldMk cId="2764548526" sldId="264"/>
            <ac:spMk id="3" creationId="{C3510AA5-5982-49C9-BD2F-550C641B665F}"/>
          </ac:spMkLst>
        </pc:spChg>
        <pc:spChg chg="add del mod ord">
          <ac:chgData name="Luiza Briana Grether" userId="33b05ef5-dde0-4e2c-af71-3f0410b5559e" providerId="ADAL" clId="{BD690F32-6A11-4ACD-8ECA-649441D692A8}" dt="2024-11-12T14:17:15.776" v="911" actId="6264"/>
          <ac:spMkLst>
            <pc:docMk/>
            <pc:sldMk cId="2764548526" sldId="264"/>
            <ac:spMk id="4" creationId="{4CF7F527-5E26-3262-4814-09C71A51840E}"/>
          </ac:spMkLst>
        </pc:spChg>
        <pc:spChg chg="add mod ord">
          <ac:chgData name="Luiza Briana Grether" userId="33b05ef5-dde0-4e2c-af71-3f0410b5559e" providerId="ADAL" clId="{BD690F32-6A11-4ACD-8ECA-649441D692A8}" dt="2024-11-12T14:22:12.838" v="987" actId="6264"/>
          <ac:spMkLst>
            <pc:docMk/>
            <pc:sldMk cId="2764548526" sldId="264"/>
            <ac:spMk id="5" creationId="{96636678-0B69-C35E-E571-8389EBFFCEBD}"/>
          </ac:spMkLst>
        </pc:spChg>
        <pc:spChg chg="add del mod ord">
          <ac:chgData name="Luiza Briana Grether" userId="33b05ef5-dde0-4e2c-af71-3f0410b5559e" providerId="ADAL" clId="{BD690F32-6A11-4ACD-8ECA-649441D692A8}" dt="2024-11-12T14:17:15.776" v="911" actId="6264"/>
          <ac:spMkLst>
            <pc:docMk/>
            <pc:sldMk cId="2764548526" sldId="264"/>
            <ac:spMk id="6" creationId="{ACA6696B-AA3C-F1B6-4682-689A90CAB777}"/>
          </ac:spMkLst>
        </pc:spChg>
        <pc:spChg chg="add del mod ord">
          <ac:chgData name="Luiza Briana Grether" userId="33b05ef5-dde0-4e2c-af71-3f0410b5559e" providerId="ADAL" clId="{BD690F32-6A11-4ACD-8ECA-649441D692A8}" dt="2024-11-12T14:17:15.776" v="911" actId="6264"/>
          <ac:spMkLst>
            <pc:docMk/>
            <pc:sldMk cId="2764548526" sldId="264"/>
            <ac:spMk id="7" creationId="{50EC3EA4-2AF0-A718-9261-FA012BCB0190}"/>
          </ac:spMkLst>
        </pc:spChg>
        <pc:spChg chg="add del mod">
          <ac:chgData name="Luiza Briana Grether" userId="33b05ef5-dde0-4e2c-af71-3f0410b5559e" providerId="ADAL" clId="{BD690F32-6A11-4ACD-8ECA-649441D692A8}" dt="2024-11-12T14:17:15.776" v="911" actId="6264"/>
          <ac:spMkLst>
            <pc:docMk/>
            <pc:sldMk cId="2764548526" sldId="264"/>
            <ac:spMk id="10" creationId="{0DF7F6C8-7E80-7A34-4DE9-D3A066C552AE}"/>
          </ac:spMkLst>
        </pc:spChg>
        <pc:spChg chg="add del mod">
          <ac:chgData name="Luiza Briana Grether" userId="33b05ef5-dde0-4e2c-af71-3f0410b5559e" providerId="ADAL" clId="{BD690F32-6A11-4ACD-8ECA-649441D692A8}" dt="2024-11-12T14:17:15.776" v="911" actId="6264"/>
          <ac:spMkLst>
            <pc:docMk/>
            <pc:sldMk cId="2764548526" sldId="264"/>
            <ac:spMk id="11" creationId="{A923DD43-828E-90B8-BF37-5133F0C90C63}"/>
          </ac:spMkLst>
        </pc:spChg>
        <pc:spChg chg="add del mod ord">
          <ac:chgData name="Luiza Briana Grether" userId="33b05ef5-dde0-4e2c-af71-3f0410b5559e" providerId="ADAL" clId="{BD690F32-6A11-4ACD-8ECA-649441D692A8}" dt="2024-11-12T14:17:31.046" v="918" actId="6264"/>
          <ac:spMkLst>
            <pc:docMk/>
            <pc:sldMk cId="2764548526" sldId="264"/>
            <ac:spMk id="12" creationId="{5E4F3B7C-D34C-2351-30CA-6439C8E60251}"/>
          </ac:spMkLst>
        </pc:spChg>
        <pc:spChg chg="add del mod ord">
          <ac:chgData name="Luiza Briana Grether" userId="33b05ef5-dde0-4e2c-af71-3f0410b5559e" providerId="ADAL" clId="{BD690F32-6A11-4ACD-8ECA-649441D692A8}" dt="2024-11-12T14:17:27.938" v="917"/>
          <ac:spMkLst>
            <pc:docMk/>
            <pc:sldMk cId="2764548526" sldId="264"/>
            <ac:spMk id="13" creationId="{B51052B3-76A0-F89F-AF40-91FD4A7D6597}"/>
          </ac:spMkLst>
        </pc:spChg>
        <pc:spChg chg="add del mod ord">
          <ac:chgData name="Luiza Briana Grether" userId="33b05ef5-dde0-4e2c-af71-3f0410b5559e" providerId="ADAL" clId="{BD690F32-6A11-4ACD-8ECA-649441D692A8}" dt="2024-11-12T14:17:31.046" v="918" actId="6264"/>
          <ac:spMkLst>
            <pc:docMk/>
            <pc:sldMk cId="2764548526" sldId="264"/>
            <ac:spMk id="14" creationId="{AB9572C0-1308-CA10-6584-16EFC6EA870D}"/>
          </ac:spMkLst>
        </pc:spChg>
        <pc:spChg chg="add del mod">
          <ac:chgData name="Luiza Briana Grether" userId="33b05ef5-dde0-4e2c-af71-3f0410b5559e" providerId="ADAL" clId="{BD690F32-6A11-4ACD-8ECA-649441D692A8}" dt="2024-11-12T14:17:31.046" v="918" actId="6264"/>
          <ac:spMkLst>
            <pc:docMk/>
            <pc:sldMk cId="2764548526" sldId="264"/>
            <ac:spMk id="17" creationId="{CC8AD364-D49B-D40A-D294-6A0EC354742B}"/>
          </ac:spMkLst>
        </pc:spChg>
        <pc:spChg chg="add del mod">
          <ac:chgData name="Luiza Briana Grether" userId="33b05ef5-dde0-4e2c-af71-3f0410b5559e" providerId="ADAL" clId="{BD690F32-6A11-4ACD-8ECA-649441D692A8}" dt="2024-11-12T14:17:31.046" v="918" actId="6264"/>
          <ac:spMkLst>
            <pc:docMk/>
            <pc:sldMk cId="2764548526" sldId="264"/>
            <ac:spMk id="18" creationId="{F9EA501D-9C80-41E2-26C1-7DF4C41E7146}"/>
          </ac:spMkLst>
        </pc:spChg>
        <pc:spChg chg="add del mod">
          <ac:chgData name="Luiza Briana Grether" userId="33b05ef5-dde0-4e2c-af71-3f0410b5559e" providerId="ADAL" clId="{BD690F32-6A11-4ACD-8ECA-649441D692A8}" dt="2024-11-12T14:17:31.046" v="918" actId="6264"/>
          <ac:spMkLst>
            <pc:docMk/>
            <pc:sldMk cId="2764548526" sldId="264"/>
            <ac:spMk id="19" creationId="{6E405C13-A8A6-6803-314A-D8BB32ACFE19}"/>
          </ac:spMkLst>
        </pc:spChg>
        <pc:spChg chg="add mod ord">
          <ac:chgData name="Luiza Briana Grether" userId="33b05ef5-dde0-4e2c-af71-3f0410b5559e" providerId="ADAL" clId="{BD690F32-6A11-4ACD-8ECA-649441D692A8}" dt="2024-11-12T14:22:12.838" v="987" actId="6264"/>
          <ac:spMkLst>
            <pc:docMk/>
            <pc:sldMk cId="2764548526" sldId="264"/>
            <ac:spMk id="20" creationId="{CC6432CB-0B43-25FD-2F14-35855C4F5D68}"/>
          </ac:spMkLst>
        </pc:spChg>
        <pc:spChg chg="add mod ord">
          <ac:chgData name="Luiza Briana Grether" userId="33b05ef5-dde0-4e2c-af71-3f0410b5559e" providerId="ADAL" clId="{BD690F32-6A11-4ACD-8ECA-649441D692A8}" dt="2024-11-12T14:22:12.838" v="987" actId="6264"/>
          <ac:spMkLst>
            <pc:docMk/>
            <pc:sldMk cId="2764548526" sldId="264"/>
            <ac:spMk id="21" creationId="{97CEF02E-6A99-C5AF-91B8-5881D469B69D}"/>
          </ac:spMkLst>
        </pc:spChg>
        <pc:spChg chg="add del mod">
          <ac:chgData name="Luiza Briana Grether" userId="33b05ef5-dde0-4e2c-af71-3f0410b5559e" providerId="ADAL" clId="{BD690F32-6A11-4ACD-8ECA-649441D692A8}" dt="2024-11-12T14:22:12.838" v="987" actId="6264"/>
          <ac:spMkLst>
            <pc:docMk/>
            <pc:sldMk cId="2764548526" sldId="264"/>
            <ac:spMk id="22" creationId="{0954E4E1-46AD-AABD-2E7B-7A633A6CEF49}"/>
          </ac:spMkLst>
        </pc:spChg>
        <pc:spChg chg="add del mod">
          <ac:chgData name="Luiza Briana Grether" userId="33b05ef5-dde0-4e2c-af71-3f0410b5559e" providerId="ADAL" clId="{BD690F32-6A11-4ACD-8ECA-649441D692A8}" dt="2024-11-12T14:22:12.838" v="987" actId="6264"/>
          <ac:spMkLst>
            <pc:docMk/>
            <pc:sldMk cId="2764548526" sldId="264"/>
            <ac:spMk id="23" creationId="{51FCA659-A5B0-0007-A5F1-7768B865F3E7}"/>
          </ac:spMkLst>
        </pc:spChg>
        <pc:spChg chg="add del mod">
          <ac:chgData name="Luiza Briana Grether" userId="33b05ef5-dde0-4e2c-af71-3f0410b5559e" providerId="ADAL" clId="{BD690F32-6A11-4ACD-8ECA-649441D692A8}" dt="2024-11-12T14:22:12.838" v="987" actId="6264"/>
          <ac:spMkLst>
            <pc:docMk/>
            <pc:sldMk cId="2764548526" sldId="264"/>
            <ac:spMk id="24" creationId="{2BA883E2-F7DC-0764-E76C-59EE58ACD745}"/>
          </ac:spMkLst>
        </pc:spChg>
        <pc:spChg chg="add del mod">
          <ac:chgData name="Luiza Briana Grether" userId="33b05ef5-dde0-4e2c-af71-3f0410b5559e" providerId="ADAL" clId="{BD690F32-6A11-4ACD-8ECA-649441D692A8}" dt="2024-11-12T14:22:12.838" v="987" actId="6264"/>
          <ac:spMkLst>
            <pc:docMk/>
            <pc:sldMk cId="2764548526" sldId="264"/>
            <ac:spMk id="25" creationId="{23F358EF-ECB7-1029-13F8-6BAF4265F0CE}"/>
          </ac:spMkLst>
        </pc:spChg>
        <pc:spChg chg="add del mod">
          <ac:chgData name="Luiza Briana Grether" userId="33b05ef5-dde0-4e2c-af71-3f0410b5559e" providerId="ADAL" clId="{BD690F32-6A11-4ACD-8ECA-649441D692A8}" dt="2024-11-12T14:22:12.838" v="987" actId="6264"/>
          <ac:spMkLst>
            <pc:docMk/>
            <pc:sldMk cId="2764548526" sldId="264"/>
            <ac:spMk id="26" creationId="{8ECF5324-725D-6E67-8C05-82BDCD707E01}"/>
          </ac:spMkLst>
        </pc:spChg>
        <pc:picChg chg="add del mod">
          <ac:chgData name="Luiza Briana Grether" userId="33b05ef5-dde0-4e2c-af71-3f0410b5559e" providerId="ADAL" clId="{BD690F32-6A11-4ACD-8ECA-649441D692A8}" dt="2024-11-12T14:17:11.505" v="909" actId="21"/>
          <ac:picMkLst>
            <pc:docMk/>
            <pc:sldMk cId="2764548526" sldId="264"/>
            <ac:picMk id="8" creationId="{8508F8AA-8DFF-6BE8-A5F1-164B51EBDF91}"/>
          </ac:picMkLst>
        </pc:picChg>
        <pc:picChg chg="add mod ord">
          <ac:chgData name="Luiza Briana Grether" userId="33b05ef5-dde0-4e2c-af71-3f0410b5559e" providerId="ADAL" clId="{BD690F32-6A11-4ACD-8ECA-649441D692A8}" dt="2024-11-12T14:22:12.838" v="987" actId="6264"/>
          <ac:picMkLst>
            <pc:docMk/>
            <pc:sldMk cId="2764548526" sldId="264"/>
            <ac:picMk id="9" creationId="{8508F8AA-8DFF-6BE8-A5F1-164B51EBDF91}"/>
          </ac:picMkLst>
        </pc:picChg>
        <pc:picChg chg="add del mod">
          <ac:chgData name="Luiza Briana Grether" userId="33b05ef5-dde0-4e2c-af71-3f0410b5559e" providerId="ADAL" clId="{BD690F32-6A11-4ACD-8ECA-649441D692A8}" dt="2024-11-12T14:17:27.140" v="916" actId="21"/>
          <ac:picMkLst>
            <pc:docMk/>
            <pc:sldMk cId="2764548526" sldId="264"/>
            <ac:picMk id="15" creationId="{4F1B291A-069D-EA9C-7CD3-252684CF7B17}"/>
          </ac:picMkLst>
        </pc:picChg>
        <pc:picChg chg="add mod ord">
          <ac:chgData name="Luiza Briana Grether" userId="33b05ef5-dde0-4e2c-af71-3f0410b5559e" providerId="ADAL" clId="{BD690F32-6A11-4ACD-8ECA-649441D692A8}" dt="2024-11-12T14:22:12.838" v="987" actId="6264"/>
          <ac:picMkLst>
            <pc:docMk/>
            <pc:sldMk cId="2764548526" sldId="264"/>
            <ac:picMk id="16" creationId="{4F1B291A-069D-EA9C-7CD3-252684CF7B17}"/>
          </ac:picMkLst>
        </pc:picChg>
      </pc:sldChg>
      <pc:sldChg chg="addSp delSp modSp new del mod modClrScheme chgLayout">
        <pc:chgData name="Luiza Briana Grether" userId="33b05ef5-dde0-4e2c-af71-3f0410b5559e" providerId="ADAL" clId="{BD690F32-6A11-4ACD-8ECA-649441D692A8}" dt="2024-11-25T11:58:28.197" v="1084" actId="47"/>
        <pc:sldMkLst>
          <pc:docMk/>
          <pc:sldMk cId="2223283500" sldId="265"/>
        </pc:sldMkLst>
        <pc:spChg chg="del">
          <ac:chgData name="Luiza Briana Grether" userId="33b05ef5-dde0-4e2c-af71-3f0410b5559e" providerId="ADAL" clId="{BD690F32-6A11-4ACD-8ECA-649441D692A8}" dt="2024-11-12T14:17:58.175" v="927" actId="700"/>
          <ac:spMkLst>
            <pc:docMk/>
            <pc:sldMk cId="2223283500" sldId="265"/>
            <ac:spMk id="2" creationId="{E5E074A6-494B-D93D-B908-137C39031488}"/>
          </ac:spMkLst>
        </pc:spChg>
        <pc:spChg chg="del mod ord">
          <ac:chgData name="Luiza Briana Grether" userId="33b05ef5-dde0-4e2c-af71-3f0410b5559e" providerId="ADAL" clId="{BD690F32-6A11-4ACD-8ECA-649441D692A8}" dt="2024-11-12T14:17:58.175" v="927" actId="700"/>
          <ac:spMkLst>
            <pc:docMk/>
            <pc:sldMk cId="2223283500" sldId="265"/>
            <ac:spMk id="3" creationId="{59009C81-3DEA-A72E-A52C-8376E75F6C61}"/>
          </ac:spMkLst>
        </pc:spChg>
        <pc:spChg chg="del mod ord">
          <ac:chgData name="Luiza Briana Grether" userId="33b05ef5-dde0-4e2c-af71-3f0410b5559e" providerId="ADAL" clId="{BD690F32-6A11-4ACD-8ECA-649441D692A8}" dt="2024-11-12T14:17:58.175" v="927" actId="700"/>
          <ac:spMkLst>
            <pc:docMk/>
            <pc:sldMk cId="2223283500" sldId="265"/>
            <ac:spMk id="4" creationId="{E2D7E806-7F38-35DC-6DC3-0D471798DBDE}"/>
          </ac:spMkLst>
        </pc:spChg>
        <pc:spChg chg="del">
          <ac:chgData name="Luiza Briana Grether" userId="33b05ef5-dde0-4e2c-af71-3f0410b5559e" providerId="ADAL" clId="{BD690F32-6A11-4ACD-8ECA-649441D692A8}" dt="2024-11-12T14:17:58.175" v="927" actId="700"/>
          <ac:spMkLst>
            <pc:docMk/>
            <pc:sldMk cId="2223283500" sldId="265"/>
            <ac:spMk id="5" creationId="{0B1DCBA2-9236-6E5E-9737-1FE72EF3664F}"/>
          </ac:spMkLst>
        </pc:spChg>
        <pc:spChg chg="del">
          <ac:chgData name="Luiza Briana Grether" userId="33b05ef5-dde0-4e2c-af71-3f0410b5559e" providerId="ADAL" clId="{BD690F32-6A11-4ACD-8ECA-649441D692A8}" dt="2024-11-12T14:17:58.175" v="927" actId="700"/>
          <ac:spMkLst>
            <pc:docMk/>
            <pc:sldMk cId="2223283500" sldId="265"/>
            <ac:spMk id="6" creationId="{0A5E211C-8101-778E-5849-4652CAD8220D}"/>
          </ac:spMkLst>
        </pc:spChg>
        <pc:spChg chg="add mod ord">
          <ac:chgData name="Luiza Briana Grether" userId="33b05ef5-dde0-4e2c-af71-3f0410b5559e" providerId="ADAL" clId="{BD690F32-6A11-4ACD-8ECA-649441D692A8}" dt="2024-11-12T14:18:07.092" v="931" actId="6264"/>
          <ac:spMkLst>
            <pc:docMk/>
            <pc:sldMk cId="2223283500" sldId="265"/>
            <ac:spMk id="7" creationId="{AC545DC4-7E2C-A38C-49B3-03D8095BBC44}"/>
          </ac:spMkLst>
        </pc:spChg>
        <pc:spChg chg="add mod ord">
          <ac:chgData name="Luiza Briana Grether" userId="33b05ef5-dde0-4e2c-af71-3f0410b5559e" providerId="ADAL" clId="{BD690F32-6A11-4ACD-8ECA-649441D692A8}" dt="2024-11-12T14:18:09.663" v="932" actId="12"/>
          <ac:spMkLst>
            <pc:docMk/>
            <pc:sldMk cId="2223283500" sldId="265"/>
            <ac:spMk id="8" creationId="{3A31C5A8-00F0-6520-8DFF-57275A25DD69}"/>
          </ac:spMkLst>
        </pc:spChg>
        <pc:spChg chg="add del mod">
          <ac:chgData name="Luiza Briana Grether" userId="33b05ef5-dde0-4e2c-af71-3f0410b5559e" providerId="ADAL" clId="{BD690F32-6A11-4ACD-8ECA-649441D692A8}" dt="2024-11-12T14:18:07.092" v="931" actId="6264"/>
          <ac:spMkLst>
            <pc:docMk/>
            <pc:sldMk cId="2223283500" sldId="265"/>
            <ac:spMk id="9" creationId="{D5E381AA-234D-DEE7-3783-D1A44E22FF33}"/>
          </ac:spMkLst>
        </pc:spChg>
        <pc:spChg chg="add del mod">
          <ac:chgData name="Luiza Briana Grether" userId="33b05ef5-dde0-4e2c-af71-3f0410b5559e" providerId="ADAL" clId="{BD690F32-6A11-4ACD-8ECA-649441D692A8}" dt="2024-11-12T14:18:07.092" v="931" actId="6264"/>
          <ac:spMkLst>
            <pc:docMk/>
            <pc:sldMk cId="2223283500" sldId="265"/>
            <ac:spMk id="10" creationId="{87B5C524-D713-FD4D-8250-34B72E93FCA9}"/>
          </ac:spMkLst>
        </pc:spChg>
      </pc:sldChg>
      <pc:sldChg chg="addSp delSp modSp new mod">
        <pc:chgData name="Luiza Briana Grether" userId="33b05ef5-dde0-4e2c-af71-3f0410b5559e" providerId="ADAL" clId="{BD690F32-6A11-4ACD-8ECA-649441D692A8}" dt="2024-11-12T14:18:24.351" v="938" actId="20577"/>
        <pc:sldMkLst>
          <pc:docMk/>
          <pc:sldMk cId="4233346620" sldId="266"/>
        </pc:sldMkLst>
        <pc:spChg chg="mod">
          <ac:chgData name="Luiza Briana Grether" userId="33b05ef5-dde0-4e2c-af71-3f0410b5559e" providerId="ADAL" clId="{BD690F32-6A11-4ACD-8ECA-649441D692A8}" dt="2024-11-12T14:18:19.841" v="936"/>
          <ac:spMkLst>
            <pc:docMk/>
            <pc:sldMk cId="4233346620" sldId="266"/>
            <ac:spMk id="2" creationId="{3F672EB2-BA31-258D-49EF-C21D8689A7D0}"/>
          </ac:spMkLst>
        </pc:spChg>
        <pc:spChg chg="mod">
          <ac:chgData name="Luiza Briana Grether" userId="33b05ef5-dde0-4e2c-af71-3f0410b5559e" providerId="ADAL" clId="{BD690F32-6A11-4ACD-8ECA-649441D692A8}" dt="2024-11-12T14:18:24.351" v="938" actId="20577"/>
          <ac:spMkLst>
            <pc:docMk/>
            <pc:sldMk cId="4233346620" sldId="266"/>
            <ac:spMk id="3" creationId="{83E9997E-38BC-C2ED-57F3-C4C24F228011}"/>
          </ac:spMkLst>
        </pc:spChg>
        <pc:spChg chg="add del">
          <ac:chgData name="Luiza Briana Grether" userId="33b05ef5-dde0-4e2c-af71-3f0410b5559e" providerId="ADAL" clId="{BD690F32-6A11-4ACD-8ECA-649441D692A8}" dt="2024-11-12T14:18:19.015" v="935" actId="22"/>
          <ac:spMkLst>
            <pc:docMk/>
            <pc:sldMk cId="4233346620" sldId="266"/>
            <ac:spMk id="5" creationId="{3D3E5AB2-3796-0902-1FD2-CC95E51DC7CA}"/>
          </ac:spMkLst>
        </pc:spChg>
      </pc:sldChg>
      <pc:sldChg chg="addSp delSp modSp new mod modClrScheme chgLayout">
        <pc:chgData name="Luiza Briana Grether" userId="33b05ef5-dde0-4e2c-af71-3f0410b5559e" providerId="ADAL" clId="{BD690F32-6A11-4ACD-8ECA-649441D692A8}" dt="2024-11-12T14:19:30.367" v="952" actId="255"/>
        <pc:sldMkLst>
          <pc:docMk/>
          <pc:sldMk cId="2653190169" sldId="267"/>
        </pc:sldMkLst>
        <pc:spChg chg="del mod ord">
          <ac:chgData name="Luiza Briana Grether" userId="33b05ef5-dde0-4e2c-af71-3f0410b5559e" providerId="ADAL" clId="{BD690F32-6A11-4ACD-8ECA-649441D692A8}" dt="2024-11-12T14:18:36.017" v="940" actId="700"/>
          <ac:spMkLst>
            <pc:docMk/>
            <pc:sldMk cId="2653190169" sldId="267"/>
            <ac:spMk id="2" creationId="{C029C80B-708B-0745-447D-F9AA564D5E9B}"/>
          </ac:spMkLst>
        </pc:spChg>
        <pc:spChg chg="del mod ord">
          <ac:chgData name="Luiza Briana Grether" userId="33b05ef5-dde0-4e2c-af71-3f0410b5559e" providerId="ADAL" clId="{BD690F32-6A11-4ACD-8ECA-649441D692A8}" dt="2024-11-12T14:18:36.017" v="940" actId="700"/>
          <ac:spMkLst>
            <pc:docMk/>
            <pc:sldMk cId="2653190169" sldId="267"/>
            <ac:spMk id="3" creationId="{6AF96C47-938D-C1EC-E5ED-67E7C6B4FA3A}"/>
          </ac:spMkLst>
        </pc:spChg>
        <pc:spChg chg="add mod ord">
          <ac:chgData name="Luiza Briana Grether" userId="33b05ef5-dde0-4e2c-af71-3f0410b5559e" providerId="ADAL" clId="{BD690F32-6A11-4ACD-8ECA-649441D692A8}" dt="2024-11-12T14:19:30.367" v="952" actId="255"/>
          <ac:spMkLst>
            <pc:docMk/>
            <pc:sldMk cId="2653190169" sldId="267"/>
            <ac:spMk id="4" creationId="{FBF6838D-C34C-BA06-1B2B-EEBC18254C23}"/>
          </ac:spMkLst>
        </pc:spChg>
        <pc:spChg chg="add del mod ord">
          <ac:chgData name="Luiza Briana Grether" userId="33b05ef5-dde0-4e2c-af71-3f0410b5559e" providerId="ADAL" clId="{BD690F32-6A11-4ACD-8ECA-649441D692A8}" dt="2024-11-12T14:18:40.780" v="944"/>
          <ac:spMkLst>
            <pc:docMk/>
            <pc:sldMk cId="2653190169" sldId="267"/>
            <ac:spMk id="5" creationId="{35031795-E638-0384-BE33-0C390DA6DD0E}"/>
          </ac:spMkLst>
        </pc:spChg>
        <pc:spChg chg="add mod ord">
          <ac:chgData name="Luiza Briana Grether" userId="33b05ef5-dde0-4e2c-af71-3f0410b5559e" providerId="ADAL" clId="{BD690F32-6A11-4ACD-8ECA-649441D692A8}" dt="2024-11-12T14:19:23.989" v="950" actId="6264"/>
          <ac:spMkLst>
            <pc:docMk/>
            <pc:sldMk cId="2653190169" sldId="267"/>
            <ac:spMk id="6" creationId="{DBE8080F-C560-681F-28D0-69293D91768D}"/>
          </ac:spMkLst>
        </pc:spChg>
        <pc:spChg chg="add del mod">
          <ac:chgData name="Luiza Briana Grether" userId="33b05ef5-dde0-4e2c-af71-3f0410b5559e" providerId="ADAL" clId="{BD690F32-6A11-4ACD-8ECA-649441D692A8}" dt="2024-11-12T14:19:23.989" v="950" actId="6264"/>
          <ac:spMkLst>
            <pc:docMk/>
            <pc:sldMk cId="2653190169" sldId="267"/>
            <ac:spMk id="9" creationId="{1D42909D-6A00-F0D3-F344-EE6029236850}"/>
          </ac:spMkLst>
        </pc:spChg>
        <pc:spChg chg="add del mod">
          <ac:chgData name="Luiza Briana Grether" userId="33b05ef5-dde0-4e2c-af71-3f0410b5559e" providerId="ADAL" clId="{BD690F32-6A11-4ACD-8ECA-649441D692A8}" dt="2024-11-12T14:19:23.989" v="950" actId="6264"/>
          <ac:spMkLst>
            <pc:docMk/>
            <pc:sldMk cId="2653190169" sldId="267"/>
            <ac:spMk id="10" creationId="{59EDC936-DF47-6DED-92F1-931CA8699CB4}"/>
          </ac:spMkLst>
        </pc:spChg>
        <pc:spChg chg="add del mod">
          <ac:chgData name="Luiza Briana Grether" userId="33b05ef5-dde0-4e2c-af71-3f0410b5559e" providerId="ADAL" clId="{BD690F32-6A11-4ACD-8ECA-649441D692A8}" dt="2024-11-12T14:19:23.989" v="950" actId="6264"/>
          <ac:spMkLst>
            <pc:docMk/>
            <pc:sldMk cId="2653190169" sldId="267"/>
            <ac:spMk id="11" creationId="{06515C48-0ED1-9606-E36A-AFFFF3CA040B}"/>
          </ac:spMkLst>
        </pc:spChg>
        <pc:picChg chg="add del mod">
          <ac:chgData name="Luiza Briana Grether" userId="33b05ef5-dde0-4e2c-af71-3f0410b5559e" providerId="ADAL" clId="{BD690F32-6A11-4ACD-8ECA-649441D692A8}" dt="2024-11-12T14:18:40.071" v="943" actId="21"/>
          <ac:picMkLst>
            <pc:docMk/>
            <pc:sldMk cId="2653190169" sldId="267"/>
            <ac:picMk id="7" creationId="{F713F1D4-6400-5805-916B-DCCAD5C31AFA}"/>
          </ac:picMkLst>
        </pc:picChg>
        <pc:picChg chg="add mod ord">
          <ac:chgData name="Luiza Briana Grether" userId="33b05ef5-dde0-4e2c-af71-3f0410b5559e" providerId="ADAL" clId="{BD690F32-6A11-4ACD-8ECA-649441D692A8}" dt="2024-11-12T14:19:23.989" v="950" actId="6264"/>
          <ac:picMkLst>
            <pc:docMk/>
            <pc:sldMk cId="2653190169" sldId="267"/>
            <ac:picMk id="8" creationId="{F713F1D4-6400-5805-916B-DCCAD5C31AFA}"/>
          </ac:picMkLst>
        </pc:picChg>
      </pc:sldChg>
      <pc:sldChg chg="addSp delSp modSp new del mod modClrScheme chgLayout">
        <pc:chgData name="Luiza Briana Grether" userId="33b05ef5-dde0-4e2c-af71-3f0410b5559e" providerId="ADAL" clId="{BD690F32-6A11-4ACD-8ECA-649441D692A8}" dt="2024-11-25T11:58:50.344" v="1086" actId="47"/>
        <pc:sldMkLst>
          <pc:docMk/>
          <pc:sldMk cId="53405276" sldId="268"/>
        </pc:sldMkLst>
        <pc:spChg chg="del mod ord">
          <ac:chgData name="Luiza Briana Grether" userId="33b05ef5-dde0-4e2c-af71-3f0410b5559e" providerId="ADAL" clId="{BD690F32-6A11-4ACD-8ECA-649441D692A8}" dt="2024-11-12T14:19:44.553" v="954" actId="700"/>
          <ac:spMkLst>
            <pc:docMk/>
            <pc:sldMk cId="53405276" sldId="268"/>
            <ac:spMk id="2" creationId="{1D9FC9A0-01BC-9865-7531-8666865BE688}"/>
          </ac:spMkLst>
        </pc:spChg>
        <pc:spChg chg="del">
          <ac:chgData name="Luiza Briana Grether" userId="33b05ef5-dde0-4e2c-af71-3f0410b5559e" providerId="ADAL" clId="{BD690F32-6A11-4ACD-8ECA-649441D692A8}" dt="2024-11-12T14:19:44.553" v="954" actId="700"/>
          <ac:spMkLst>
            <pc:docMk/>
            <pc:sldMk cId="53405276" sldId="268"/>
            <ac:spMk id="3" creationId="{BD57D1F8-AF34-7CE5-F136-7CBF531C74E3}"/>
          </ac:spMkLst>
        </pc:spChg>
        <pc:spChg chg="del mod ord">
          <ac:chgData name="Luiza Briana Grether" userId="33b05ef5-dde0-4e2c-af71-3f0410b5559e" providerId="ADAL" clId="{BD690F32-6A11-4ACD-8ECA-649441D692A8}" dt="2024-11-12T14:19:44.553" v="954" actId="700"/>
          <ac:spMkLst>
            <pc:docMk/>
            <pc:sldMk cId="53405276" sldId="268"/>
            <ac:spMk id="4" creationId="{D360808F-CDBB-C2AE-7F2D-EEE88DBE8AAB}"/>
          </ac:spMkLst>
        </pc:spChg>
        <pc:spChg chg="add mod ord">
          <ac:chgData name="Luiza Briana Grether" userId="33b05ef5-dde0-4e2c-af71-3f0410b5559e" providerId="ADAL" clId="{BD690F32-6A11-4ACD-8ECA-649441D692A8}" dt="2024-11-12T14:19:51.698" v="957"/>
          <ac:spMkLst>
            <pc:docMk/>
            <pc:sldMk cId="53405276" sldId="268"/>
            <ac:spMk id="5" creationId="{61193F11-EDB0-23C9-01C0-236613E03AF6}"/>
          </ac:spMkLst>
        </pc:spChg>
        <pc:spChg chg="add mod ord">
          <ac:chgData name="Luiza Briana Grether" userId="33b05ef5-dde0-4e2c-af71-3f0410b5559e" providerId="ADAL" clId="{BD690F32-6A11-4ACD-8ECA-649441D692A8}" dt="2024-11-12T14:19:53.903" v="959" actId="20577"/>
          <ac:spMkLst>
            <pc:docMk/>
            <pc:sldMk cId="53405276" sldId="268"/>
            <ac:spMk id="6" creationId="{B2B71186-30CD-C8E4-3A93-0896CE143264}"/>
          </ac:spMkLst>
        </pc:spChg>
      </pc:sldChg>
      <pc:sldChg chg="modSp new mod">
        <pc:chgData name="Luiza Briana Grether" userId="33b05ef5-dde0-4e2c-af71-3f0410b5559e" providerId="ADAL" clId="{BD690F32-6A11-4ACD-8ECA-649441D692A8}" dt="2024-11-12T14:20:13.993" v="965" actId="20577"/>
        <pc:sldMkLst>
          <pc:docMk/>
          <pc:sldMk cId="1386092570" sldId="269"/>
        </pc:sldMkLst>
        <pc:spChg chg="mod">
          <ac:chgData name="Luiza Briana Grether" userId="33b05ef5-dde0-4e2c-af71-3f0410b5559e" providerId="ADAL" clId="{BD690F32-6A11-4ACD-8ECA-649441D692A8}" dt="2024-11-12T14:20:11.193" v="963"/>
          <ac:spMkLst>
            <pc:docMk/>
            <pc:sldMk cId="1386092570" sldId="269"/>
            <ac:spMk id="2" creationId="{BC449552-DCB6-E58B-681E-01C7461DE31B}"/>
          </ac:spMkLst>
        </pc:spChg>
        <pc:spChg chg="mod">
          <ac:chgData name="Luiza Briana Grether" userId="33b05ef5-dde0-4e2c-af71-3f0410b5559e" providerId="ADAL" clId="{BD690F32-6A11-4ACD-8ECA-649441D692A8}" dt="2024-11-12T14:20:13.993" v="965" actId="20577"/>
          <ac:spMkLst>
            <pc:docMk/>
            <pc:sldMk cId="1386092570" sldId="269"/>
            <ac:spMk id="3" creationId="{9F2397C1-C5FA-165A-4765-6FED7C1670E2}"/>
          </ac:spMkLst>
        </pc:spChg>
      </pc:sldChg>
      <pc:sldChg chg="addSp delSp modSp new mod modClrScheme chgLayout">
        <pc:chgData name="Luiza Briana Grether" userId="33b05ef5-dde0-4e2c-af71-3f0410b5559e" providerId="ADAL" clId="{BD690F32-6A11-4ACD-8ECA-649441D692A8}" dt="2024-11-12T14:20:39.785" v="976" actId="20577"/>
        <pc:sldMkLst>
          <pc:docMk/>
          <pc:sldMk cId="3412891661" sldId="270"/>
        </pc:sldMkLst>
        <pc:spChg chg="del mod ord">
          <ac:chgData name="Luiza Briana Grether" userId="33b05ef5-dde0-4e2c-af71-3f0410b5559e" providerId="ADAL" clId="{BD690F32-6A11-4ACD-8ECA-649441D692A8}" dt="2024-11-12T14:20:24.861" v="967" actId="700"/>
          <ac:spMkLst>
            <pc:docMk/>
            <pc:sldMk cId="3412891661" sldId="270"/>
            <ac:spMk id="2" creationId="{98956C1B-763B-082B-D889-7AD0B61AE25C}"/>
          </ac:spMkLst>
        </pc:spChg>
        <pc:spChg chg="del">
          <ac:chgData name="Luiza Briana Grether" userId="33b05ef5-dde0-4e2c-af71-3f0410b5559e" providerId="ADAL" clId="{BD690F32-6A11-4ACD-8ECA-649441D692A8}" dt="2024-11-12T14:20:24.861" v="967" actId="700"/>
          <ac:spMkLst>
            <pc:docMk/>
            <pc:sldMk cId="3412891661" sldId="270"/>
            <ac:spMk id="3" creationId="{098D100D-5DD5-2E69-ABDA-74E6C9D43C1C}"/>
          </ac:spMkLst>
        </pc:spChg>
        <pc:spChg chg="add del mod ord">
          <ac:chgData name="Luiza Briana Grether" userId="33b05ef5-dde0-4e2c-af71-3f0410b5559e" providerId="ADAL" clId="{BD690F32-6A11-4ACD-8ECA-649441D692A8}" dt="2024-11-12T14:20:28.715" v="971"/>
          <ac:spMkLst>
            <pc:docMk/>
            <pc:sldMk cId="3412891661" sldId="270"/>
            <ac:spMk id="4" creationId="{24DDA4B5-6014-FB29-61D1-00093F3BF91D}"/>
          </ac:spMkLst>
        </pc:spChg>
        <pc:spChg chg="add del mod ord">
          <ac:chgData name="Luiza Briana Grether" userId="33b05ef5-dde0-4e2c-af71-3f0410b5559e" providerId="ADAL" clId="{BD690F32-6A11-4ACD-8ECA-649441D692A8}" dt="2024-11-12T14:20:34.163" v="973" actId="6264"/>
          <ac:spMkLst>
            <pc:docMk/>
            <pc:sldMk cId="3412891661" sldId="270"/>
            <ac:spMk id="5" creationId="{70B88558-42B7-409A-AAF2-C34DE5022343}"/>
          </ac:spMkLst>
        </pc:spChg>
        <pc:spChg chg="add del mod">
          <ac:chgData name="Luiza Briana Grether" userId="33b05ef5-dde0-4e2c-af71-3f0410b5559e" providerId="ADAL" clId="{BD690F32-6A11-4ACD-8ECA-649441D692A8}" dt="2024-11-12T14:20:34.163" v="973" actId="6264"/>
          <ac:spMkLst>
            <pc:docMk/>
            <pc:sldMk cId="3412891661" sldId="270"/>
            <ac:spMk id="8" creationId="{B5202ACB-97F2-7002-2675-8EE0CE1BCBCB}"/>
          </ac:spMkLst>
        </pc:spChg>
        <pc:spChg chg="add mod ord">
          <ac:chgData name="Luiza Briana Grether" userId="33b05ef5-dde0-4e2c-af71-3f0410b5559e" providerId="ADAL" clId="{BD690F32-6A11-4ACD-8ECA-649441D692A8}" dt="2024-11-12T14:20:39.785" v="976" actId="20577"/>
          <ac:spMkLst>
            <pc:docMk/>
            <pc:sldMk cId="3412891661" sldId="270"/>
            <ac:spMk id="9" creationId="{61064952-90D5-2CA2-EE2B-98C51014E7BC}"/>
          </ac:spMkLst>
        </pc:spChg>
        <pc:picChg chg="add mod">
          <ac:chgData name="Luiza Briana Grether" userId="33b05ef5-dde0-4e2c-af71-3f0410b5559e" providerId="ADAL" clId="{BD690F32-6A11-4ACD-8ECA-649441D692A8}" dt="2024-11-12T14:20:28.085" v="970"/>
          <ac:picMkLst>
            <pc:docMk/>
            <pc:sldMk cId="3412891661" sldId="270"/>
            <ac:picMk id="6" creationId="{35703B26-EFF0-B729-63EA-9E971A7251E2}"/>
          </ac:picMkLst>
        </pc:picChg>
        <pc:picChg chg="add mod ord">
          <ac:chgData name="Luiza Briana Grether" userId="33b05ef5-dde0-4e2c-af71-3f0410b5559e" providerId="ADAL" clId="{BD690F32-6A11-4ACD-8ECA-649441D692A8}" dt="2024-11-12T14:20:34.163" v="973" actId="6264"/>
          <ac:picMkLst>
            <pc:docMk/>
            <pc:sldMk cId="3412891661" sldId="270"/>
            <ac:picMk id="7" creationId="{C0E9C5D4-686C-7734-4CC8-C223D61C4822}"/>
          </ac:picMkLst>
        </pc:picChg>
      </pc:sldChg>
      <pc:sldChg chg="addSp delSp modSp new del mod modClrScheme chgLayout">
        <pc:chgData name="Luiza Briana Grether" userId="33b05ef5-dde0-4e2c-af71-3f0410b5559e" providerId="ADAL" clId="{BD690F32-6A11-4ACD-8ECA-649441D692A8}" dt="2024-11-25T11:58:54.124" v="1087" actId="47"/>
        <pc:sldMkLst>
          <pc:docMk/>
          <pc:sldMk cId="2596373763" sldId="271"/>
        </pc:sldMkLst>
        <pc:spChg chg="del">
          <ac:chgData name="Luiza Briana Grether" userId="33b05ef5-dde0-4e2c-af71-3f0410b5559e" providerId="ADAL" clId="{BD690F32-6A11-4ACD-8ECA-649441D692A8}" dt="2024-11-12T14:20:52.508" v="978" actId="700"/>
          <ac:spMkLst>
            <pc:docMk/>
            <pc:sldMk cId="2596373763" sldId="271"/>
            <ac:spMk id="2" creationId="{62616055-1837-A75D-0214-A63F6AFC8DFC}"/>
          </ac:spMkLst>
        </pc:spChg>
        <pc:spChg chg="del mod ord">
          <ac:chgData name="Luiza Briana Grether" userId="33b05ef5-dde0-4e2c-af71-3f0410b5559e" providerId="ADAL" clId="{BD690F32-6A11-4ACD-8ECA-649441D692A8}" dt="2024-11-12T14:20:52.508" v="978" actId="700"/>
          <ac:spMkLst>
            <pc:docMk/>
            <pc:sldMk cId="2596373763" sldId="271"/>
            <ac:spMk id="3" creationId="{F39A5E61-AFC3-2218-7633-5CDBDFEB10E9}"/>
          </ac:spMkLst>
        </pc:spChg>
        <pc:spChg chg="add mod ord">
          <ac:chgData name="Luiza Briana Grether" userId="33b05ef5-dde0-4e2c-af71-3f0410b5559e" providerId="ADAL" clId="{BD690F32-6A11-4ACD-8ECA-649441D692A8}" dt="2024-11-12T14:20:55.113" v="979"/>
          <ac:spMkLst>
            <pc:docMk/>
            <pc:sldMk cId="2596373763" sldId="271"/>
            <ac:spMk id="4" creationId="{EE044D19-2A72-B4D8-8D66-CEDC572DBD3B}"/>
          </ac:spMkLst>
        </pc:spChg>
        <pc:spChg chg="add mod ord">
          <ac:chgData name="Luiza Briana Grether" userId="33b05ef5-dde0-4e2c-af71-3f0410b5559e" providerId="ADAL" clId="{BD690F32-6A11-4ACD-8ECA-649441D692A8}" dt="2024-11-12T14:21:00.524" v="983" actId="20577"/>
          <ac:spMkLst>
            <pc:docMk/>
            <pc:sldMk cId="2596373763" sldId="271"/>
            <ac:spMk id="5" creationId="{B647482C-E913-2681-39DC-34C6976AD380}"/>
          </ac:spMkLst>
        </pc:spChg>
      </pc:sldChg>
      <pc:sldChg chg="addSp delSp modSp new mod modClrScheme chgLayout">
        <pc:chgData name="Luiza Briana Grether" userId="33b05ef5-dde0-4e2c-af71-3f0410b5559e" providerId="ADAL" clId="{BD690F32-6A11-4ACD-8ECA-649441D692A8}" dt="2024-11-12T14:22:37.524" v="995" actId="6264"/>
        <pc:sldMkLst>
          <pc:docMk/>
          <pc:sldMk cId="2567870009" sldId="272"/>
        </pc:sldMkLst>
        <pc:spChg chg="del mod ord">
          <ac:chgData name="Luiza Briana Grether" userId="33b05ef5-dde0-4e2c-af71-3f0410b5559e" providerId="ADAL" clId="{BD690F32-6A11-4ACD-8ECA-649441D692A8}" dt="2024-11-12T14:22:24.527" v="989" actId="700"/>
          <ac:spMkLst>
            <pc:docMk/>
            <pc:sldMk cId="2567870009" sldId="272"/>
            <ac:spMk id="2" creationId="{25B7D515-3270-288B-B1FB-5B04065D5749}"/>
          </ac:spMkLst>
        </pc:spChg>
        <pc:spChg chg="del mod ord">
          <ac:chgData name="Luiza Briana Grether" userId="33b05ef5-dde0-4e2c-af71-3f0410b5559e" providerId="ADAL" clId="{BD690F32-6A11-4ACD-8ECA-649441D692A8}" dt="2024-11-12T14:22:24.527" v="989" actId="700"/>
          <ac:spMkLst>
            <pc:docMk/>
            <pc:sldMk cId="2567870009" sldId="272"/>
            <ac:spMk id="3" creationId="{72346868-4F71-357A-5C43-C3EC9C3C2637}"/>
          </ac:spMkLst>
        </pc:spChg>
        <pc:spChg chg="add mod ord">
          <ac:chgData name="Luiza Briana Grether" userId="33b05ef5-dde0-4e2c-af71-3f0410b5559e" providerId="ADAL" clId="{BD690F32-6A11-4ACD-8ECA-649441D692A8}" dt="2024-11-12T14:22:37.524" v="995" actId="6264"/>
          <ac:spMkLst>
            <pc:docMk/>
            <pc:sldMk cId="2567870009" sldId="272"/>
            <ac:spMk id="4" creationId="{B7F1DC20-780B-9E5F-A494-2FD0CE244211}"/>
          </ac:spMkLst>
        </pc:spChg>
        <pc:spChg chg="add mod ord">
          <ac:chgData name="Luiza Briana Grether" userId="33b05ef5-dde0-4e2c-af71-3f0410b5559e" providerId="ADAL" clId="{BD690F32-6A11-4ACD-8ECA-649441D692A8}" dt="2024-11-12T14:22:37.524" v="995" actId="6264"/>
          <ac:spMkLst>
            <pc:docMk/>
            <pc:sldMk cId="2567870009" sldId="272"/>
            <ac:spMk id="5" creationId="{37CAB9E5-AC07-1A75-49E4-1DE2BCE6FBD3}"/>
          </ac:spMkLst>
        </pc:spChg>
        <pc:spChg chg="add del mod">
          <ac:chgData name="Luiza Briana Grether" userId="33b05ef5-dde0-4e2c-af71-3f0410b5559e" providerId="ADAL" clId="{BD690F32-6A11-4ACD-8ECA-649441D692A8}" dt="2024-11-12T14:22:37.524" v="995" actId="6264"/>
          <ac:spMkLst>
            <pc:docMk/>
            <pc:sldMk cId="2567870009" sldId="272"/>
            <ac:spMk id="6" creationId="{CC2802ED-C803-4B3F-9346-C5DDB843272D}"/>
          </ac:spMkLst>
        </pc:spChg>
        <pc:spChg chg="add del mod">
          <ac:chgData name="Luiza Briana Grether" userId="33b05ef5-dde0-4e2c-af71-3f0410b5559e" providerId="ADAL" clId="{BD690F32-6A11-4ACD-8ECA-649441D692A8}" dt="2024-11-12T14:22:37.524" v="995" actId="6264"/>
          <ac:spMkLst>
            <pc:docMk/>
            <pc:sldMk cId="2567870009" sldId="272"/>
            <ac:spMk id="7" creationId="{B4EB4FD8-B0A2-C714-A251-BB3382D839D0}"/>
          </ac:spMkLst>
        </pc:spChg>
      </pc:sldChg>
      <pc:sldChg chg="delSp new mod modClrScheme chgLayout">
        <pc:chgData name="Luiza Briana Grether" userId="33b05ef5-dde0-4e2c-af71-3f0410b5559e" providerId="ADAL" clId="{BD690F32-6A11-4ACD-8ECA-649441D692A8}" dt="2024-11-12T14:22:49.227" v="997" actId="700"/>
        <pc:sldMkLst>
          <pc:docMk/>
          <pc:sldMk cId="4035553123" sldId="273"/>
        </pc:sldMkLst>
        <pc:spChg chg="del">
          <ac:chgData name="Luiza Briana Grether" userId="33b05ef5-dde0-4e2c-af71-3f0410b5559e" providerId="ADAL" clId="{BD690F32-6A11-4ACD-8ECA-649441D692A8}" dt="2024-11-12T14:22:49.227" v="997" actId="700"/>
          <ac:spMkLst>
            <pc:docMk/>
            <pc:sldMk cId="4035553123" sldId="273"/>
            <ac:spMk id="2" creationId="{AC876693-28FC-BBF0-B7FA-E6C4643B60A6}"/>
          </ac:spMkLst>
        </pc:spChg>
        <pc:spChg chg="del">
          <ac:chgData name="Luiza Briana Grether" userId="33b05ef5-dde0-4e2c-af71-3f0410b5559e" providerId="ADAL" clId="{BD690F32-6A11-4ACD-8ECA-649441D692A8}" dt="2024-11-12T14:22:49.227" v="997" actId="700"/>
          <ac:spMkLst>
            <pc:docMk/>
            <pc:sldMk cId="4035553123" sldId="273"/>
            <ac:spMk id="3" creationId="{5AB59E8A-4FF2-C009-F58C-6E6093AF317E}"/>
          </ac:spMkLst>
        </pc:spChg>
      </pc:sldChg>
      <pc:sldChg chg="addSp delSp modSp new mod modClrScheme chgLayout">
        <pc:chgData name="Luiza Briana Grether" userId="33b05ef5-dde0-4e2c-af71-3f0410b5559e" providerId="ADAL" clId="{BD690F32-6A11-4ACD-8ECA-649441D692A8}" dt="2024-11-19T12:30:16.180" v="1083" actId="6264"/>
        <pc:sldMkLst>
          <pc:docMk/>
          <pc:sldMk cId="163507567" sldId="274"/>
        </pc:sldMkLst>
        <pc:spChg chg="del mod ord">
          <ac:chgData name="Luiza Briana Grether" userId="33b05ef5-dde0-4e2c-af71-3f0410b5559e" providerId="ADAL" clId="{BD690F32-6A11-4ACD-8ECA-649441D692A8}" dt="2024-11-19T12:26:43.872" v="1051" actId="700"/>
          <ac:spMkLst>
            <pc:docMk/>
            <pc:sldMk cId="163507567" sldId="274"/>
            <ac:spMk id="2" creationId="{7872B777-B9A7-E509-FE4B-132886022F8F}"/>
          </ac:spMkLst>
        </pc:spChg>
        <pc:spChg chg="del mod ord">
          <ac:chgData name="Luiza Briana Grether" userId="33b05ef5-dde0-4e2c-af71-3f0410b5559e" providerId="ADAL" clId="{BD690F32-6A11-4ACD-8ECA-649441D692A8}" dt="2024-11-19T12:26:43.872" v="1051" actId="700"/>
          <ac:spMkLst>
            <pc:docMk/>
            <pc:sldMk cId="163507567" sldId="274"/>
            <ac:spMk id="3" creationId="{F4C8AA24-B2E0-CC0E-8ECA-B71D553D5AEB}"/>
          </ac:spMkLst>
        </pc:spChg>
        <pc:spChg chg="add del mod ord">
          <ac:chgData name="Luiza Briana Grether" userId="33b05ef5-dde0-4e2c-af71-3f0410b5559e" providerId="ADAL" clId="{BD690F32-6A11-4ACD-8ECA-649441D692A8}" dt="2024-11-19T12:26:55.750" v="1057" actId="6264"/>
          <ac:spMkLst>
            <pc:docMk/>
            <pc:sldMk cId="163507567" sldId="274"/>
            <ac:spMk id="4" creationId="{E25B5FC6-EC3B-2D6C-70C9-AB74C9F70C17}"/>
          </ac:spMkLst>
        </pc:spChg>
        <pc:spChg chg="add del mod ord">
          <ac:chgData name="Luiza Briana Grether" userId="33b05ef5-dde0-4e2c-af71-3f0410b5559e" providerId="ADAL" clId="{BD690F32-6A11-4ACD-8ECA-649441D692A8}" dt="2024-11-19T12:26:55.750" v="1057" actId="6264"/>
          <ac:spMkLst>
            <pc:docMk/>
            <pc:sldMk cId="163507567" sldId="274"/>
            <ac:spMk id="5" creationId="{41AEA420-6E5A-952A-2962-4786911DE021}"/>
          </ac:spMkLst>
        </pc:spChg>
        <pc:spChg chg="add del mod ord">
          <ac:chgData name="Luiza Briana Grether" userId="33b05ef5-dde0-4e2c-af71-3f0410b5559e" providerId="ADAL" clId="{BD690F32-6A11-4ACD-8ECA-649441D692A8}" dt="2024-11-19T12:26:55.750" v="1057" actId="6264"/>
          <ac:spMkLst>
            <pc:docMk/>
            <pc:sldMk cId="163507567" sldId="274"/>
            <ac:spMk id="6" creationId="{29AC9E8C-D129-4D12-3626-F87961EA6D69}"/>
          </ac:spMkLst>
        </pc:spChg>
        <pc:spChg chg="add del mod ord">
          <ac:chgData name="Luiza Briana Grether" userId="33b05ef5-dde0-4e2c-af71-3f0410b5559e" providerId="ADAL" clId="{BD690F32-6A11-4ACD-8ECA-649441D692A8}" dt="2024-11-19T12:26:50.844" v="1055"/>
          <ac:spMkLst>
            <pc:docMk/>
            <pc:sldMk cId="163507567" sldId="274"/>
            <ac:spMk id="7" creationId="{CBCB1078-8303-9B70-6FE0-304A0EDD2DF9}"/>
          </ac:spMkLst>
        </pc:spChg>
        <pc:spChg chg="add del mod">
          <ac:chgData name="Luiza Briana Grether" userId="33b05ef5-dde0-4e2c-af71-3f0410b5559e" providerId="ADAL" clId="{BD690F32-6A11-4ACD-8ECA-649441D692A8}" dt="2024-11-19T12:26:55.750" v="1057" actId="6264"/>
          <ac:spMkLst>
            <pc:docMk/>
            <pc:sldMk cId="163507567" sldId="274"/>
            <ac:spMk id="10" creationId="{33097B4A-B384-47C1-CF68-2A8C37BF68EB}"/>
          </ac:spMkLst>
        </pc:spChg>
        <pc:spChg chg="add mod ord">
          <ac:chgData name="Luiza Briana Grether" userId="33b05ef5-dde0-4e2c-af71-3f0410b5559e" providerId="ADAL" clId="{BD690F32-6A11-4ACD-8ECA-649441D692A8}" dt="2024-11-19T12:30:16.180" v="1083" actId="6264"/>
          <ac:spMkLst>
            <pc:docMk/>
            <pc:sldMk cId="163507567" sldId="274"/>
            <ac:spMk id="11" creationId="{725FA4EF-C6B1-A11C-7075-93DFD4481BC5}"/>
          </ac:spMkLst>
        </pc:spChg>
        <pc:spChg chg="add mod ord">
          <ac:chgData name="Luiza Briana Grether" userId="33b05ef5-dde0-4e2c-af71-3f0410b5559e" providerId="ADAL" clId="{BD690F32-6A11-4ACD-8ECA-649441D692A8}" dt="2024-11-19T12:30:16.180" v="1083" actId="6264"/>
          <ac:spMkLst>
            <pc:docMk/>
            <pc:sldMk cId="163507567" sldId="274"/>
            <ac:spMk id="12" creationId="{065CFC56-19CD-C088-C2BB-18F3DF70B635}"/>
          </ac:spMkLst>
        </pc:spChg>
        <pc:spChg chg="add mod ord">
          <ac:chgData name="Luiza Briana Grether" userId="33b05ef5-dde0-4e2c-af71-3f0410b5559e" providerId="ADAL" clId="{BD690F32-6A11-4ACD-8ECA-649441D692A8}" dt="2024-11-19T12:30:16.180" v="1083" actId="6264"/>
          <ac:spMkLst>
            <pc:docMk/>
            <pc:sldMk cId="163507567" sldId="274"/>
            <ac:spMk id="13" creationId="{3A227CCC-C8CB-566C-5D86-E4380A7135B7}"/>
          </ac:spMkLst>
        </pc:spChg>
        <pc:spChg chg="add del mod">
          <ac:chgData name="Luiza Briana Grether" userId="33b05ef5-dde0-4e2c-af71-3f0410b5559e" providerId="ADAL" clId="{BD690F32-6A11-4ACD-8ECA-649441D692A8}" dt="2024-11-19T12:30:16.180" v="1083" actId="6264"/>
          <ac:spMkLst>
            <pc:docMk/>
            <pc:sldMk cId="163507567" sldId="274"/>
            <ac:spMk id="14" creationId="{511B4A0F-4105-70C9-1CA8-263564226169}"/>
          </ac:spMkLst>
        </pc:spChg>
        <pc:spChg chg="add del mod">
          <ac:chgData name="Luiza Briana Grether" userId="33b05ef5-dde0-4e2c-af71-3f0410b5559e" providerId="ADAL" clId="{BD690F32-6A11-4ACD-8ECA-649441D692A8}" dt="2024-11-19T12:30:16.180" v="1083" actId="6264"/>
          <ac:spMkLst>
            <pc:docMk/>
            <pc:sldMk cId="163507567" sldId="274"/>
            <ac:spMk id="15" creationId="{3F0D5FB1-9448-919B-3DBD-65E7E62B2B42}"/>
          </ac:spMkLst>
        </pc:spChg>
        <pc:spChg chg="add del mod">
          <ac:chgData name="Luiza Briana Grether" userId="33b05ef5-dde0-4e2c-af71-3f0410b5559e" providerId="ADAL" clId="{BD690F32-6A11-4ACD-8ECA-649441D692A8}" dt="2024-11-19T12:30:16.180" v="1083" actId="6264"/>
          <ac:spMkLst>
            <pc:docMk/>
            <pc:sldMk cId="163507567" sldId="274"/>
            <ac:spMk id="16" creationId="{558E980E-AF67-4830-CFDA-694CE295505F}"/>
          </ac:spMkLst>
        </pc:spChg>
        <pc:spChg chg="add del mod">
          <ac:chgData name="Luiza Briana Grether" userId="33b05ef5-dde0-4e2c-af71-3f0410b5559e" providerId="ADAL" clId="{BD690F32-6A11-4ACD-8ECA-649441D692A8}" dt="2024-11-19T12:30:16.180" v="1083" actId="6264"/>
          <ac:spMkLst>
            <pc:docMk/>
            <pc:sldMk cId="163507567" sldId="274"/>
            <ac:spMk id="17" creationId="{8473967B-EBA0-74F7-8F7C-669C90266C80}"/>
          </ac:spMkLst>
        </pc:spChg>
        <pc:picChg chg="add del mod">
          <ac:chgData name="Luiza Briana Grether" userId="33b05ef5-dde0-4e2c-af71-3f0410b5559e" providerId="ADAL" clId="{BD690F32-6A11-4ACD-8ECA-649441D692A8}" dt="2024-11-19T12:26:49.916" v="1054" actId="21"/>
          <ac:picMkLst>
            <pc:docMk/>
            <pc:sldMk cId="163507567" sldId="274"/>
            <ac:picMk id="8" creationId="{B0A8039E-9C7A-B069-DBE1-D7798A6271DB}"/>
          </ac:picMkLst>
        </pc:picChg>
        <pc:picChg chg="add mod ord">
          <ac:chgData name="Luiza Briana Grether" userId="33b05ef5-dde0-4e2c-af71-3f0410b5559e" providerId="ADAL" clId="{BD690F32-6A11-4ACD-8ECA-649441D692A8}" dt="2024-11-19T12:30:16.180" v="1083" actId="6264"/>
          <ac:picMkLst>
            <pc:docMk/>
            <pc:sldMk cId="163507567" sldId="274"/>
            <ac:picMk id="9" creationId="{B0A8039E-9C7A-B069-DBE1-D7798A6271DB}"/>
          </ac:picMkLst>
        </pc:picChg>
      </pc:sldChg>
      <pc:sldMasterChg chg="addSldLayout modSldLayout">
        <pc:chgData name="Luiza Briana Grether" userId="33b05ef5-dde0-4e2c-af71-3f0410b5559e" providerId="ADAL" clId="{BD690F32-6A11-4ACD-8ECA-649441D692A8}" dt="2024-11-19T12:30:09.057" v="1082" actId="208"/>
        <pc:sldMasterMkLst>
          <pc:docMk/>
          <pc:sldMasterMk cId="3332300950" sldId="2147483648"/>
        </pc:sldMasterMkLst>
        <pc:sldLayoutChg chg="addSp delSp modSp mod">
          <pc:chgData name="Luiza Briana Grether" userId="33b05ef5-dde0-4e2c-af71-3f0410b5559e" providerId="ADAL" clId="{BD690F32-6A11-4ACD-8ECA-649441D692A8}" dt="2024-11-12T14:14:25.259" v="864" actId="207"/>
          <pc:sldLayoutMkLst>
            <pc:docMk/>
            <pc:sldMasterMk cId="3332300950" sldId="2147483648"/>
            <pc:sldLayoutMk cId="2265314576" sldId="2147483650"/>
          </pc:sldLayoutMkLst>
          <pc:spChg chg="add del mod">
            <ac:chgData name="Luiza Briana Grether" userId="33b05ef5-dde0-4e2c-af71-3f0410b5559e" providerId="ADAL" clId="{BD690F32-6A11-4ACD-8ECA-649441D692A8}" dt="2024-11-12T14:13:49.760" v="829" actId="478"/>
            <ac:spMkLst>
              <pc:docMk/>
              <pc:sldMasterMk cId="3332300950" sldId="2147483648"/>
              <pc:sldLayoutMk cId="2265314576" sldId="2147483650"/>
              <ac:spMk id="7" creationId="{BDFF1A75-77F5-8DF6-991F-07F68FFEDC21}"/>
            </ac:spMkLst>
          </pc:spChg>
          <pc:spChg chg="mod">
            <ac:chgData name="Luiza Briana Grether" userId="33b05ef5-dde0-4e2c-af71-3f0410b5559e" providerId="ADAL" clId="{BD690F32-6A11-4ACD-8ECA-649441D692A8}" dt="2024-11-12T14:13:29.070" v="827" actId="14100"/>
            <ac:spMkLst>
              <pc:docMk/>
              <pc:sldMasterMk cId="3332300950" sldId="2147483648"/>
              <pc:sldLayoutMk cId="2265314576" sldId="2147483650"/>
              <ac:spMk id="9" creationId="{47013B00-B894-D5F6-01A1-6B96111013DC}"/>
            </ac:spMkLst>
          </pc:spChg>
          <pc:spChg chg="add del mod">
            <ac:chgData name="Luiza Briana Grether" userId="33b05ef5-dde0-4e2c-af71-3f0410b5559e" providerId="ADAL" clId="{BD690F32-6A11-4ACD-8ECA-649441D692A8}" dt="2024-11-12T14:12:10.180" v="788"/>
            <ac:spMkLst>
              <pc:docMk/>
              <pc:sldMasterMk cId="3332300950" sldId="2147483648"/>
              <pc:sldLayoutMk cId="2265314576" sldId="2147483650"/>
              <ac:spMk id="11" creationId="{F9ABE30B-7ED2-C2C2-AF0D-7C47A518B116}"/>
            </ac:spMkLst>
          </pc:spChg>
          <pc:spChg chg="add del mod">
            <ac:chgData name="Luiza Briana Grether" userId="33b05ef5-dde0-4e2c-af71-3f0410b5559e" providerId="ADAL" clId="{BD690F32-6A11-4ACD-8ECA-649441D692A8}" dt="2024-11-12T14:13:19.245" v="825" actId="478"/>
            <ac:spMkLst>
              <pc:docMk/>
              <pc:sldMasterMk cId="3332300950" sldId="2147483648"/>
              <pc:sldLayoutMk cId="2265314576" sldId="2147483650"/>
              <ac:spMk id="12" creationId="{782171AE-625F-CD95-7FC7-3E4EB9E39D30}"/>
            </ac:spMkLst>
          </pc:spChg>
          <pc:spChg chg="add mod">
            <ac:chgData name="Luiza Briana Grether" userId="33b05ef5-dde0-4e2c-af71-3f0410b5559e" providerId="ADAL" clId="{BD690F32-6A11-4ACD-8ECA-649441D692A8}" dt="2024-11-12T14:14:25.259" v="864" actId="207"/>
            <ac:spMkLst>
              <pc:docMk/>
              <pc:sldMasterMk cId="3332300950" sldId="2147483648"/>
              <pc:sldLayoutMk cId="2265314576" sldId="2147483650"/>
              <ac:spMk id="13" creationId="{C9F7D492-11F5-D428-0816-AE125413BED2}"/>
            </ac:spMkLst>
          </pc:spChg>
        </pc:sldLayoutChg>
        <pc:sldLayoutChg chg="modSp mod">
          <pc:chgData name="Luiza Briana Grether" userId="33b05ef5-dde0-4e2c-af71-3f0410b5559e" providerId="ADAL" clId="{BD690F32-6A11-4ACD-8ECA-649441D692A8}" dt="2024-11-12T14:16:46.550" v="900" actId="242"/>
          <pc:sldLayoutMkLst>
            <pc:docMk/>
            <pc:sldMasterMk cId="3332300950" sldId="2147483648"/>
            <pc:sldLayoutMk cId="254971135" sldId="2147483653"/>
          </pc:sldLayoutMkLst>
          <pc:spChg chg="mod">
            <ac:chgData name="Luiza Briana Grether" userId="33b05ef5-dde0-4e2c-af71-3f0410b5559e" providerId="ADAL" clId="{BD690F32-6A11-4ACD-8ECA-649441D692A8}" dt="2024-11-12T14:16:46.550" v="900" actId="242"/>
            <ac:spMkLst>
              <pc:docMk/>
              <pc:sldMasterMk cId="3332300950" sldId="2147483648"/>
              <pc:sldLayoutMk cId="254971135" sldId="2147483653"/>
              <ac:spMk id="13" creationId="{3F965487-A933-7EE9-9151-4A9D10444C9F}"/>
            </ac:spMkLst>
          </pc:spChg>
        </pc:sldLayoutChg>
        <pc:sldLayoutChg chg="addSp delSp modSp mod">
          <pc:chgData name="Luiza Briana Grether" userId="33b05ef5-dde0-4e2c-af71-3f0410b5559e" providerId="ADAL" clId="{BD690F32-6A11-4ACD-8ECA-649441D692A8}" dt="2024-11-12T13:59:11.455" v="522" actId="14100"/>
          <pc:sldLayoutMkLst>
            <pc:docMk/>
            <pc:sldMasterMk cId="3332300950" sldId="2147483648"/>
            <pc:sldLayoutMk cId="2774734701" sldId="2147483654"/>
          </pc:sldLayoutMkLst>
          <pc:spChg chg="del">
            <ac:chgData name="Luiza Briana Grether" userId="33b05ef5-dde0-4e2c-af71-3f0410b5559e" providerId="ADAL" clId="{BD690F32-6A11-4ACD-8ECA-649441D692A8}" dt="2024-11-12T13:42:01.241" v="137" actId="478"/>
            <ac:spMkLst>
              <pc:docMk/>
              <pc:sldMasterMk cId="3332300950" sldId="2147483648"/>
              <pc:sldLayoutMk cId="2774734701" sldId="2147483654"/>
              <ac:spMk id="5" creationId="{5C661057-7B00-619E-8893-437359807257}"/>
            </ac:spMkLst>
          </pc:spChg>
          <pc:spChg chg="del">
            <ac:chgData name="Luiza Briana Grether" userId="33b05ef5-dde0-4e2c-af71-3f0410b5559e" providerId="ADAL" clId="{BD690F32-6A11-4ACD-8ECA-649441D692A8}" dt="2024-11-12T13:58:39.568" v="518" actId="478"/>
            <ac:spMkLst>
              <pc:docMk/>
              <pc:sldMasterMk cId="3332300950" sldId="2147483648"/>
              <pc:sldLayoutMk cId="2774734701" sldId="2147483654"/>
              <ac:spMk id="6" creationId="{6864EA94-F885-570D-8CC4-12AE75F62012}"/>
            </ac:spMkLst>
          </pc:spChg>
          <pc:spChg chg="del">
            <ac:chgData name="Luiza Briana Grether" userId="33b05ef5-dde0-4e2c-af71-3f0410b5559e" providerId="ADAL" clId="{BD690F32-6A11-4ACD-8ECA-649441D692A8}" dt="2024-11-12T13:58:35.303" v="515" actId="478"/>
            <ac:spMkLst>
              <pc:docMk/>
              <pc:sldMasterMk cId="3332300950" sldId="2147483648"/>
              <pc:sldLayoutMk cId="2774734701" sldId="2147483654"/>
              <ac:spMk id="9" creationId="{E9C50781-66A1-5FFD-3627-D878E22809B3}"/>
            </ac:spMkLst>
          </pc:spChg>
          <pc:spChg chg="add mod">
            <ac:chgData name="Luiza Briana Grether" userId="33b05ef5-dde0-4e2c-af71-3f0410b5559e" providerId="ADAL" clId="{BD690F32-6A11-4ACD-8ECA-649441D692A8}" dt="2024-11-12T13:42:04.473" v="138"/>
            <ac:spMkLst>
              <pc:docMk/>
              <pc:sldMasterMk cId="3332300950" sldId="2147483648"/>
              <pc:sldLayoutMk cId="2774734701" sldId="2147483654"/>
              <ac:spMk id="10" creationId="{1E546261-9628-A177-C0FE-A2465FA7CECC}"/>
            </ac:spMkLst>
          </pc:spChg>
          <pc:spChg chg="add mod">
            <ac:chgData name="Luiza Briana Grether" userId="33b05ef5-dde0-4e2c-af71-3f0410b5559e" providerId="ADAL" clId="{BD690F32-6A11-4ACD-8ECA-649441D692A8}" dt="2024-11-12T13:59:06.591" v="521" actId="1076"/>
            <ac:spMkLst>
              <pc:docMk/>
              <pc:sldMasterMk cId="3332300950" sldId="2147483648"/>
              <pc:sldLayoutMk cId="2774734701" sldId="2147483654"/>
              <ac:spMk id="12" creationId="{B14240C6-9FE7-8296-FC3C-FF6ACAD72D19}"/>
            </ac:spMkLst>
          </pc:spChg>
          <pc:spChg chg="add mod">
            <ac:chgData name="Luiza Briana Grether" userId="33b05ef5-dde0-4e2c-af71-3f0410b5559e" providerId="ADAL" clId="{BD690F32-6A11-4ACD-8ECA-649441D692A8}" dt="2024-11-12T13:59:11.455" v="522" actId="14100"/>
            <ac:spMkLst>
              <pc:docMk/>
              <pc:sldMasterMk cId="3332300950" sldId="2147483648"/>
              <pc:sldLayoutMk cId="2774734701" sldId="2147483654"/>
              <ac:spMk id="14" creationId="{68BFAA03-C35A-613F-C546-E74F4524500F}"/>
            </ac:spMkLst>
          </pc:spChg>
          <pc:picChg chg="add del">
            <ac:chgData name="Luiza Briana Grether" userId="33b05ef5-dde0-4e2c-af71-3f0410b5559e" providerId="ADAL" clId="{BD690F32-6A11-4ACD-8ECA-649441D692A8}" dt="2024-11-12T13:58:37.983" v="517" actId="478"/>
            <ac:picMkLst>
              <pc:docMk/>
              <pc:sldMasterMk cId="3332300950" sldId="2147483648"/>
              <pc:sldLayoutMk cId="2774734701" sldId="2147483654"/>
              <ac:picMk id="3" creationId="{E8BFBCB9-AFAE-AB87-11AF-BDB7A9AC4712}"/>
            </ac:picMkLst>
          </pc:picChg>
        </pc:sldLayoutChg>
        <pc:sldLayoutChg chg="addSp delSp modSp mod">
          <pc:chgData name="Luiza Briana Grether" userId="33b05ef5-dde0-4e2c-af71-3f0410b5559e" providerId="ADAL" clId="{BD690F32-6A11-4ACD-8ECA-649441D692A8}" dt="2024-11-12T14:18:58.423" v="947" actId="242"/>
          <pc:sldLayoutMkLst>
            <pc:docMk/>
            <pc:sldMasterMk cId="3332300950" sldId="2147483648"/>
            <pc:sldLayoutMk cId="1694955131" sldId="2147483655"/>
          </pc:sldLayoutMkLst>
          <pc:spChg chg="mod">
            <ac:chgData name="Luiza Briana Grether" userId="33b05ef5-dde0-4e2c-af71-3f0410b5559e" providerId="ADAL" clId="{BD690F32-6A11-4ACD-8ECA-649441D692A8}" dt="2024-11-12T13:41:49.152" v="136" actId="5793"/>
            <ac:spMkLst>
              <pc:docMk/>
              <pc:sldMasterMk cId="3332300950" sldId="2147483648"/>
              <pc:sldLayoutMk cId="1694955131" sldId="2147483655"/>
              <ac:spMk id="5" creationId="{5C661057-7B00-619E-8893-437359807257}"/>
            </ac:spMkLst>
          </pc:spChg>
          <pc:spChg chg="del">
            <ac:chgData name="Luiza Briana Grether" userId="33b05ef5-dde0-4e2c-af71-3f0410b5559e" providerId="ADAL" clId="{BD690F32-6A11-4ACD-8ECA-649441D692A8}" dt="2024-11-12T13:59:18.600" v="523" actId="478"/>
            <ac:spMkLst>
              <pc:docMk/>
              <pc:sldMasterMk cId="3332300950" sldId="2147483648"/>
              <pc:sldLayoutMk cId="1694955131" sldId="2147483655"/>
              <ac:spMk id="8" creationId="{71B4B20D-1DDA-19D3-0497-AAA55C59D14F}"/>
            </ac:spMkLst>
          </pc:spChg>
          <pc:spChg chg="del">
            <ac:chgData name="Luiza Briana Grether" userId="33b05ef5-dde0-4e2c-af71-3f0410b5559e" providerId="ADAL" clId="{BD690F32-6A11-4ACD-8ECA-649441D692A8}" dt="2024-11-12T13:59:19.493" v="524" actId="478"/>
            <ac:spMkLst>
              <pc:docMk/>
              <pc:sldMasterMk cId="3332300950" sldId="2147483648"/>
              <pc:sldLayoutMk cId="1694955131" sldId="2147483655"/>
              <ac:spMk id="9" creationId="{537BED37-DE76-C15C-B296-37B630FF343B}"/>
            </ac:spMkLst>
          </pc:spChg>
          <pc:spChg chg="add mod">
            <ac:chgData name="Luiza Briana Grether" userId="33b05ef5-dde0-4e2c-af71-3f0410b5559e" providerId="ADAL" clId="{BD690F32-6A11-4ACD-8ECA-649441D692A8}" dt="2024-11-12T13:59:20.492" v="525"/>
            <ac:spMkLst>
              <pc:docMk/>
              <pc:sldMasterMk cId="3332300950" sldId="2147483648"/>
              <pc:sldLayoutMk cId="1694955131" sldId="2147483655"/>
              <ac:spMk id="10" creationId="{39C16398-7315-6A45-8267-F78CD84B5D43}"/>
            </ac:spMkLst>
          </pc:spChg>
          <pc:spChg chg="add mod">
            <ac:chgData name="Luiza Briana Grether" userId="33b05ef5-dde0-4e2c-af71-3f0410b5559e" providerId="ADAL" clId="{BD690F32-6A11-4ACD-8ECA-649441D692A8}" dt="2024-11-12T13:59:20.492" v="525"/>
            <ac:spMkLst>
              <pc:docMk/>
              <pc:sldMasterMk cId="3332300950" sldId="2147483648"/>
              <pc:sldLayoutMk cId="1694955131" sldId="2147483655"/>
              <ac:spMk id="12" creationId="{7DEBAF98-3E93-CD48-6F73-EFC3479CABDE}"/>
            </ac:spMkLst>
          </pc:spChg>
          <pc:spChg chg="mod">
            <ac:chgData name="Luiza Briana Grether" userId="33b05ef5-dde0-4e2c-af71-3f0410b5559e" providerId="ADAL" clId="{BD690F32-6A11-4ACD-8ECA-649441D692A8}" dt="2024-11-12T14:18:58.423" v="947" actId="242"/>
            <ac:spMkLst>
              <pc:docMk/>
              <pc:sldMasterMk cId="3332300950" sldId="2147483648"/>
              <pc:sldLayoutMk cId="1694955131" sldId="2147483655"/>
              <ac:spMk id="13" creationId="{3F965487-A933-7EE9-9151-4A9D10444C9F}"/>
            </ac:spMkLst>
          </pc:spChg>
        </pc:sldLayoutChg>
        <pc:sldLayoutChg chg="addSp delSp modSp new mod">
          <pc:chgData name="Luiza Briana Grether" userId="33b05ef5-dde0-4e2c-af71-3f0410b5559e" providerId="ADAL" clId="{BD690F32-6A11-4ACD-8ECA-649441D692A8}" dt="2024-11-12T13:57:58.871" v="513" actId="14100"/>
          <pc:sldLayoutMkLst>
            <pc:docMk/>
            <pc:sldMasterMk cId="3332300950" sldId="2147483648"/>
            <pc:sldLayoutMk cId="888269426" sldId="2147483656"/>
          </pc:sldLayoutMkLst>
          <pc:spChg chg="del">
            <ac:chgData name="Luiza Briana Grether" userId="33b05ef5-dde0-4e2c-af71-3f0410b5559e" providerId="ADAL" clId="{BD690F32-6A11-4ACD-8ECA-649441D692A8}" dt="2024-11-12T13:13:02.964" v="1" actId="478"/>
            <ac:spMkLst>
              <pc:docMk/>
              <pc:sldMasterMk cId="3332300950" sldId="2147483648"/>
              <pc:sldLayoutMk cId="888269426" sldId="2147483656"/>
              <ac:spMk id="2" creationId="{EC6E733A-A10D-3FC1-F51D-BC0B7EBF87FC}"/>
            </ac:spMkLst>
          </pc:spChg>
          <pc:spChg chg="del">
            <ac:chgData name="Luiza Briana Grether" userId="33b05ef5-dde0-4e2c-af71-3f0410b5559e" providerId="ADAL" clId="{BD690F32-6A11-4ACD-8ECA-649441D692A8}" dt="2024-11-12T13:13:03.812" v="2" actId="478"/>
            <ac:spMkLst>
              <pc:docMk/>
              <pc:sldMasterMk cId="3332300950" sldId="2147483648"/>
              <pc:sldLayoutMk cId="888269426" sldId="2147483656"/>
              <ac:spMk id="3" creationId="{11A6F5EE-2C2C-8514-A6FF-3CA76918117E}"/>
            </ac:spMkLst>
          </pc:spChg>
          <pc:spChg chg="del">
            <ac:chgData name="Luiza Briana Grether" userId="33b05ef5-dde0-4e2c-af71-3f0410b5559e" providerId="ADAL" clId="{BD690F32-6A11-4ACD-8ECA-649441D692A8}" dt="2024-11-12T13:13:04.750" v="3" actId="478"/>
            <ac:spMkLst>
              <pc:docMk/>
              <pc:sldMasterMk cId="3332300950" sldId="2147483648"/>
              <pc:sldLayoutMk cId="888269426" sldId="2147483656"/>
              <ac:spMk id="4" creationId="{D6E9AC6D-7911-5719-26DB-B47B5CDFAD62}"/>
            </ac:spMkLst>
          </pc:spChg>
          <pc:spChg chg="del">
            <ac:chgData name="Luiza Briana Grether" userId="33b05ef5-dde0-4e2c-af71-3f0410b5559e" providerId="ADAL" clId="{BD690F32-6A11-4ACD-8ECA-649441D692A8}" dt="2024-11-12T13:13:05.517" v="4" actId="478"/>
            <ac:spMkLst>
              <pc:docMk/>
              <pc:sldMasterMk cId="3332300950" sldId="2147483648"/>
              <pc:sldLayoutMk cId="888269426" sldId="2147483656"/>
              <ac:spMk id="5" creationId="{3572C4A6-986E-D359-0982-1265A7175201}"/>
            </ac:spMkLst>
          </pc:spChg>
          <pc:spChg chg="add del">
            <ac:chgData name="Luiza Briana Grether" userId="33b05ef5-dde0-4e2c-af71-3f0410b5559e" providerId="ADAL" clId="{BD690F32-6A11-4ACD-8ECA-649441D692A8}" dt="2024-11-12T13:13:32.876" v="8" actId="11529"/>
            <ac:spMkLst>
              <pc:docMk/>
              <pc:sldMasterMk cId="3332300950" sldId="2147483648"/>
              <pc:sldLayoutMk cId="888269426" sldId="2147483656"/>
              <ac:spMk id="8" creationId="{C4F6B56F-3EDC-C01C-3A74-BDEC599AF7E1}"/>
            </ac:spMkLst>
          </pc:spChg>
          <pc:spChg chg="add mod">
            <ac:chgData name="Luiza Briana Grether" userId="33b05ef5-dde0-4e2c-af71-3f0410b5559e" providerId="ADAL" clId="{BD690F32-6A11-4ACD-8ECA-649441D692A8}" dt="2024-11-12T13:54:08.150" v="491" actId="1076"/>
            <ac:spMkLst>
              <pc:docMk/>
              <pc:sldMasterMk cId="3332300950" sldId="2147483648"/>
              <pc:sldLayoutMk cId="888269426" sldId="2147483656"/>
              <ac:spMk id="9" creationId="{644225B0-D666-94FC-CC53-651A3EBB02BD}"/>
            </ac:spMkLst>
          </pc:spChg>
          <pc:spChg chg="add del mod">
            <ac:chgData name="Luiza Briana Grether" userId="33b05ef5-dde0-4e2c-af71-3f0410b5559e" providerId="ADAL" clId="{BD690F32-6A11-4ACD-8ECA-649441D692A8}" dt="2024-11-12T13:49:18.009" v="473" actId="478"/>
            <ac:spMkLst>
              <pc:docMk/>
              <pc:sldMasterMk cId="3332300950" sldId="2147483648"/>
              <pc:sldLayoutMk cId="888269426" sldId="2147483656"/>
              <ac:spMk id="18" creationId="{EEABD860-DC3B-2391-CE12-095999595DF4}"/>
            </ac:spMkLst>
          </pc:spChg>
          <pc:spChg chg="add del">
            <ac:chgData name="Luiza Briana Grether" userId="33b05ef5-dde0-4e2c-af71-3f0410b5559e" providerId="ADAL" clId="{BD690F32-6A11-4ACD-8ECA-649441D692A8}" dt="2024-11-12T13:50:53.506" v="476" actId="11529"/>
            <ac:spMkLst>
              <pc:docMk/>
              <pc:sldMasterMk cId="3332300950" sldId="2147483648"/>
              <pc:sldLayoutMk cId="888269426" sldId="2147483656"/>
              <ac:spMk id="19" creationId="{1A70C2E8-ADF1-554F-80C5-AB2A782B29F5}"/>
            </ac:spMkLst>
          </pc:spChg>
          <pc:spChg chg="add del mod">
            <ac:chgData name="Luiza Briana Grether" userId="33b05ef5-dde0-4e2c-af71-3f0410b5559e" providerId="ADAL" clId="{BD690F32-6A11-4ACD-8ECA-649441D692A8}" dt="2024-11-12T13:50:54.984" v="477" actId="478"/>
            <ac:spMkLst>
              <pc:docMk/>
              <pc:sldMasterMk cId="3332300950" sldId="2147483648"/>
              <pc:sldLayoutMk cId="888269426" sldId="2147483656"/>
              <ac:spMk id="20" creationId="{9D4509A6-00FE-D324-D939-24CE4FD573A4}"/>
            </ac:spMkLst>
          </pc:spChg>
          <pc:spChg chg="add mod">
            <ac:chgData name="Luiza Briana Grether" userId="33b05ef5-dde0-4e2c-af71-3f0410b5559e" providerId="ADAL" clId="{BD690F32-6A11-4ACD-8ECA-649441D692A8}" dt="2024-11-12T13:57:14.349" v="510" actId="242"/>
            <ac:spMkLst>
              <pc:docMk/>
              <pc:sldMasterMk cId="3332300950" sldId="2147483648"/>
              <pc:sldLayoutMk cId="888269426" sldId="2147483656"/>
              <ac:spMk id="21" creationId="{1E31C72F-9822-1BAA-0A1E-10B3A5090EED}"/>
            </ac:spMkLst>
          </pc:spChg>
          <pc:spChg chg="add mod">
            <ac:chgData name="Luiza Briana Grether" userId="33b05ef5-dde0-4e2c-af71-3f0410b5559e" providerId="ADAL" clId="{BD690F32-6A11-4ACD-8ECA-649441D692A8}" dt="2024-11-12T13:57:58.871" v="513" actId="14100"/>
            <ac:spMkLst>
              <pc:docMk/>
              <pc:sldMasterMk cId="3332300950" sldId="2147483648"/>
              <pc:sldLayoutMk cId="888269426" sldId="2147483656"/>
              <ac:spMk id="22" creationId="{B0B76A6D-7CBF-0EA5-F3DC-3CCB00B7489A}"/>
            </ac:spMkLst>
          </pc:spChg>
          <pc:picChg chg="add del mod">
            <ac:chgData name="Luiza Briana Grether" userId="33b05ef5-dde0-4e2c-af71-3f0410b5559e" providerId="ADAL" clId="{BD690F32-6A11-4ACD-8ECA-649441D692A8}" dt="2024-11-12T13:39:36.121" v="118" actId="478"/>
            <ac:picMkLst>
              <pc:docMk/>
              <pc:sldMasterMk cId="3332300950" sldId="2147483648"/>
              <pc:sldLayoutMk cId="888269426" sldId="2147483656"/>
              <ac:picMk id="7" creationId="{37174B3D-8774-F64B-FA21-FBC33227ED49}"/>
            </ac:picMkLst>
          </pc:picChg>
          <pc:picChg chg="add del mod">
            <ac:chgData name="Luiza Briana Grether" userId="33b05ef5-dde0-4e2c-af71-3f0410b5559e" providerId="ADAL" clId="{BD690F32-6A11-4ACD-8ECA-649441D692A8}" dt="2024-11-12T13:25:57.826" v="113" actId="478"/>
            <ac:picMkLst>
              <pc:docMk/>
              <pc:sldMasterMk cId="3332300950" sldId="2147483648"/>
              <pc:sldLayoutMk cId="888269426" sldId="2147483656"/>
              <ac:picMk id="11" creationId="{7486BABA-606C-DB1F-0A1D-38B5D5901144}"/>
            </ac:picMkLst>
          </pc:picChg>
          <pc:picChg chg="add del mod ord">
            <ac:chgData name="Luiza Briana Grether" userId="33b05ef5-dde0-4e2c-af71-3f0410b5559e" providerId="ADAL" clId="{BD690F32-6A11-4ACD-8ECA-649441D692A8}" dt="2024-11-12T13:43:38.594" v="206" actId="478"/>
            <ac:picMkLst>
              <pc:docMk/>
              <pc:sldMasterMk cId="3332300950" sldId="2147483648"/>
              <pc:sldLayoutMk cId="888269426" sldId="2147483656"/>
              <ac:picMk id="13" creationId="{6BDF2977-37FD-A413-A643-42D4071BA854}"/>
            </ac:picMkLst>
          </pc:picChg>
          <pc:picChg chg="add del mod">
            <ac:chgData name="Luiza Briana Grether" userId="33b05ef5-dde0-4e2c-af71-3f0410b5559e" providerId="ADAL" clId="{BD690F32-6A11-4ACD-8ECA-649441D692A8}" dt="2024-11-12T13:45:03.800" v="216" actId="478"/>
            <ac:picMkLst>
              <pc:docMk/>
              <pc:sldMasterMk cId="3332300950" sldId="2147483648"/>
              <pc:sldLayoutMk cId="888269426" sldId="2147483656"/>
              <ac:picMk id="15" creationId="{B16CBAAB-D332-E95D-0E79-9D5065CA9950}"/>
            </ac:picMkLst>
          </pc:picChg>
          <pc:picChg chg="add mod ord">
            <ac:chgData name="Luiza Briana Grether" userId="33b05ef5-dde0-4e2c-af71-3f0410b5559e" providerId="ADAL" clId="{BD690F32-6A11-4ACD-8ECA-649441D692A8}" dt="2024-11-12T13:46:41.657" v="304" actId="167"/>
            <ac:picMkLst>
              <pc:docMk/>
              <pc:sldMasterMk cId="3332300950" sldId="2147483648"/>
              <pc:sldLayoutMk cId="888269426" sldId="2147483656"/>
              <ac:picMk id="17" creationId="{9867D504-ED80-59BB-8A60-024EAFE06316}"/>
            </ac:picMkLst>
          </pc:picChg>
        </pc:sldLayoutChg>
        <pc:sldLayoutChg chg="addSp delSp modSp add mod modTransition">
          <pc:chgData name="Luiza Briana Grether" userId="33b05ef5-dde0-4e2c-af71-3f0410b5559e" providerId="ADAL" clId="{BD690F32-6A11-4ACD-8ECA-649441D692A8}" dt="2024-11-12T14:22:08.824" v="986"/>
          <pc:sldLayoutMkLst>
            <pc:docMk/>
            <pc:sldMasterMk cId="3332300950" sldId="2147483648"/>
            <pc:sldLayoutMk cId="2057250987" sldId="2147483657"/>
          </pc:sldLayoutMkLst>
          <pc:spChg chg="add del mod">
            <ac:chgData name="Luiza Briana Grether" userId="33b05ef5-dde0-4e2c-af71-3f0410b5559e" providerId="ADAL" clId="{BD690F32-6A11-4ACD-8ECA-649441D692A8}" dt="2024-11-12T14:22:08.492" v="985" actId="478"/>
            <ac:spMkLst>
              <pc:docMk/>
              <pc:sldMasterMk cId="3332300950" sldId="2147483648"/>
              <pc:sldLayoutMk cId="2057250987" sldId="2147483657"/>
              <ac:spMk id="4" creationId="{7968C4A0-42DA-E267-DE26-9F1AC21D6ED7}"/>
            </ac:spMkLst>
          </pc:spChg>
          <pc:spChg chg="add mod">
            <ac:chgData name="Luiza Briana Grether" userId="33b05ef5-dde0-4e2c-af71-3f0410b5559e" providerId="ADAL" clId="{BD690F32-6A11-4ACD-8ECA-649441D692A8}" dt="2024-11-12T14:22:08.824" v="986"/>
            <ac:spMkLst>
              <pc:docMk/>
              <pc:sldMasterMk cId="3332300950" sldId="2147483648"/>
              <pc:sldLayoutMk cId="2057250987" sldId="2147483657"/>
              <ac:spMk id="7" creationId="{DED453B1-226E-335D-E155-FE7CBE82D196}"/>
            </ac:spMkLst>
          </pc:spChg>
          <pc:spChg chg="mod">
            <ac:chgData name="Luiza Briana Grether" userId="33b05ef5-dde0-4e2c-af71-3f0410b5559e" providerId="ADAL" clId="{BD690F32-6A11-4ACD-8ECA-649441D692A8}" dt="2024-11-12T14:00:07.136" v="535" actId="14100"/>
            <ac:spMkLst>
              <pc:docMk/>
              <pc:sldMasterMk cId="3332300950" sldId="2147483648"/>
              <pc:sldLayoutMk cId="2057250987" sldId="2147483657"/>
              <ac:spMk id="9" creationId="{644225B0-D666-94FC-CC53-651A3EBB02BD}"/>
            </ac:spMkLst>
          </pc:spChg>
          <pc:spChg chg="mod">
            <ac:chgData name="Luiza Briana Grether" userId="33b05ef5-dde0-4e2c-af71-3f0410b5559e" providerId="ADAL" clId="{BD690F32-6A11-4ACD-8ECA-649441D692A8}" dt="2024-11-12T14:02:28.411" v="596" actId="207"/>
            <ac:spMkLst>
              <pc:docMk/>
              <pc:sldMasterMk cId="3332300950" sldId="2147483648"/>
              <pc:sldLayoutMk cId="2057250987" sldId="2147483657"/>
              <ac:spMk id="21" creationId="{1E31C72F-9822-1BAA-0A1E-10B3A5090EED}"/>
            </ac:spMkLst>
          </pc:spChg>
          <pc:spChg chg="mod">
            <ac:chgData name="Luiza Briana Grether" userId="33b05ef5-dde0-4e2c-af71-3f0410b5559e" providerId="ADAL" clId="{BD690F32-6A11-4ACD-8ECA-649441D692A8}" dt="2024-11-12T14:03:18.358" v="642" actId="20577"/>
            <ac:spMkLst>
              <pc:docMk/>
              <pc:sldMasterMk cId="3332300950" sldId="2147483648"/>
              <pc:sldLayoutMk cId="2057250987" sldId="2147483657"/>
              <ac:spMk id="22" creationId="{B0B76A6D-7CBF-0EA5-F3DC-3CCB00B7489A}"/>
            </ac:spMkLst>
          </pc:spChg>
          <pc:picChg chg="add mod ord">
            <ac:chgData name="Luiza Briana Grether" userId="33b05ef5-dde0-4e2c-af71-3f0410b5559e" providerId="ADAL" clId="{BD690F32-6A11-4ACD-8ECA-649441D692A8}" dt="2024-11-12T13:59:52.655" v="531" actId="167"/>
            <ac:picMkLst>
              <pc:docMk/>
              <pc:sldMasterMk cId="3332300950" sldId="2147483648"/>
              <pc:sldLayoutMk cId="2057250987" sldId="2147483657"/>
              <ac:picMk id="3" creationId="{AC15D0E2-AD50-A292-6088-0BD87B10096A}"/>
            </ac:picMkLst>
          </pc:picChg>
          <pc:picChg chg="add del mod ord">
            <ac:chgData name="Luiza Briana Grether" userId="33b05ef5-dde0-4e2c-af71-3f0410b5559e" providerId="ADAL" clId="{BD690F32-6A11-4ACD-8ECA-649441D692A8}" dt="2024-11-12T14:01:28.440" v="593" actId="478"/>
            <ac:picMkLst>
              <pc:docMk/>
              <pc:sldMasterMk cId="3332300950" sldId="2147483648"/>
              <pc:sldLayoutMk cId="2057250987" sldId="2147483657"/>
              <ac:picMk id="6" creationId="{AE8D5F09-84FF-18E3-884B-0012E756BFDA}"/>
            </ac:picMkLst>
          </pc:picChg>
          <pc:picChg chg="del">
            <ac:chgData name="Luiza Briana Grether" userId="33b05ef5-dde0-4e2c-af71-3f0410b5559e" providerId="ADAL" clId="{BD690F32-6A11-4ACD-8ECA-649441D692A8}" dt="2024-11-12T13:59:31.559" v="527" actId="478"/>
            <ac:picMkLst>
              <pc:docMk/>
              <pc:sldMasterMk cId="3332300950" sldId="2147483648"/>
              <pc:sldLayoutMk cId="2057250987" sldId="2147483657"/>
              <ac:picMk id="17" creationId="{9867D504-ED80-59BB-8A60-024EAFE06316}"/>
            </ac:picMkLst>
          </pc:picChg>
        </pc:sldLayoutChg>
        <pc:sldLayoutChg chg="addSp delSp modSp add mod modTransition">
          <pc:chgData name="Luiza Briana Grether" userId="33b05ef5-dde0-4e2c-af71-3f0410b5559e" providerId="ADAL" clId="{BD690F32-6A11-4ACD-8ECA-649441D692A8}" dt="2024-11-12T14:22:00.973" v="984" actId="1076"/>
          <pc:sldLayoutMkLst>
            <pc:docMk/>
            <pc:sldMasterMk cId="3332300950" sldId="2147483648"/>
            <pc:sldLayoutMk cId="1640369259" sldId="2147483658"/>
          </pc:sldLayoutMkLst>
          <pc:spChg chg="mod">
            <ac:chgData name="Luiza Briana Grether" userId="33b05ef5-dde0-4e2c-af71-3f0410b5559e" providerId="ADAL" clId="{BD690F32-6A11-4ACD-8ECA-649441D692A8}" dt="2024-11-12T14:22:00.973" v="984" actId="1076"/>
            <ac:spMkLst>
              <pc:docMk/>
              <pc:sldMasterMk cId="3332300950" sldId="2147483648"/>
              <pc:sldLayoutMk cId="1640369259" sldId="2147483658"/>
              <ac:spMk id="4" creationId="{7968C4A0-42DA-E267-DE26-9F1AC21D6ED7}"/>
            </ac:spMkLst>
          </pc:spChg>
          <pc:spChg chg="add mod">
            <ac:chgData name="Luiza Briana Grether" userId="33b05ef5-dde0-4e2c-af71-3f0410b5559e" providerId="ADAL" clId="{BD690F32-6A11-4ACD-8ECA-649441D692A8}" dt="2024-11-12T14:06:49.861" v="695" actId="14100"/>
            <ac:spMkLst>
              <pc:docMk/>
              <pc:sldMasterMk cId="3332300950" sldId="2147483648"/>
              <pc:sldLayoutMk cId="1640369259" sldId="2147483658"/>
              <ac:spMk id="6" creationId="{82ED4C45-33FA-0378-3808-3F3A00B1EEE9}"/>
            </ac:spMkLst>
          </pc:spChg>
          <pc:spChg chg="add mod">
            <ac:chgData name="Luiza Briana Grether" userId="33b05ef5-dde0-4e2c-af71-3f0410b5559e" providerId="ADAL" clId="{BD690F32-6A11-4ACD-8ECA-649441D692A8}" dt="2024-11-12T14:05:40.144" v="687" actId="1076"/>
            <ac:spMkLst>
              <pc:docMk/>
              <pc:sldMasterMk cId="3332300950" sldId="2147483648"/>
              <pc:sldLayoutMk cId="1640369259" sldId="2147483658"/>
              <ac:spMk id="7" creationId="{04EB4939-F54E-7B17-45E8-F66475449C98}"/>
            </ac:spMkLst>
          </pc:spChg>
          <pc:spChg chg="add mod">
            <ac:chgData name="Luiza Briana Grether" userId="33b05ef5-dde0-4e2c-af71-3f0410b5559e" providerId="ADAL" clId="{BD690F32-6A11-4ACD-8ECA-649441D692A8}" dt="2024-11-12T14:05:40.144" v="687" actId="1076"/>
            <ac:spMkLst>
              <pc:docMk/>
              <pc:sldMasterMk cId="3332300950" sldId="2147483648"/>
              <pc:sldLayoutMk cId="1640369259" sldId="2147483658"/>
              <ac:spMk id="8" creationId="{179DD180-966D-44CF-E50C-63926370541F}"/>
            </ac:spMkLst>
          </pc:spChg>
          <pc:spChg chg="mod">
            <ac:chgData name="Luiza Briana Grether" userId="33b05ef5-dde0-4e2c-af71-3f0410b5559e" providerId="ADAL" clId="{BD690F32-6A11-4ACD-8ECA-649441D692A8}" dt="2024-11-12T14:06:55.381" v="696" actId="14100"/>
            <ac:spMkLst>
              <pc:docMk/>
              <pc:sldMasterMk cId="3332300950" sldId="2147483648"/>
              <pc:sldLayoutMk cId="1640369259" sldId="2147483658"/>
              <ac:spMk id="9" creationId="{644225B0-D666-94FC-CC53-651A3EBB02BD}"/>
            </ac:spMkLst>
          </pc:spChg>
          <pc:spChg chg="mod">
            <ac:chgData name="Luiza Briana Grether" userId="33b05ef5-dde0-4e2c-af71-3f0410b5559e" providerId="ADAL" clId="{BD690F32-6A11-4ACD-8ECA-649441D692A8}" dt="2024-11-12T14:05:32.598" v="685" actId="14100"/>
            <ac:spMkLst>
              <pc:docMk/>
              <pc:sldMasterMk cId="3332300950" sldId="2147483648"/>
              <pc:sldLayoutMk cId="1640369259" sldId="2147483658"/>
              <ac:spMk id="22" creationId="{B0B76A6D-7CBF-0EA5-F3DC-3CCB00B7489A}"/>
            </ac:spMkLst>
          </pc:spChg>
          <pc:picChg chg="del">
            <ac:chgData name="Luiza Briana Grether" userId="33b05ef5-dde0-4e2c-af71-3f0410b5559e" providerId="ADAL" clId="{BD690F32-6A11-4ACD-8ECA-649441D692A8}" dt="2024-11-12T14:03:41.416" v="657" actId="478"/>
            <ac:picMkLst>
              <pc:docMk/>
              <pc:sldMasterMk cId="3332300950" sldId="2147483648"/>
              <pc:sldLayoutMk cId="1640369259" sldId="2147483658"/>
              <ac:picMk id="3" creationId="{AC15D0E2-AD50-A292-6088-0BD87B10096A}"/>
            </ac:picMkLst>
          </pc:picChg>
          <pc:picChg chg="add mod ord">
            <ac:chgData name="Luiza Briana Grether" userId="33b05ef5-dde0-4e2c-af71-3f0410b5559e" providerId="ADAL" clId="{BD690F32-6A11-4ACD-8ECA-649441D692A8}" dt="2024-11-12T14:03:55.442" v="661" actId="167"/>
            <ac:picMkLst>
              <pc:docMk/>
              <pc:sldMasterMk cId="3332300950" sldId="2147483648"/>
              <pc:sldLayoutMk cId="1640369259" sldId="2147483658"/>
              <ac:picMk id="5" creationId="{89F44972-DB4F-82DF-D528-EB7C824CD783}"/>
            </ac:picMkLst>
          </pc:picChg>
        </pc:sldLayoutChg>
        <pc:sldLayoutChg chg="addSp delSp modSp add mod modTransition">
          <pc:chgData name="Luiza Briana Grether" userId="33b05ef5-dde0-4e2c-af71-3f0410b5559e" providerId="ADAL" clId="{BD690F32-6A11-4ACD-8ECA-649441D692A8}" dt="2024-11-12T14:06:34.479" v="693" actId="14100"/>
          <pc:sldLayoutMkLst>
            <pc:docMk/>
            <pc:sldMasterMk cId="3332300950" sldId="2147483648"/>
            <pc:sldLayoutMk cId="692723080" sldId="2147483659"/>
          </pc:sldLayoutMkLst>
          <pc:spChg chg="del">
            <ac:chgData name="Luiza Briana Grether" userId="33b05ef5-dde0-4e2c-af71-3f0410b5559e" providerId="ADAL" clId="{BD690F32-6A11-4ACD-8ECA-649441D692A8}" dt="2024-11-12T14:05:03.264" v="677" actId="478"/>
            <ac:spMkLst>
              <pc:docMk/>
              <pc:sldMasterMk cId="3332300950" sldId="2147483648"/>
              <pc:sldLayoutMk cId="692723080" sldId="2147483659"/>
              <ac:spMk id="4" creationId="{7968C4A0-42DA-E267-DE26-9F1AC21D6ED7}"/>
            </ac:spMkLst>
          </pc:spChg>
          <pc:spChg chg="mod">
            <ac:chgData name="Luiza Briana Grether" userId="33b05ef5-dde0-4e2c-af71-3f0410b5559e" providerId="ADAL" clId="{BD690F32-6A11-4ACD-8ECA-649441D692A8}" dt="2024-11-12T14:06:34.479" v="693" actId="14100"/>
            <ac:spMkLst>
              <pc:docMk/>
              <pc:sldMasterMk cId="3332300950" sldId="2147483648"/>
              <pc:sldLayoutMk cId="692723080" sldId="2147483659"/>
              <ac:spMk id="6" creationId="{82ED4C45-33FA-0378-3808-3F3A00B1EEE9}"/>
            </ac:spMkLst>
          </pc:spChg>
          <pc:spChg chg="add mod">
            <ac:chgData name="Luiza Briana Grether" userId="33b05ef5-dde0-4e2c-af71-3f0410b5559e" providerId="ADAL" clId="{BD690F32-6A11-4ACD-8ECA-649441D692A8}" dt="2024-11-12T14:05:25.005" v="684"/>
            <ac:spMkLst>
              <pc:docMk/>
              <pc:sldMasterMk cId="3332300950" sldId="2147483648"/>
              <pc:sldLayoutMk cId="692723080" sldId="2147483659"/>
              <ac:spMk id="8" creationId="{CFE77FE2-FD06-C9D2-515F-A70F41147316}"/>
            </ac:spMkLst>
          </pc:spChg>
          <pc:spChg chg="mod">
            <ac:chgData name="Luiza Briana Grether" userId="33b05ef5-dde0-4e2c-af71-3f0410b5559e" providerId="ADAL" clId="{BD690F32-6A11-4ACD-8ECA-649441D692A8}" dt="2024-11-12T14:06:29.974" v="692" actId="14100"/>
            <ac:spMkLst>
              <pc:docMk/>
              <pc:sldMasterMk cId="3332300950" sldId="2147483648"/>
              <pc:sldLayoutMk cId="692723080" sldId="2147483659"/>
              <ac:spMk id="9" creationId="{644225B0-D666-94FC-CC53-651A3EBB02BD}"/>
            </ac:spMkLst>
          </pc:spChg>
          <pc:spChg chg="add mod">
            <ac:chgData name="Luiza Briana Grether" userId="33b05ef5-dde0-4e2c-af71-3f0410b5559e" providerId="ADAL" clId="{BD690F32-6A11-4ACD-8ECA-649441D692A8}" dt="2024-11-12T14:05:25.005" v="684"/>
            <ac:spMkLst>
              <pc:docMk/>
              <pc:sldMasterMk cId="3332300950" sldId="2147483648"/>
              <pc:sldLayoutMk cId="692723080" sldId="2147483659"/>
              <ac:spMk id="10" creationId="{4504EE86-5310-0F61-F8A0-B4AC2D3F44D4}"/>
            </ac:spMkLst>
          </pc:spChg>
          <pc:spChg chg="add mod">
            <ac:chgData name="Luiza Briana Grether" userId="33b05ef5-dde0-4e2c-af71-3f0410b5559e" providerId="ADAL" clId="{BD690F32-6A11-4ACD-8ECA-649441D692A8}" dt="2024-11-12T14:05:54.756" v="688"/>
            <ac:spMkLst>
              <pc:docMk/>
              <pc:sldMasterMk cId="3332300950" sldId="2147483648"/>
              <pc:sldLayoutMk cId="692723080" sldId="2147483659"/>
              <ac:spMk id="11" creationId="{C6F6103C-8B73-2FC2-8C93-6360FDC56581}"/>
            </ac:spMkLst>
          </pc:spChg>
          <pc:spChg chg="add mod">
            <ac:chgData name="Luiza Briana Grether" userId="33b05ef5-dde0-4e2c-af71-3f0410b5559e" providerId="ADAL" clId="{BD690F32-6A11-4ACD-8ECA-649441D692A8}" dt="2024-11-12T14:06:08.527" v="689" actId="14100"/>
            <ac:spMkLst>
              <pc:docMk/>
              <pc:sldMasterMk cId="3332300950" sldId="2147483648"/>
              <pc:sldLayoutMk cId="692723080" sldId="2147483659"/>
              <ac:spMk id="12" creationId="{2D35B795-85B1-983E-9CD9-422869747B97}"/>
            </ac:spMkLst>
          </pc:spChg>
          <pc:spChg chg="add mod">
            <ac:chgData name="Luiza Briana Grether" userId="33b05ef5-dde0-4e2c-af71-3f0410b5559e" providerId="ADAL" clId="{BD690F32-6A11-4ACD-8ECA-649441D692A8}" dt="2024-11-12T14:06:20.959" v="691" actId="1076"/>
            <ac:spMkLst>
              <pc:docMk/>
              <pc:sldMasterMk cId="3332300950" sldId="2147483648"/>
              <pc:sldLayoutMk cId="692723080" sldId="2147483659"/>
              <ac:spMk id="13" creationId="{856F3C62-E6AE-F384-25C1-EC48BBAE6606}"/>
            </ac:spMkLst>
          </pc:spChg>
          <pc:spChg chg="add mod">
            <ac:chgData name="Luiza Briana Grether" userId="33b05ef5-dde0-4e2c-af71-3f0410b5559e" providerId="ADAL" clId="{BD690F32-6A11-4ACD-8ECA-649441D692A8}" dt="2024-11-12T14:06:20.959" v="691" actId="1076"/>
            <ac:spMkLst>
              <pc:docMk/>
              <pc:sldMasterMk cId="3332300950" sldId="2147483648"/>
              <pc:sldLayoutMk cId="692723080" sldId="2147483659"/>
              <ac:spMk id="14" creationId="{55C61C0E-6C65-5A90-26EB-CDD0CEBA285B}"/>
            </ac:spMkLst>
          </pc:spChg>
          <pc:spChg chg="del">
            <ac:chgData name="Luiza Briana Grether" userId="33b05ef5-dde0-4e2c-af71-3f0410b5559e" providerId="ADAL" clId="{BD690F32-6A11-4ACD-8ECA-649441D692A8}" dt="2024-11-12T14:05:14.014" v="682" actId="478"/>
            <ac:spMkLst>
              <pc:docMk/>
              <pc:sldMasterMk cId="3332300950" sldId="2147483648"/>
              <pc:sldLayoutMk cId="692723080" sldId="2147483659"/>
              <ac:spMk id="21" creationId="{1E31C72F-9822-1BAA-0A1E-10B3A5090EED}"/>
            </ac:spMkLst>
          </pc:spChg>
          <pc:spChg chg="del">
            <ac:chgData name="Luiza Briana Grether" userId="33b05ef5-dde0-4e2c-af71-3f0410b5559e" providerId="ADAL" clId="{BD690F32-6A11-4ACD-8ECA-649441D692A8}" dt="2024-11-12T14:05:15.079" v="683" actId="478"/>
            <ac:spMkLst>
              <pc:docMk/>
              <pc:sldMasterMk cId="3332300950" sldId="2147483648"/>
              <pc:sldLayoutMk cId="692723080" sldId="2147483659"/>
              <ac:spMk id="22" creationId="{B0B76A6D-7CBF-0EA5-F3DC-3CCB00B7489A}"/>
            </ac:spMkLst>
          </pc:spChg>
          <pc:picChg chg="add mod ord">
            <ac:chgData name="Luiza Briana Grether" userId="33b05ef5-dde0-4e2c-af71-3f0410b5559e" providerId="ADAL" clId="{BD690F32-6A11-4ACD-8ECA-649441D692A8}" dt="2024-11-12T14:05:08.421" v="681" actId="167"/>
            <ac:picMkLst>
              <pc:docMk/>
              <pc:sldMasterMk cId="3332300950" sldId="2147483648"/>
              <pc:sldLayoutMk cId="692723080" sldId="2147483659"/>
              <ac:picMk id="3" creationId="{3B9AD206-EE19-D871-AE94-C268640A0CC1}"/>
            </ac:picMkLst>
          </pc:picChg>
          <pc:picChg chg="del">
            <ac:chgData name="Luiza Briana Grether" userId="33b05ef5-dde0-4e2c-af71-3f0410b5559e" providerId="ADAL" clId="{BD690F32-6A11-4ACD-8ECA-649441D692A8}" dt="2024-11-12T14:05:02.460" v="676" actId="478"/>
            <ac:picMkLst>
              <pc:docMk/>
              <pc:sldMasterMk cId="3332300950" sldId="2147483648"/>
              <pc:sldLayoutMk cId="692723080" sldId="2147483659"/>
              <ac:picMk id="5" creationId="{89F44972-DB4F-82DF-D528-EB7C824CD783}"/>
            </ac:picMkLst>
          </pc:picChg>
          <pc:picChg chg="add mod">
            <ac:chgData name="Luiza Briana Grether" userId="33b05ef5-dde0-4e2c-af71-3f0410b5559e" providerId="ADAL" clId="{BD690F32-6A11-4ACD-8ECA-649441D692A8}" dt="2024-11-12T14:05:25.005" v="684"/>
            <ac:picMkLst>
              <pc:docMk/>
              <pc:sldMasterMk cId="3332300950" sldId="2147483648"/>
              <pc:sldLayoutMk cId="692723080" sldId="2147483659"/>
              <ac:picMk id="7" creationId="{017C2906-4B90-D91A-04B3-F79D3466C6FD}"/>
            </ac:picMkLst>
          </pc:picChg>
        </pc:sldLayoutChg>
        <pc:sldLayoutChg chg="addSp delSp modSp new mod">
          <pc:chgData name="Luiza Briana Grether" userId="33b05ef5-dde0-4e2c-af71-3f0410b5559e" providerId="ADAL" clId="{BD690F32-6A11-4ACD-8ECA-649441D692A8}" dt="2024-11-12T14:08:20.751" v="733" actId="962"/>
          <pc:sldLayoutMkLst>
            <pc:docMk/>
            <pc:sldMasterMk cId="3332300950" sldId="2147483648"/>
            <pc:sldLayoutMk cId="2535753716" sldId="2147483660"/>
          </pc:sldLayoutMkLst>
          <pc:spChg chg="del">
            <ac:chgData name="Luiza Briana Grether" userId="33b05ef5-dde0-4e2c-af71-3f0410b5559e" providerId="ADAL" clId="{BD690F32-6A11-4ACD-8ECA-649441D692A8}" dt="2024-11-12T14:08:15.501" v="727" actId="478"/>
            <ac:spMkLst>
              <pc:docMk/>
              <pc:sldMasterMk cId="3332300950" sldId="2147483648"/>
              <pc:sldLayoutMk cId="2535753716" sldId="2147483660"/>
              <ac:spMk id="2" creationId="{6018F003-09EA-BD38-0D15-253D198AAC2B}"/>
            </ac:spMkLst>
          </pc:spChg>
          <pc:spChg chg="del">
            <ac:chgData name="Luiza Briana Grether" userId="33b05ef5-dde0-4e2c-af71-3f0410b5559e" providerId="ADAL" clId="{BD690F32-6A11-4ACD-8ECA-649441D692A8}" dt="2024-11-12T14:08:16.508" v="728" actId="478"/>
            <ac:spMkLst>
              <pc:docMk/>
              <pc:sldMasterMk cId="3332300950" sldId="2147483648"/>
              <pc:sldLayoutMk cId="2535753716" sldId="2147483660"/>
              <ac:spMk id="3" creationId="{CF12D960-FC1B-9179-91D3-BD090F03B285}"/>
            </ac:spMkLst>
          </pc:spChg>
          <pc:spChg chg="del">
            <ac:chgData name="Luiza Briana Grether" userId="33b05ef5-dde0-4e2c-af71-3f0410b5559e" providerId="ADAL" clId="{BD690F32-6A11-4ACD-8ECA-649441D692A8}" dt="2024-11-12T14:08:17.437" v="729" actId="478"/>
            <ac:spMkLst>
              <pc:docMk/>
              <pc:sldMasterMk cId="3332300950" sldId="2147483648"/>
              <pc:sldLayoutMk cId="2535753716" sldId="2147483660"/>
              <ac:spMk id="4" creationId="{25EA845A-154C-51DF-422D-E0BF820E9C66}"/>
            </ac:spMkLst>
          </pc:spChg>
          <pc:spChg chg="del">
            <ac:chgData name="Luiza Briana Grether" userId="33b05ef5-dde0-4e2c-af71-3f0410b5559e" providerId="ADAL" clId="{BD690F32-6A11-4ACD-8ECA-649441D692A8}" dt="2024-11-12T14:08:18.628" v="730" actId="478"/>
            <ac:spMkLst>
              <pc:docMk/>
              <pc:sldMasterMk cId="3332300950" sldId="2147483648"/>
              <pc:sldLayoutMk cId="2535753716" sldId="2147483660"/>
              <ac:spMk id="5" creationId="{654F2FA3-5A9F-3550-B1E6-5D55DED30B73}"/>
            </ac:spMkLst>
          </pc:spChg>
          <pc:picChg chg="add mod">
            <ac:chgData name="Luiza Briana Grether" userId="33b05ef5-dde0-4e2c-af71-3f0410b5559e" providerId="ADAL" clId="{BD690F32-6A11-4ACD-8ECA-649441D692A8}" dt="2024-11-12T14:08:20.751" v="733" actId="962"/>
            <ac:picMkLst>
              <pc:docMk/>
              <pc:sldMasterMk cId="3332300950" sldId="2147483648"/>
              <pc:sldLayoutMk cId="2535753716" sldId="2147483660"/>
              <ac:picMk id="7" creationId="{DAB00F91-633E-C672-007D-D9305ECFBE66}"/>
            </ac:picMkLst>
          </pc:picChg>
        </pc:sldLayoutChg>
        <pc:sldLayoutChg chg="addSp delSp modSp new mod">
          <pc:chgData name="Luiza Briana Grether" userId="33b05ef5-dde0-4e2c-af71-3f0410b5559e" providerId="ADAL" clId="{BD690F32-6A11-4ACD-8ECA-649441D692A8}" dt="2024-11-19T12:30:09.057" v="1082" actId="208"/>
          <pc:sldLayoutMkLst>
            <pc:docMk/>
            <pc:sldMasterMk cId="3332300950" sldId="2147483648"/>
            <pc:sldLayoutMk cId="372511665" sldId="2147483661"/>
          </pc:sldLayoutMkLst>
          <pc:spChg chg="del">
            <ac:chgData name="Luiza Briana Grether" userId="33b05ef5-dde0-4e2c-af71-3f0410b5559e" providerId="ADAL" clId="{BD690F32-6A11-4ACD-8ECA-649441D692A8}" dt="2024-11-19T12:22:44.689" v="999" actId="478"/>
            <ac:spMkLst>
              <pc:docMk/>
              <pc:sldMasterMk cId="3332300950" sldId="2147483648"/>
              <pc:sldLayoutMk cId="372511665" sldId="2147483661"/>
              <ac:spMk id="2" creationId="{F07740F7-9A27-B303-3E30-51CF78EE518D}"/>
            </ac:spMkLst>
          </pc:spChg>
          <pc:spChg chg="del">
            <ac:chgData name="Luiza Briana Grether" userId="33b05ef5-dde0-4e2c-af71-3f0410b5559e" providerId="ADAL" clId="{BD690F32-6A11-4ACD-8ECA-649441D692A8}" dt="2024-11-19T12:22:46.132" v="1000" actId="478"/>
            <ac:spMkLst>
              <pc:docMk/>
              <pc:sldMasterMk cId="3332300950" sldId="2147483648"/>
              <pc:sldLayoutMk cId="372511665" sldId="2147483661"/>
              <ac:spMk id="3" creationId="{69525F95-155E-5BB9-51FB-DD9A095AC987}"/>
            </ac:spMkLst>
          </pc:spChg>
          <pc:spChg chg="del">
            <ac:chgData name="Luiza Briana Grether" userId="33b05ef5-dde0-4e2c-af71-3f0410b5559e" providerId="ADAL" clId="{BD690F32-6A11-4ACD-8ECA-649441D692A8}" dt="2024-11-19T12:22:47.066" v="1001" actId="478"/>
            <ac:spMkLst>
              <pc:docMk/>
              <pc:sldMasterMk cId="3332300950" sldId="2147483648"/>
              <pc:sldLayoutMk cId="372511665" sldId="2147483661"/>
              <ac:spMk id="4" creationId="{C91C27A8-0D28-CE81-E80E-A3C178A5A8A5}"/>
            </ac:spMkLst>
          </pc:spChg>
          <pc:spChg chg="del">
            <ac:chgData name="Luiza Briana Grether" userId="33b05ef5-dde0-4e2c-af71-3f0410b5559e" providerId="ADAL" clId="{BD690F32-6A11-4ACD-8ECA-649441D692A8}" dt="2024-11-19T12:22:47.777" v="1002" actId="478"/>
            <ac:spMkLst>
              <pc:docMk/>
              <pc:sldMasterMk cId="3332300950" sldId="2147483648"/>
              <pc:sldLayoutMk cId="372511665" sldId="2147483661"/>
              <ac:spMk id="5" creationId="{56DBEB2E-74F0-B676-A41A-11216E6865DA}"/>
            </ac:spMkLst>
          </pc:spChg>
          <pc:spChg chg="add mod">
            <ac:chgData name="Luiza Briana Grether" userId="33b05ef5-dde0-4e2c-af71-3f0410b5559e" providerId="ADAL" clId="{BD690F32-6A11-4ACD-8ECA-649441D692A8}" dt="2024-11-19T12:23:30.634" v="1014" actId="14100"/>
            <ac:spMkLst>
              <pc:docMk/>
              <pc:sldMasterMk cId="3332300950" sldId="2147483648"/>
              <pc:sldLayoutMk cId="372511665" sldId="2147483661"/>
              <ac:spMk id="8" creationId="{465DEC17-15AA-496B-9008-3748CC033FAB}"/>
            </ac:spMkLst>
          </pc:spChg>
          <pc:spChg chg="add mod">
            <ac:chgData name="Luiza Briana Grether" userId="33b05ef5-dde0-4e2c-af71-3f0410b5559e" providerId="ADAL" clId="{BD690F32-6A11-4ACD-8ECA-649441D692A8}" dt="2024-11-19T12:23:45.266" v="1017" actId="14100"/>
            <ac:spMkLst>
              <pc:docMk/>
              <pc:sldMasterMk cId="3332300950" sldId="2147483648"/>
              <pc:sldLayoutMk cId="372511665" sldId="2147483661"/>
              <ac:spMk id="11" creationId="{0C42D5AA-EFA1-F8F1-4AEB-D8FC236C203C}"/>
            </ac:spMkLst>
          </pc:spChg>
          <pc:spChg chg="add del mod">
            <ac:chgData name="Luiza Briana Grether" userId="33b05ef5-dde0-4e2c-af71-3f0410b5559e" providerId="ADAL" clId="{BD690F32-6A11-4ACD-8ECA-649441D692A8}" dt="2024-11-19T12:27:46.025" v="1065" actId="478"/>
            <ac:spMkLst>
              <pc:docMk/>
              <pc:sldMasterMk cId="3332300950" sldId="2147483648"/>
              <pc:sldLayoutMk cId="372511665" sldId="2147483661"/>
              <ac:spMk id="12" creationId="{35DB953B-EE57-9B32-06E8-D1AEBE0AF4EA}"/>
            </ac:spMkLst>
          </pc:spChg>
          <pc:spChg chg="add mod">
            <ac:chgData name="Luiza Briana Grether" userId="33b05ef5-dde0-4e2c-af71-3f0410b5559e" providerId="ADAL" clId="{BD690F32-6A11-4ACD-8ECA-649441D692A8}" dt="2024-11-19T12:26:03.858" v="1049" actId="1037"/>
            <ac:spMkLst>
              <pc:docMk/>
              <pc:sldMasterMk cId="3332300950" sldId="2147483648"/>
              <pc:sldLayoutMk cId="372511665" sldId="2147483661"/>
              <ac:spMk id="13" creationId="{FB32F0A5-753E-83F5-D77D-39078905EE43}"/>
            </ac:spMkLst>
          </pc:spChg>
          <pc:spChg chg="add mod">
            <ac:chgData name="Luiza Briana Grether" userId="33b05ef5-dde0-4e2c-af71-3f0410b5559e" providerId="ADAL" clId="{BD690F32-6A11-4ACD-8ECA-649441D692A8}" dt="2024-11-19T12:26:03.858" v="1049" actId="1037"/>
            <ac:spMkLst>
              <pc:docMk/>
              <pc:sldMasterMk cId="3332300950" sldId="2147483648"/>
              <pc:sldLayoutMk cId="372511665" sldId="2147483661"/>
              <ac:spMk id="14" creationId="{098799AD-2AFB-6A2A-0805-AB2F5A801294}"/>
            </ac:spMkLst>
          </pc:spChg>
          <pc:spChg chg="add del">
            <ac:chgData name="Luiza Briana Grether" userId="33b05ef5-dde0-4e2c-af71-3f0410b5559e" providerId="ADAL" clId="{BD690F32-6A11-4ACD-8ECA-649441D692A8}" dt="2024-11-19T12:29:23.051" v="1066" actId="11529"/>
            <ac:spMkLst>
              <pc:docMk/>
              <pc:sldMasterMk cId="3332300950" sldId="2147483648"/>
              <pc:sldLayoutMk cId="372511665" sldId="2147483661"/>
              <ac:spMk id="15" creationId="{84AC3254-C7FD-91C9-C82B-E03BE767CCAA}"/>
            </ac:spMkLst>
          </pc:spChg>
          <pc:spChg chg="add del mod">
            <ac:chgData name="Luiza Briana Grether" userId="33b05ef5-dde0-4e2c-af71-3f0410b5559e" providerId="ADAL" clId="{BD690F32-6A11-4ACD-8ECA-649441D692A8}" dt="2024-11-19T12:29:23.641" v="1067" actId="478"/>
            <ac:spMkLst>
              <pc:docMk/>
              <pc:sldMasterMk cId="3332300950" sldId="2147483648"/>
              <pc:sldLayoutMk cId="372511665" sldId="2147483661"/>
              <ac:spMk id="16" creationId="{0E53DF16-8242-BE0F-360D-8B2C0DB35356}"/>
            </ac:spMkLst>
          </pc:spChg>
          <pc:spChg chg="add mod">
            <ac:chgData name="Luiza Briana Grether" userId="33b05ef5-dde0-4e2c-af71-3f0410b5559e" providerId="ADAL" clId="{BD690F32-6A11-4ACD-8ECA-649441D692A8}" dt="2024-11-19T12:30:09.057" v="1082" actId="208"/>
            <ac:spMkLst>
              <pc:docMk/>
              <pc:sldMasterMk cId="3332300950" sldId="2147483648"/>
              <pc:sldLayoutMk cId="372511665" sldId="2147483661"/>
              <ac:spMk id="19" creationId="{A753D7AD-ADED-CD19-C220-AD230710758D}"/>
            </ac:spMkLst>
          </pc:spChg>
          <pc:picChg chg="add del mod ord">
            <ac:chgData name="Luiza Briana Grether" userId="33b05ef5-dde0-4e2c-af71-3f0410b5559e" providerId="ADAL" clId="{BD690F32-6A11-4ACD-8ECA-649441D692A8}" dt="2024-11-19T12:29:24.297" v="1068" actId="478"/>
            <ac:picMkLst>
              <pc:docMk/>
              <pc:sldMasterMk cId="3332300950" sldId="2147483648"/>
              <pc:sldLayoutMk cId="372511665" sldId="2147483661"/>
              <ac:picMk id="7" creationId="{7730FF09-D87F-5FBF-3FB9-35D1FBFBCFEA}"/>
            </ac:picMkLst>
          </pc:picChg>
          <pc:picChg chg="add del mod ord">
            <ac:chgData name="Luiza Briana Grether" userId="33b05ef5-dde0-4e2c-af71-3f0410b5559e" providerId="ADAL" clId="{BD690F32-6A11-4ACD-8ECA-649441D692A8}" dt="2024-11-19T12:25:20.755" v="1033" actId="478"/>
            <ac:picMkLst>
              <pc:docMk/>
              <pc:sldMasterMk cId="3332300950" sldId="2147483648"/>
              <pc:sldLayoutMk cId="372511665" sldId="2147483661"/>
              <ac:picMk id="10" creationId="{59594448-B17B-813D-D046-107AE4DECD41}"/>
            </ac:picMkLst>
          </pc:picChg>
          <pc:picChg chg="add mod ord">
            <ac:chgData name="Luiza Briana Grether" userId="33b05ef5-dde0-4e2c-af71-3f0410b5559e" providerId="ADAL" clId="{BD690F32-6A11-4ACD-8ECA-649441D692A8}" dt="2024-11-19T12:29:28.952" v="1072" actId="167"/>
            <ac:picMkLst>
              <pc:docMk/>
              <pc:sldMasterMk cId="3332300950" sldId="2147483648"/>
              <pc:sldLayoutMk cId="372511665" sldId="2147483661"/>
              <ac:picMk id="18" creationId="{756B402D-C346-D1D5-87CD-50746809C97F}"/>
            </ac:picMkLst>
          </pc:picChg>
        </pc:sldLayoutChg>
      </pc:sldMasterChg>
      <pc:sldMasterChg chg="new del mod addSldLayout delSldLayout">
        <pc:chgData name="Luiza Briana Grether" userId="33b05ef5-dde0-4e2c-af71-3f0410b5559e" providerId="ADAL" clId="{BD690F32-6A11-4ACD-8ECA-649441D692A8}" dt="2024-11-12T14:03:32.774" v="655" actId="2696"/>
        <pc:sldMasterMkLst>
          <pc:docMk/>
          <pc:sldMasterMk cId="1346180828" sldId="2147483658"/>
        </pc:sldMasterMkLst>
        <pc:sldLayoutChg chg="new del replId">
          <pc:chgData name="Luiza Briana Grether" userId="33b05ef5-dde0-4e2c-af71-3f0410b5559e" providerId="ADAL" clId="{BD690F32-6A11-4ACD-8ECA-649441D692A8}" dt="2024-11-12T14:03:32.716" v="644" actId="2696"/>
          <pc:sldLayoutMkLst>
            <pc:docMk/>
            <pc:sldMasterMk cId="1346180828" sldId="2147483658"/>
            <pc:sldLayoutMk cId="1380905132" sldId="2147483659"/>
          </pc:sldLayoutMkLst>
        </pc:sldLayoutChg>
        <pc:sldLayoutChg chg="new del replId">
          <pc:chgData name="Luiza Briana Grether" userId="33b05ef5-dde0-4e2c-af71-3f0410b5559e" providerId="ADAL" clId="{BD690F32-6A11-4ACD-8ECA-649441D692A8}" dt="2024-11-12T14:03:32.723" v="645" actId="2696"/>
          <pc:sldLayoutMkLst>
            <pc:docMk/>
            <pc:sldMasterMk cId="1346180828" sldId="2147483658"/>
            <pc:sldLayoutMk cId="1325811937" sldId="2147483660"/>
          </pc:sldLayoutMkLst>
        </pc:sldLayoutChg>
        <pc:sldLayoutChg chg="new del replId">
          <pc:chgData name="Luiza Briana Grether" userId="33b05ef5-dde0-4e2c-af71-3f0410b5559e" providerId="ADAL" clId="{BD690F32-6A11-4ACD-8ECA-649441D692A8}" dt="2024-11-12T14:03:32.726" v="646" actId="2696"/>
          <pc:sldLayoutMkLst>
            <pc:docMk/>
            <pc:sldMasterMk cId="1346180828" sldId="2147483658"/>
            <pc:sldLayoutMk cId="416018142" sldId="2147483661"/>
          </pc:sldLayoutMkLst>
        </pc:sldLayoutChg>
        <pc:sldLayoutChg chg="new del replId">
          <pc:chgData name="Luiza Briana Grether" userId="33b05ef5-dde0-4e2c-af71-3f0410b5559e" providerId="ADAL" clId="{BD690F32-6A11-4ACD-8ECA-649441D692A8}" dt="2024-11-12T14:03:32.734" v="647" actId="2696"/>
          <pc:sldLayoutMkLst>
            <pc:docMk/>
            <pc:sldMasterMk cId="1346180828" sldId="2147483658"/>
            <pc:sldLayoutMk cId="4106582172" sldId="2147483662"/>
          </pc:sldLayoutMkLst>
        </pc:sldLayoutChg>
        <pc:sldLayoutChg chg="new del replId">
          <pc:chgData name="Luiza Briana Grether" userId="33b05ef5-dde0-4e2c-af71-3f0410b5559e" providerId="ADAL" clId="{BD690F32-6A11-4ACD-8ECA-649441D692A8}" dt="2024-11-12T14:03:32.737" v="648" actId="2696"/>
          <pc:sldLayoutMkLst>
            <pc:docMk/>
            <pc:sldMasterMk cId="1346180828" sldId="2147483658"/>
            <pc:sldLayoutMk cId="1186604756" sldId="2147483663"/>
          </pc:sldLayoutMkLst>
        </pc:sldLayoutChg>
        <pc:sldLayoutChg chg="new del replId">
          <pc:chgData name="Luiza Briana Grether" userId="33b05ef5-dde0-4e2c-af71-3f0410b5559e" providerId="ADAL" clId="{BD690F32-6A11-4ACD-8ECA-649441D692A8}" dt="2024-11-12T14:03:32.744" v="649" actId="2696"/>
          <pc:sldLayoutMkLst>
            <pc:docMk/>
            <pc:sldMasterMk cId="1346180828" sldId="2147483658"/>
            <pc:sldLayoutMk cId="2440602620" sldId="2147483664"/>
          </pc:sldLayoutMkLst>
        </pc:sldLayoutChg>
        <pc:sldLayoutChg chg="new del replId">
          <pc:chgData name="Luiza Briana Grether" userId="33b05ef5-dde0-4e2c-af71-3f0410b5559e" providerId="ADAL" clId="{BD690F32-6A11-4ACD-8ECA-649441D692A8}" dt="2024-11-12T14:03:32.748" v="650" actId="2696"/>
          <pc:sldLayoutMkLst>
            <pc:docMk/>
            <pc:sldMasterMk cId="1346180828" sldId="2147483658"/>
            <pc:sldLayoutMk cId="4101302570" sldId="2147483665"/>
          </pc:sldLayoutMkLst>
        </pc:sldLayoutChg>
        <pc:sldLayoutChg chg="new del replId">
          <pc:chgData name="Luiza Briana Grether" userId="33b05ef5-dde0-4e2c-af71-3f0410b5559e" providerId="ADAL" clId="{BD690F32-6A11-4ACD-8ECA-649441D692A8}" dt="2024-11-12T14:03:32.756" v="651" actId="2696"/>
          <pc:sldLayoutMkLst>
            <pc:docMk/>
            <pc:sldMasterMk cId="1346180828" sldId="2147483658"/>
            <pc:sldLayoutMk cId="4175695362" sldId="2147483666"/>
          </pc:sldLayoutMkLst>
        </pc:sldLayoutChg>
        <pc:sldLayoutChg chg="new del replId">
          <pc:chgData name="Luiza Briana Grether" userId="33b05ef5-dde0-4e2c-af71-3f0410b5559e" providerId="ADAL" clId="{BD690F32-6A11-4ACD-8ECA-649441D692A8}" dt="2024-11-12T14:03:32.761" v="652" actId="2696"/>
          <pc:sldLayoutMkLst>
            <pc:docMk/>
            <pc:sldMasterMk cId="1346180828" sldId="2147483658"/>
            <pc:sldLayoutMk cId="3563072721" sldId="2147483667"/>
          </pc:sldLayoutMkLst>
        </pc:sldLayoutChg>
        <pc:sldLayoutChg chg="new del replId">
          <pc:chgData name="Luiza Briana Grether" userId="33b05ef5-dde0-4e2c-af71-3f0410b5559e" providerId="ADAL" clId="{BD690F32-6A11-4ACD-8ECA-649441D692A8}" dt="2024-11-12T14:03:32.765" v="653" actId="2696"/>
          <pc:sldLayoutMkLst>
            <pc:docMk/>
            <pc:sldMasterMk cId="1346180828" sldId="2147483658"/>
            <pc:sldLayoutMk cId="2507006074" sldId="2147483668"/>
          </pc:sldLayoutMkLst>
        </pc:sldLayoutChg>
        <pc:sldLayoutChg chg="new del replId">
          <pc:chgData name="Luiza Briana Grether" userId="33b05ef5-dde0-4e2c-af71-3f0410b5559e" providerId="ADAL" clId="{BD690F32-6A11-4ACD-8ECA-649441D692A8}" dt="2024-11-12T14:03:32.769" v="654" actId="2696"/>
          <pc:sldLayoutMkLst>
            <pc:docMk/>
            <pc:sldMasterMk cId="1346180828" sldId="2147483658"/>
            <pc:sldLayoutMk cId="2421474375" sldId="2147483669"/>
          </pc:sldLayoutMkLst>
        </pc:sldLayoutChg>
      </pc:sldMasterChg>
      <pc:sldMasterChg chg="new del mod addSldLayout delSldLayout">
        <pc:chgData name="Luiza Briana Grether" userId="33b05ef5-dde0-4e2c-af71-3f0410b5559e" providerId="ADAL" clId="{BD690F32-6A11-4ACD-8ECA-649441D692A8}" dt="2024-11-12T14:08:10.774" v="725" actId="2696"/>
        <pc:sldMasterMkLst>
          <pc:docMk/>
          <pc:sldMasterMk cId="499215325" sldId="2147483660"/>
        </pc:sldMasterMkLst>
        <pc:sldLayoutChg chg="new del replId">
          <pc:chgData name="Luiza Briana Grether" userId="33b05ef5-dde0-4e2c-af71-3f0410b5559e" providerId="ADAL" clId="{BD690F32-6A11-4ACD-8ECA-649441D692A8}" dt="2024-11-12T14:08:10.721" v="714" actId="2696"/>
          <pc:sldLayoutMkLst>
            <pc:docMk/>
            <pc:sldMasterMk cId="499215325" sldId="2147483660"/>
            <pc:sldLayoutMk cId="2071510722" sldId="2147483661"/>
          </pc:sldLayoutMkLst>
        </pc:sldLayoutChg>
        <pc:sldLayoutChg chg="new del replId">
          <pc:chgData name="Luiza Briana Grether" userId="33b05ef5-dde0-4e2c-af71-3f0410b5559e" providerId="ADAL" clId="{BD690F32-6A11-4ACD-8ECA-649441D692A8}" dt="2024-11-12T14:08:10.727" v="715" actId="2696"/>
          <pc:sldLayoutMkLst>
            <pc:docMk/>
            <pc:sldMasterMk cId="499215325" sldId="2147483660"/>
            <pc:sldLayoutMk cId="3045128788" sldId="2147483662"/>
          </pc:sldLayoutMkLst>
        </pc:sldLayoutChg>
        <pc:sldLayoutChg chg="new del replId">
          <pc:chgData name="Luiza Briana Grether" userId="33b05ef5-dde0-4e2c-af71-3f0410b5559e" providerId="ADAL" clId="{BD690F32-6A11-4ACD-8ECA-649441D692A8}" dt="2024-11-12T14:08:10.730" v="716" actId="2696"/>
          <pc:sldLayoutMkLst>
            <pc:docMk/>
            <pc:sldMasterMk cId="499215325" sldId="2147483660"/>
            <pc:sldLayoutMk cId="3380972445" sldId="2147483663"/>
          </pc:sldLayoutMkLst>
        </pc:sldLayoutChg>
        <pc:sldLayoutChg chg="new del replId">
          <pc:chgData name="Luiza Briana Grether" userId="33b05ef5-dde0-4e2c-af71-3f0410b5559e" providerId="ADAL" clId="{BD690F32-6A11-4ACD-8ECA-649441D692A8}" dt="2024-11-12T14:08:10.737" v="717" actId="2696"/>
          <pc:sldLayoutMkLst>
            <pc:docMk/>
            <pc:sldMasterMk cId="499215325" sldId="2147483660"/>
            <pc:sldLayoutMk cId="2308398443" sldId="2147483664"/>
          </pc:sldLayoutMkLst>
        </pc:sldLayoutChg>
        <pc:sldLayoutChg chg="new del replId">
          <pc:chgData name="Luiza Briana Grether" userId="33b05ef5-dde0-4e2c-af71-3f0410b5559e" providerId="ADAL" clId="{BD690F32-6A11-4ACD-8ECA-649441D692A8}" dt="2024-11-12T14:08:10.739" v="718" actId="2696"/>
          <pc:sldLayoutMkLst>
            <pc:docMk/>
            <pc:sldMasterMk cId="499215325" sldId="2147483660"/>
            <pc:sldLayoutMk cId="4265345022" sldId="2147483665"/>
          </pc:sldLayoutMkLst>
        </pc:sldLayoutChg>
        <pc:sldLayoutChg chg="new del replId">
          <pc:chgData name="Luiza Briana Grether" userId="33b05ef5-dde0-4e2c-af71-3f0410b5559e" providerId="ADAL" clId="{BD690F32-6A11-4ACD-8ECA-649441D692A8}" dt="2024-11-12T14:08:10.748" v="719" actId="2696"/>
          <pc:sldLayoutMkLst>
            <pc:docMk/>
            <pc:sldMasterMk cId="499215325" sldId="2147483660"/>
            <pc:sldLayoutMk cId="2195468664" sldId="2147483666"/>
          </pc:sldLayoutMkLst>
        </pc:sldLayoutChg>
        <pc:sldLayoutChg chg="new del replId">
          <pc:chgData name="Luiza Briana Grether" userId="33b05ef5-dde0-4e2c-af71-3f0410b5559e" providerId="ADAL" clId="{BD690F32-6A11-4ACD-8ECA-649441D692A8}" dt="2024-11-12T14:08:10.752" v="720" actId="2696"/>
          <pc:sldLayoutMkLst>
            <pc:docMk/>
            <pc:sldMasterMk cId="499215325" sldId="2147483660"/>
            <pc:sldLayoutMk cId="3827749388" sldId="2147483667"/>
          </pc:sldLayoutMkLst>
        </pc:sldLayoutChg>
        <pc:sldLayoutChg chg="new del replId">
          <pc:chgData name="Luiza Briana Grether" userId="33b05ef5-dde0-4e2c-af71-3f0410b5559e" providerId="ADAL" clId="{BD690F32-6A11-4ACD-8ECA-649441D692A8}" dt="2024-11-12T14:08:10.762" v="721" actId="2696"/>
          <pc:sldLayoutMkLst>
            <pc:docMk/>
            <pc:sldMasterMk cId="499215325" sldId="2147483660"/>
            <pc:sldLayoutMk cId="886473952" sldId="2147483668"/>
          </pc:sldLayoutMkLst>
        </pc:sldLayoutChg>
        <pc:sldLayoutChg chg="new del replId">
          <pc:chgData name="Luiza Briana Grether" userId="33b05ef5-dde0-4e2c-af71-3f0410b5559e" providerId="ADAL" clId="{BD690F32-6A11-4ACD-8ECA-649441D692A8}" dt="2024-11-12T14:08:10.764" v="722" actId="2696"/>
          <pc:sldLayoutMkLst>
            <pc:docMk/>
            <pc:sldMasterMk cId="499215325" sldId="2147483660"/>
            <pc:sldLayoutMk cId="2282943526" sldId="2147483669"/>
          </pc:sldLayoutMkLst>
        </pc:sldLayoutChg>
        <pc:sldLayoutChg chg="new del replId">
          <pc:chgData name="Luiza Briana Grether" userId="33b05ef5-dde0-4e2c-af71-3f0410b5559e" providerId="ADAL" clId="{BD690F32-6A11-4ACD-8ECA-649441D692A8}" dt="2024-11-12T14:08:10.768" v="723" actId="2696"/>
          <pc:sldLayoutMkLst>
            <pc:docMk/>
            <pc:sldMasterMk cId="499215325" sldId="2147483660"/>
            <pc:sldLayoutMk cId="3287740527" sldId="2147483670"/>
          </pc:sldLayoutMkLst>
        </pc:sldLayoutChg>
        <pc:sldLayoutChg chg="new del replId">
          <pc:chgData name="Luiza Briana Grether" userId="33b05ef5-dde0-4e2c-af71-3f0410b5559e" providerId="ADAL" clId="{BD690F32-6A11-4ACD-8ECA-649441D692A8}" dt="2024-11-12T14:08:10.771" v="724" actId="2696"/>
          <pc:sldLayoutMkLst>
            <pc:docMk/>
            <pc:sldMasterMk cId="499215325" sldId="2147483660"/>
            <pc:sldLayoutMk cId="3235367660" sldId="2147483671"/>
          </pc:sldLayoutMkLst>
        </pc:sldLayoutChg>
      </pc:sldMasterChg>
    </pc:docChg>
  </pc:docChgLst>
  <pc:docChgLst>
    <pc:chgData name="Luiza Briana Grether" userId="33b05ef5-dde0-4e2c-af71-3f0410b5559e" providerId="ADAL" clId="{533DA019-136B-4EE0-AEFA-90A2E860BCFF}"/>
    <pc:docChg chg="undo custSel modSld modMainMaster">
      <pc:chgData name="Luiza Briana Grether" userId="33b05ef5-dde0-4e2c-af71-3f0410b5559e" providerId="ADAL" clId="{533DA019-136B-4EE0-AEFA-90A2E860BCFF}" dt="2024-12-15T22:04:15.182" v="146" actId="20577"/>
      <pc:docMkLst>
        <pc:docMk/>
      </pc:docMkLst>
      <pc:sldChg chg="addSp delSp modSp mod chgLayout">
        <pc:chgData name="Luiza Briana Grether" userId="33b05ef5-dde0-4e2c-af71-3f0410b5559e" providerId="ADAL" clId="{533DA019-136B-4EE0-AEFA-90A2E860BCFF}" dt="2024-12-13T20:10:45.989" v="99" actId="6264"/>
        <pc:sldMkLst>
          <pc:docMk/>
          <pc:sldMk cId="1019073360" sldId="256"/>
        </pc:sldMkLst>
        <pc:spChg chg="del mod">
          <ac:chgData name="Luiza Briana Grether" userId="33b05ef5-dde0-4e2c-af71-3f0410b5559e" providerId="ADAL" clId="{533DA019-136B-4EE0-AEFA-90A2E860BCFF}" dt="2024-12-13T20:10:45.989" v="99" actId="6264"/>
          <ac:spMkLst>
            <pc:docMk/>
            <pc:sldMk cId="1019073360" sldId="256"/>
            <ac:spMk id="2" creationId="{54D59E08-84F5-CECF-610A-A2F35852FD8D}"/>
          </ac:spMkLst>
        </pc:spChg>
        <pc:spChg chg="del mod">
          <ac:chgData name="Luiza Briana Grether" userId="33b05ef5-dde0-4e2c-af71-3f0410b5559e" providerId="ADAL" clId="{533DA019-136B-4EE0-AEFA-90A2E860BCFF}" dt="2024-12-13T20:10:45.989" v="99" actId="6264"/>
          <ac:spMkLst>
            <pc:docMk/>
            <pc:sldMk cId="1019073360" sldId="256"/>
            <ac:spMk id="3" creationId="{79621D4E-8B01-EF3C-1600-0437E299BE13}"/>
          </ac:spMkLst>
        </pc:spChg>
        <pc:spChg chg="add mod ord">
          <ac:chgData name="Luiza Briana Grether" userId="33b05ef5-dde0-4e2c-af71-3f0410b5559e" providerId="ADAL" clId="{533DA019-136B-4EE0-AEFA-90A2E860BCFF}" dt="2024-12-13T20:10:45.989" v="99" actId="6264"/>
          <ac:spMkLst>
            <pc:docMk/>
            <pc:sldMk cId="1019073360" sldId="256"/>
            <ac:spMk id="8" creationId="{FAED3543-390F-0635-0FA1-35975A2F4FAA}"/>
          </ac:spMkLst>
        </pc:spChg>
        <pc:spChg chg="add mod ord">
          <ac:chgData name="Luiza Briana Grether" userId="33b05ef5-dde0-4e2c-af71-3f0410b5559e" providerId="ADAL" clId="{533DA019-136B-4EE0-AEFA-90A2E860BCFF}" dt="2024-12-13T20:10:45.989" v="99" actId="6264"/>
          <ac:spMkLst>
            <pc:docMk/>
            <pc:sldMk cId="1019073360" sldId="256"/>
            <ac:spMk id="9" creationId="{52E09D41-F386-1A51-D0BF-BFCBDFCB480E}"/>
          </ac:spMkLst>
        </pc:spChg>
        <pc:picChg chg="add del mod">
          <ac:chgData name="Luiza Briana Grether" userId="33b05ef5-dde0-4e2c-af71-3f0410b5559e" providerId="ADAL" clId="{533DA019-136B-4EE0-AEFA-90A2E860BCFF}" dt="2024-12-13T19:06:25.063" v="53" actId="478"/>
          <ac:picMkLst>
            <pc:docMk/>
            <pc:sldMk cId="1019073360" sldId="256"/>
            <ac:picMk id="5" creationId="{12C53069-9F90-DCCD-82D3-E6AA74DA5BC4}"/>
          </ac:picMkLst>
        </pc:picChg>
        <pc:picChg chg="add del mod ord">
          <ac:chgData name="Luiza Briana Grether" userId="33b05ef5-dde0-4e2c-af71-3f0410b5559e" providerId="ADAL" clId="{533DA019-136B-4EE0-AEFA-90A2E860BCFF}" dt="2024-12-13T20:08:49.288" v="83" actId="478"/>
          <ac:picMkLst>
            <pc:docMk/>
            <pc:sldMk cId="1019073360" sldId="256"/>
            <ac:picMk id="5" creationId="{C9414001-C80C-23BF-33B9-83315721F892}"/>
          </ac:picMkLst>
        </pc:picChg>
        <pc:picChg chg="add mod ord">
          <ac:chgData name="Luiza Briana Grether" userId="33b05ef5-dde0-4e2c-af71-3f0410b5559e" providerId="ADAL" clId="{533DA019-136B-4EE0-AEFA-90A2E860BCFF}" dt="2024-12-13T20:08:53.696" v="86" actId="27614"/>
          <ac:picMkLst>
            <pc:docMk/>
            <pc:sldMk cId="1019073360" sldId="256"/>
            <ac:picMk id="7" creationId="{B1A437BB-8B04-1FA0-5A73-79466487A44C}"/>
          </ac:picMkLst>
        </pc:picChg>
        <pc:picChg chg="add del mod">
          <ac:chgData name="Luiza Briana Grether" userId="33b05ef5-dde0-4e2c-af71-3f0410b5559e" providerId="ADAL" clId="{533DA019-136B-4EE0-AEFA-90A2E860BCFF}" dt="2024-12-13T19:06:55.685" v="56" actId="478"/>
          <ac:picMkLst>
            <pc:docMk/>
            <pc:sldMk cId="1019073360" sldId="256"/>
            <ac:picMk id="7" creationId="{CAA9650F-08EA-970B-1D06-613391916719}"/>
          </ac:picMkLst>
        </pc:picChg>
        <pc:picChg chg="add del mod">
          <ac:chgData name="Luiza Briana Grether" userId="33b05ef5-dde0-4e2c-af71-3f0410b5559e" providerId="ADAL" clId="{533DA019-136B-4EE0-AEFA-90A2E860BCFF}" dt="2024-12-13T19:07:02.878" v="59" actId="478"/>
          <ac:picMkLst>
            <pc:docMk/>
            <pc:sldMk cId="1019073360" sldId="256"/>
            <ac:picMk id="9" creationId="{4073AB77-F1DA-2C70-AFE9-FB68D093960D}"/>
          </ac:picMkLst>
        </pc:picChg>
        <pc:picChg chg="add del mod">
          <ac:chgData name="Luiza Briana Grether" userId="33b05ef5-dde0-4e2c-af71-3f0410b5559e" providerId="ADAL" clId="{533DA019-136B-4EE0-AEFA-90A2E860BCFF}" dt="2024-12-13T19:07:06.213" v="61" actId="478"/>
          <ac:picMkLst>
            <pc:docMk/>
            <pc:sldMk cId="1019073360" sldId="256"/>
            <ac:picMk id="11" creationId="{9D863831-E3ED-6A69-2C84-B819BD339FAA}"/>
          </ac:picMkLst>
        </pc:picChg>
        <pc:picChg chg="add del mod">
          <ac:chgData name="Luiza Briana Grether" userId="33b05ef5-dde0-4e2c-af71-3f0410b5559e" providerId="ADAL" clId="{533DA019-136B-4EE0-AEFA-90A2E860BCFF}" dt="2024-12-13T19:07:12.223" v="64" actId="478"/>
          <ac:picMkLst>
            <pc:docMk/>
            <pc:sldMk cId="1019073360" sldId="256"/>
            <ac:picMk id="13" creationId="{A95B874C-93AA-D541-BAE0-FE43D41E1D0B}"/>
          </ac:picMkLst>
        </pc:picChg>
        <pc:picChg chg="add del mod">
          <ac:chgData name="Luiza Briana Grether" userId="33b05ef5-dde0-4e2c-af71-3f0410b5559e" providerId="ADAL" clId="{533DA019-136B-4EE0-AEFA-90A2E860BCFF}" dt="2024-12-13T19:07:18.414" v="67" actId="478"/>
          <ac:picMkLst>
            <pc:docMk/>
            <pc:sldMk cId="1019073360" sldId="256"/>
            <ac:picMk id="15" creationId="{CC5D72BA-6262-29AE-46BB-F51BEF1D009C}"/>
          </ac:picMkLst>
        </pc:picChg>
        <pc:picChg chg="add del mod">
          <ac:chgData name="Luiza Briana Grether" userId="33b05ef5-dde0-4e2c-af71-3f0410b5559e" providerId="ADAL" clId="{533DA019-136B-4EE0-AEFA-90A2E860BCFF}" dt="2024-12-13T20:08:30.446" v="71" actId="478"/>
          <ac:picMkLst>
            <pc:docMk/>
            <pc:sldMk cId="1019073360" sldId="256"/>
            <ac:picMk id="17" creationId="{8BD53A83-DBC5-9E1F-877C-DB77677CBE35}"/>
          </ac:picMkLst>
        </pc:picChg>
      </pc:sldChg>
      <pc:sldChg chg="addSp delSp modSp mod">
        <pc:chgData name="Luiza Briana Grether" userId="33b05ef5-dde0-4e2c-af71-3f0410b5559e" providerId="ADAL" clId="{533DA019-136B-4EE0-AEFA-90A2E860BCFF}" dt="2024-12-15T22:04:15.182" v="146" actId="20577"/>
        <pc:sldMkLst>
          <pc:docMk/>
          <pc:sldMk cId="2584547635" sldId="265"/>
        </pc:sldMkLst>
        <pc:spChg chg="del">
          <ac:chgData name="Luiza Briana Grether" userId="33b05ef5-dde0-4e2c-af71-3f0410b5559e" providerId="ADAL" clId="{533DA019-136B-4EE0-AEFA-90A2E860BCFF}" dt="2024-12-15T22:03:32.312" v="100"/>
          <ac:spMkLst>
            <pc:docMk/>
            <pc:sldMk cId="2584547635" sldId="265"/>
            <ac:spMk id="5" creationId="{8CA8999B-E6A1-D4CC-5EC1-BDEF59175A5D}"/>
          </ac:spMkLst>
        </pc:spChg>
        <pc:spChg chg="mod">
          <ac:chgData name="Luiza Briana Grether" userId="33b05ef5-dde0-4e2c-af71-3f0410b5559e" providerId="ADAL" clId="{533DA019-136B-4EE0-AEFA-90A2E860BCFF}" dt="2024-12-15T22:04:08.013" v="144" actId="20577"/>
          <ac:spMkLst>
            <pc:docMk/>
            <pc:sldMk cId="2584547635" sldId="265"/>
            <ac:spMk id="6" creationId="{A0D53907-C4C0-B3DE-457A-5B5D5C3B662A}"/>
          </ac:spMkLst>
        </pc:spChg>
        <pc:spChg chg="mod">
          <ac:chgData name="Luiza Briana Grether" userId="33b05ef5-dde0-4e2c-af71-3f0410b5559e" providerId="ADAL" clId="{533DA019-136B-4EE0-AEFA-90A2E860BCFF}" dt="2024-12-15T22:03:38.415" v="113" actId="20577"/>
          <ac:spMkLst>
            <pc:docMk/>
            <pc:sldMk cId="2584547635" sldId="265"/>
            <ac:spMk id="7" creationId="{3384CC13-F93D-FFC0-E47F-32C08DA8388B}"/>
          </ac:spMkLst>
        </pc:spChg>
        <pc:spChg chg="del">
          <ac:chgData name="Luiza Briana Grether" userId="33b05ef5-dde0-4e2c-af71-3f0410b5559e" providerId="ADAL" clId="{533DA019-136B-4EE0-AEFA-90A2E860BCFF}" dt="2024-12-15T22:03:34.054" v="101"/>
          <ac:spMkLst>
            <pc:docMk/>
            <pc:sldMk cId="2584547635" sldId="265"/>
            <ac:spMk id="8" creationId="{C34C45D9-BE38-122D-2911-6C2EF3F41001}"/>
          </ac:spMkLst>
        </pc:spChg>
        <pc:spChg chg="mod">
          <ac:chgData name="Luiza Briana Grether" userId="33b05ef5-dde0-4e2c-af71-3f0410b5559e" providerId="ADAL" clId="{533DA019-136B-4EE0-AEFA-90A2E860BCFF}" dt="2024-12-15T22:04:15.182" v="146" actId="20577"/>
          <ac:spMkLst>
            <pc:docMk/>
            <pc:sldMk cId="2584547635" sldId="265"/>
            <ac:spMk id="9" creationId="{DDF77502-8193-D651-F33D-59CE5A6070CB}"/>
          </ac:spMkLst>
        </pc:spChg>
        <pc:picChg chg="add mod">
          <ac:chgData name="Luiza Briana Grether" userId="33b05ef5-dde0-4e2c-af71-3f0410b5559e" providerId="ADAL" clId="{533DA019-136B-4EE0-AEFA-90A2E860BCFF}" dt="2024-12-15T22:03:34.793" v="104" actId="27614"/>
          <ac:picMkLst>
            <pc:docMk/>
            <pc:sldMk cId="2584547635" sldId="265"/>
            <ac:picMk id="3" creationId="{1E9C52A9-854A-7D65-2653-800AF11ABB67}"/>
          </ac:picMkLst>
        </pc:picChg>
        <pc:picChg chg="add mod">
          <ac:chgData name="Luiza Briana Grether" userId="33b05ef5-dde0-4e2c-af71-3f0410b5559e" providerId="ADAL" clId="{533DA019-136B-4EE0-AEFA-90A2E860BCFF}" dt="2024-12-15T22:03:34.791" v="102" actId="27614"/>
          <ac:picMkLst>
            <pc:docMk/>
            <pc:sldMk cId="2584547635" sldId="265"/>
            <ac:picMk id="10" creationId="{D17F82E3-B808-FF9E-E389-427B693DF5BC}"/>
          </ac:picMkLst>
        </pc:picChg>
      </pc:sldChg>
      <pc:sldMasterChg chg="modSldLayout">
        <pc:chgData name="Luiza Briana Grether" userId="33b05ef5-dde0-4e2c-af71-3f0410b5559e" providerId="ADAL" clId="{533DA019-136B-4EE0-AEFA-90A2E860BCFF}" dt="2024-12-13T20:10:37.280" v="98"/>
        <pc:sldMasterMkLst>
          <pc:docMk/>
          <pc:sldMasterMk cId="3332300950" sldId="2147483648"/>
        </pc:sldMasterMkLst>
        <pc:sldLayoutChg chg="addSp delSp modSp mod">
          <pc:chgData name="Luiza Briana Grether" userId="33b05ef5-dde0-4e2c-af71-3f0410b5559e" providerId="ADAL" clId="{533DA019-136B-4EE0-AEFA-90A2E860BCFF}" dt="2024-12-13T20:10:37.280" v="98"/>
          <pc:sldLayoutMkLst>
            <pc:docMk/>
            <pc:sldMasterMk cId="3332300950" sldId="2147483648"/>
            <pc:sldLayoutMk cId="2107256044" sldId="2147483649"/>
          </pc:sldLayoutMkLst>
          <pc:spChg chg="add mod">
            <ac:chgData name="Luiza Briana Grether" userId="33b05ef5-dde0-4e2c-af71-3f0410b5559e" providerId="ADAL" clId="{533DA019-136B-4EE0-AEFA-90A2E860BCFF}" dt="2024-12-13T20:10:37.280" v="98"/>
            <ac:spMkLst>
              <pc:docMk/>
              <pc:sldMasterMk cId="3332300950" sldId="2147483648"/>
              <pc:sldLayoutMk cId="2107256044" sldId="2147483649"/>
              <ac:spMk id="4" creationId="{CB63E01A-E997-00B2-37CE-16D1B3EFBC28}"/>
            </ac:spMkLst>
          </pc:spChg>
          <pc:spChg chg="add mod">
            <ac:chgData name="Luiza Briana Grether" userId="33b05ef5-dde0-4e2c-af71-3f0410b5559e" providerId="ADAL" clId="{533DA019-136B-4EE0-AEFA-90A2E860BCFF}" dt="2024-12-13T20:10:37.280" v="98"/>
            <ac:spMkLst>
              <pc:docMk/>
              <pc:sldMasterMk cId="3332300950" sldId="2147483648"/>
              <pc:sldLayoutMk cId="2107256044" sldId="2147483649"/>
              <ac:spMk id="5" creationId="{F347EB79-D968-BF25-8114-157F7F28DA97}"/>
            </ac:spMkLst>
          </pc:spChg>
          <pc:spChg chg="del mod">
            <ac:chgData name="Luiza Briana Grether" userId="33b05ef5-dde0-4e2c-af71-3f0410b5559e" providerId="ADAL" clId="{533DA019-136B-4EE0-AEFA-90A2E860BCFF}" dt="2024-12-13T20:10:36.401" v="97" actId="478"/>
            <ac:spMkLst>
              <pc:docMk/>
              <pc:sldMasterMk cId="3332300950" sldId="2147483648"/>
              <pc:sldLayoutMk cId="2107256044" sldId="2147483649"/>
              <ac:spMk id="15" creationId="{12E8F8BF-42DE-9716-618E-A5A7BB6D16AF}"/>
            </ac:spMkLst>
          </pc:spChg>
          <pc:spChg chg="del mod">
            <ac:chgData name="Luiza Briana Grether" userId="33b05ef5-dde0-4e2c-af71-3f0410b5559e" providerId="ADAL" clId="{533DA019-136B-4EE0-AEFA-90A2E860BCFF}" dt="2024-12-13T20:10:36.401" v="97" actId="478"/>
            <ac:spMkLst>
              <pc:docMk/>
              <pc:sldMasterMk cId="3332300950" sldId="2147483648"/>
              <pc:sldLayoutMk cId="2107256044" sldId="2147483649"/>
              <ac:spMk id="17" creationId="{18F21C96-5697-1E98-68C2-DF5DC2A400A3}"/>
            </ac:spMkLst>
          </pc:spChg>
          <pc:picChg chg="add mod ord">
            <ac:chgData name="Luiza Briana Grether" userId="33b05ef5-dde0-4e2c-af71-3f0410b5559e" providerId="ADAL" clId="{533DA019-136B-4EE0-AEFA-90A2E860BCFF}" dt="2024-12-13T20:10:19.755" v="94" actId="167"/>
            <ac:picMkLst>
              <pc:docMk/>
              <pc:sldMasterMk cId="3332300950" sldId="2147483648"/>
              <pc:sldLayoutMk cId="2107256044" sldId="2147483649"/>
              <ac:picMk id="3" creationId="{43927696-89E5-0A31-A594-E39526A3949A}"/>
            </ac:picMkLst>
          </pc:picChg>
          <pc:picChg chg="del">
            <ac:chgData name="Luiza Briana Grether" userId="33b05ef5-dde0-4e2c-af71-3f0410b5559e" providerId="ADAL" clId="{533DA019-136B-4EE0-AEFA-90A2E860BCFF}" dt="2024-12-13T20:10:21.008" v="95" actId="478"/>
            <ac:picMkLst>
              <pc:docMk/>
              <pc:sldMasterMk cId="3332300950" sldId="2147483648"/>
              <pc:sldLayoutMk cId="2107256044" sldId="2147483649"/>
              <ac:picMk id="10" creationId="{50A30DE6-C707-3F8B-F58B-4B2299E0BEE4}"/>
            </ac:picMkLst>
          </pc:picChg>
        </pc:sldLayoutChg>
        <pc:sldLayoutChg chg="addSp delSp modSp mod">
          <pc:chgData name="Luiza Briana Grether" userId="33b05ef5-dde0-4e2c-af71-3f0410b5559e" providerId="ADAL" clId="{533DA019-136B-4EE0-AEFA-90A2E860BCFF}" dt="2024-12-12T19:36:26.045" v="4" actId="478"/>
          <pc:sldLayoutMkLst>
            <pc:docMk/>
            <pc:sldMasterMk cId="3332300950" sldId="2147483648"/>
            <pc:sldLayoutMk cId="254971135" sldId="2147483653"/>
          </pc:sldLayoutMkLst>
          <pc:picChg chg="del">
            <ac:chgData name="Luiza Briana Grether" userId="33b05ef5-dde0-4e2c-af71-3f0410b5559e" providerId="ADAL" clId="{533DA019-136B-4EE0-AEFA-90A2E860BCFF}" dt="2024-12-12T19:36:26.045" v="4" actId="478"/>
            <ac:picMkLst>
              <pc:docMk/>
              <pc:sldMasterMk cId="3332300950" sldId="2147483648"/>
              <pc:sldLayoutMk cId="254971135" sldId="2147483653"/>
              <ac:picMk id="3" creationId="{7601EF98-EDDC-26AB-CA58-89F0ADFEE395}"/>
            </ac:picMkLst>
          </pc:picChg>
          <pc:picChg chg="add mod ord">
            <ac:chgData name="Luiza Briana Grether" userId="33b05ef5-dde0-4e2c-af71-3f0410b5559e" providerId="ADAL" clId="{533DA019-136B-4EE0-AEFA-90A2E860BCFF}" dt="2024-12-12T19:36:25.117" v="3" actId="167"/>
            <ac:picMkLst>
              <pc:docMk/>
              <pc:sldMasterMk cId="3332300950" sldId="2147483648"/>
              <pc:sldLayoutMk cId="254971135" sldId="2147483653"/>
              <ac:picMk id="4" creationId="{C4DFA60D-876E-FE77-AB59-4272D91B6913}"/>
            </ac:picMkLst>
          </pc:picChg>
        </pc:sldLayoutChg>
        <pc:sldLayoutChg chg="addSp delSp modSp mod">
          <pc:chgData name="Luiza Briana Grether" userId="33b05ef5-dde0-4e2c-af71-3f0410b5559e" providerId="ADAL" clId="{533DA019-136B-4EE0-AEFA-90A2E860BCFF}" dt="2024-12-12T19:36:40.020" v="9" actId="478"/>
          <pc:sldLayoutMkLst>
            <pc:docMk/>
            <pc:sldMasterMk cId="3332300950" sldId="2147483648"/>
            <pc:sldLayoutMk cId="888269426" sldId="2147483656"/>
          </pc:sldLayoutMkLst>
          <pc:picChg chg="del">
            <ac:chgData name="Luiza Briana Grether" userId="33b05ef5-dde0-4e2c-af71-3f0410b5559e" providerId="ADAL" clId="{533DA019-136B-4EE0-AEFA-90A2E860BCFF}" dt="2024-12-12T19:36:40.020" v="9" actId="478"/>
            <ac:picMkLst>
              <pc:docMk/>
              <pc:sldMasterMk cId="3332300950" sldId="2147483648"/>
              <pc:sldLayoutMk cId="888269426" sldId="2147483656"/>
              <ac:picMk id="3" creationId="{1E529531-4C7F-C04F-4FFB-8320297365B6}"/>
            </ac:picMkLst>
          </pc:picChg>
          <pc:picChg chg="add mod ord">
            <ac:chgData name="Luiza Briana Grether" userId="33b05ef5-dde0-4e2c-af71-3f0410b5559e" providerId="ADAL" clId="{533DA019-136B-4EE0-AEFA-90A2E860BCFF}" dt="2024-12-12T19:36:38.526" v="8" actId="167"/>
            <ac:picMkLst>
              <pc:docMk/>
              <pc:sldMasterMk cId="3332300950" sldId="2147483648"/>
              <pc:sldLayoutMk cId="888269426" sldId="2147483656"/>
              <ac:picMk id="4" creationId="{C4C26335-B161-31E5-52FA-5B68174C4A76}"/>
            </ac:picMkLst>
          </pc:picChg>
        </pc:sldLayoutChg>
        <pc:sldLayoutChg chg="addSp delSp modSp mod">
          <pc:chgData name="Luiza Briana Grether" userId="33b05ef5-dde0-4e2c-af71-3f0410b5559e" providerId="ADAL" clId="{533DA019-136B-4EE0-AEFA-90A2E860BCFF}" dt="2024-12-12T19:36:47.589" v="13" actId="478"/>
          <pc:sldLayoutMkLst>
            <pc:docMk/>
            <pc:sldMasterMk cId="3332300950" sldId="2147483648"/>
            <pc:sldLayoutMk cId="2057250987" sldId="2147483657"/>
          </pc:sldLayoutMkLst>
          <pc:picChg chg="add del mod">
            <ac:chgData name="Luiza Briana Grether" userId="33b05ef5-dde0-4e2c-af71-3f0410b5559e" providerId="ADAL" clId="{533DA019-136B-4EE0-AEFA-90A2E860BCFF}" dt="2024-12-12T19:36:47.589" v="13" actId="478"/>
            <ac:picMkLst>
              <pc:docMk/>
              <pc:sldMasterMk cId="3332300950" sldId="2147483648"/>
              <pc:sldLayoutMk cId="2057250987" sldId="2147483657"/>
              <ac:picMk id="3" creationId="{F2D5991C-474C-3CBF-A523-B883077E75EF}"/>
            </ac:picMkLst>
          </pc:picChg>
        </pc:sldLayoutChg>
        <pc:sldLayoutChg chg="addSp delSp modSp mod">
          <pc:chgData name="Luiza Briana Grether" userId="33b05ef5-dde0-4e2c-af71-3f0410b5559e" providerId="ADAL" clId="{533DA019-136B-4EE0-AEFA-90A2E860BCFF}" dt="2024-12-12T19:36:58.765" v="20" actId="478"/>
          <pc:sldLayoutMkLst>
            <pc:docMk/>
            <pc:sldMasterMk cId="3332300950" sldId="2147483648"/>
            <pc:sldLayoutMk cId="1640369259" sldId="2147483658"/>
          </pc:sldLayoutMkLst>
          <pc:picChg chg="del">
            <ac:chgData name="Luiza Briana Grether" userId="33b05ef5-dde0-4e2c-af71-3f0410b5559e" providerId="ADAL" clId="{533DA019-136B-4EE0-AEFA-90A2E860BCFF}" dt="2024-12-12T19:36:58.765" v="20" actId="478"/>
            <ac:picMkLst>
              <pc:docMk/>
              <pc:sldMasterMk cId="3332300950" sldId="2147483648"/>
              <pc:sldLayoutMk cId="1640369259" sldId="2147483658"/>
              <ac:picMk id="4" creationId="{F14926D5-0CC2-5683-6D64-0F9824B4412D}"/>
            </ac:picMkLst>
          </pc:picChg>
          <pc:picChg chg="add del mod ord">
            <ac:chgData name="Luiza Briana Grether" userId="33b05ef5-dde0-4e2c-af71-3f0410b5559e" providerId="ADAL" clId="{533DA019-136B-4EE0-AEFA-90A2E860BCFF}" dt="2024-12-12T19:36:56.704" v="19" actId="478"/>
            <ac:picMkLst>
              <pc:docMk/>
              <pc:sldMasterMk cId="3332300950" sldId="2147483648"/>
              <pc:sldLayoutMk cId="1640369259" sldId="2147483658"/>
              <ac:picMk id="5" creationId="{714F9AFB-B231-6D64-EA20-D83AABA45864}"/>
            </ac:picMkLst>
          </pc:picChg>
        </pc:sldLayoutChg>
        <pc:sldLayoutChg chg="addSp delSp modSp mod">
          <pc:chgData name="Luiza Briana Grether" userId="33b05ef5-dde0-4e2c-af71-3f0410b5559e" providerId="ADAL" clId="{533DA019-136B-4EE0-AEFA-90A2E860BCFF}" dt="2024-12-12T19:37:07.060" v="25" actId="478"/>
          <pc:sldLayoutMkLst>
            <pc:docMk/>
            <pc:sldMasterMk cId="3332300950" sldId="2147483648"/>
            <pc:sldLayoutMk cId="692723080" sldId="2147483659"/>
          </pc:sldLayoutMkLst>
          <pc:picChg chg="del">
            <ac:chgData name="Luiza Briana Grether" userId="33b05ef5-dde0-4e2c-af71-3f0410b5559e" providerId="ADAL" clId="{533DA019-136B-4EE0-AEFA-90A2E860BCFF}" dt="2024-12-12T19:37:07.060" v="25" actId="478"/>
            <ac:picMkLst>
              <pc:docMk/>
              <pc:sldMasterMk cId="3332300950" sldId="2147483648"/>
              <pc:sldLayoutMk cId="692723080" sldId="2147483659"/>
              <ac:picMk id="3" creationId="{B8122732-F360-7C44-731C-DF5664C3FEC9}"/>
            </ac:picMkLst>
          </pc:picChg>
          <pc:picChg chg="add mod ord">
            <ac:chgData name="Luiza Briana Grether" userId="33b05ef5-dde0-4e2c-af71-3f0410b5559e" providerId="ADAL" clId="{533DA019-136B-4EE0-AEFA-90A2E860BCFF}" dt="2024-12-12T19:37:05.938" v="24" actId="167"/>
            <ac:picMkLst>
              <pc:docMk/>
              <pc:sldMasterMk cId="3332300950" sldId="2147483648"/>
              <pc:sldLayoutMk cId="692723080" sldId="2147483659"/>
              <ac:picMk id="4" creationId="{A57C6209-03F4-5A14-0447-1CC2C610A550}"/>
            </ac:picMkLst>
          </pc:picChg>
        </pc:sldLayoutChg>
        <pc:sldLayoutChg chg="addSp delSp modSp mod">
          <pc:chgData name="Luiza Briana Grether" userId="33b05ef5-dde0-4e2c-af71-3f0410b5559e" providerId="ADAL" clId="{533DA019-136B-4EE0-AEFA-90A2E860BCFF}" dt="2024-12-12T19:37:16.028" v="30" actId="478"/>
          <pc:sldLayoutMkLst>
            <pc:docMk/>
            <pc:sldMasterMk cId="3332300950" sldId="2147483648"/>
            <pc:sldLayoutMk cId="372511665" sldId="2147483661"/>
          </pc:sldLayoutMkLst>
          <pc:picChg chg="del">
            <ac:chgData name="Luiza Briana Grether" userId="33b05ef5-dde0-4e2c-af71-3f0410b5559e" providerId="ADAL" clId="{533DA019-136B-4EE0-AEFA-90A2E860BCFF}" dt="2024-12-12T19:37:16.028" v="30" actId="478"/>
            <ac:picMkLst>
              <pc:docMk/>
              <pc:sldMasterMk cId="3332300950" sldId="2147483648"/>
              <pc:sldLayoutMk cId="372511665" sldId="2147483661"/>
              <ac:picMk id="3" creationId="{C67A9253-1BE4-0484-41D5-3E303C177256}"/>
            </ac:picMkLst>
          </pc:picChg>
          <pc:picChg chg="add mod ord">
            <ac:chgData name="Luiza Briana Grether" userId="33b05ef5-dde0-4e2c-af71-3f0410b5559e" providerId="ADAL" clId="{533DA019-136B-4EE0-AEFA-90A2E860BCFF}" dt="2024-12-12T19:37:14.804" v="29" actId="167"/>
            <ac:picMkLst>
              <pc:docMk/>
              <pc:sldMasterMk cId="3332300950" sldId="2147483648"/>
              <pc:sldLayoutMk cId="372511665" sldId="2147483661"/>
              <ac:picMk id="4" creationId="{AE1894C7-E86B-3299-1067-CE4EC13C690E}"/>
            </ac:picMkLst>
          </pc:picChg>
        </pc:sldLayoutChg>
        <pc:sldLayoutChg chg="addSp delSp modSp mod">
          <pc:chgData name="Luiza Briana Grether" userId="33b05ef5-dde0-4e2c-af71-3f0410b5559e" providerId="ADAL" clId="{533DA019-136B-4EE0-AEFA-90A2E860BCFF}" dt="2024-12-12T19:37:26.341" v="35" actId="478"/>
          <pc:sldLayoutMkLst>
            <pc:docMk/>
            <pc:sldMasterMk cId="3332300950" sldId="2147483648"/>
            <pc:sldLayoutMk cId="875419224" sldId="2147483662"/>
          </pc:sldLayoutMkLst>
          <pc:picChg chg="del">
            <ac:chgData name="Luiza Briana Grether" userId="33b05ef5-dde0-4e2c-af71-3f0410b5559e" providerId="ADAL" clId="{533DA019-136B-4EE0-AEFA-90A2E860BCFF}" dt="2024-12-12T19:37:26.341" v="35" actId="478"/>
            <ac:picMkLst>
              <pc:docMk/>
              <pc:sldMasterMk cId="3332300950" sldId="2147483648"/>
              <pc:sldLayoutMk cId="875419224" sldId="2147483662"/>
              <ac:picMk id="3" creationId="{606A0E38-C86D-98B5-87A2-52DB7FD56B2D}"/>
            </ac:picMkLst>
          </pc:picChg>
          <pc:picChg chg="add mod ord">
            <ac:chgData name="Luiza Briana Grether" userId="33b05ef5-dde0-4e2c-af71-3f0410b5559e" providerId="ADAL" clId="{533DA019-136B-4EE0-AEFA-90A2E860BCFF}" dt="2024-12-12T19:37:25.557" v="34" actId="167"/>
            <ac:picMkLst>
              <pc:docMk/>
              <pc:sldMasterMk cId="3332300950" sldId="2147483648"/>
              <pc:sldLayoutMk cId="875419224" sldId="2147483662"/>
              <ac:picMk id="4" creationId="{CFAA60E7-B119-DB5D-A065-8CD2757A5164}"/>
            </ac:picMkLst>
          </pc:picChg>
        </pc:sldLayoutChg>
        <pc:sldLayoutChg chg="addSp delSp modSp mod">
          <pc:chgData name="Luiza Briana Grether" userId="33b05ef5-dde0-4e2c-af71-3f0410b5559e" providerId="ADAL" clId="{533DA019-136B-4EE0-AEFA-90A2E860BCFF}" dt="2024-12-12T19:37:31.884" v="40" actId="478"/>
          <pc:sldLayoutMkLst>
            <pc:docMk/>
            <pc:sldMasterMk cId="3332300950" sldId="2147483648"/>
            <pc:sldLayoutMk cId="1156684718" sldId="2147483663"/>
          </pc:sldLayoutMkLst>
          <pc:picChg chg="add mod ord">
            <ac:chgData name="Luiza Briana Grether" userId="33b05ef5-dde0-4e2c-af71-3f0410b5559e" providerId="ADAL" clId="{533DA019-136B-4EE0-AEFA-90A2E860BCFF}" dt="2024-12-12T19:37:31.088" v="39" actId="167"/>
            <ac:picMkLst>
              <pc:docMk/>
              <pc:sldMasterMk cId="3332300950" sldId="2147483648"/>
              <pc:sldLayoutMk cId="1156684718" sldId="2147483663"/>
              <ac:picMk id="3" creationId="{17E60CEA-D571-5680-E6D8-9DA6E7B9475F}"/>
            </ac:picMkLst>
          </pc:picChg>
          <pc:picChg chg="del">
            <ac:chgData name="Luiza Briana Grether" userId="33b05ef5-dde0-4e2c-af71-3f0410b5559e" providerId="ADAL" clId="{533DA019-136B-4EE0-AEFA-90A2E860BCFF}" dt="2024-12-12T19:37:31.884" v="40" actId="478"/>
            <ac:picMkLst>
              <pc:docMk/>
              <pc:sldMasterMk cId="3332300950" sldId="2147483648"/>
              <pc:sldLayoutMk cId="1156684718" sldId="2147483663"/>
              <ac:picMk id="6" creationId="{7702DCDD-196F-F4D7-FBD2-B4DADF1DE57C}"/>
            </ac:picMkLst>
          </pc:picChg>
        </pc:sldLayoutChg>
        <pc:sldLayoutChg chg="addSp delSp modSp mod">
          <pc:chgData name="Luiza Briana Grether" userId="33b05ef5-dde0-4e2c-af71-3f0410b5559e" providerId="ADAL" clId="{533DA019-136B-4EE0-AEFA-90A2E860BCFF}" dt="2024-12-12T19:37:38.916" v="45" actId="478"/>
          <pc:sldLayoutMkLst>
            <pc:docMk/>
            <pc:sldMasterMk cId="3332300950" sldId="2147483648"/>
            <pc:sldLayoutMk cId="2537778495" sldId="2147483664"/>
          </pc:sldLayoutMkLst>
          <pc:picChg chg="add mod ord">
            <ac:chgData name="Luiza Briana Grether" userId="33b05ef5-dde0-4e2c-af71-3f0410b5559e" providerId="ADAL" clId="{533DA019-136B-4EE0-AEFA-90A2E860BCFF}" dt="2024-12-12T19:37:38.120" v="44" actId="167"/>
            <ac:picMkLst>
              <pc:docMk/>
              <pc:sldMasterMk cId="3332300950" sldId="2147483648"/>
              <pc:sldLayoutMk cId="2537778495" sldId="2147483664"/>
              <ac:picMk id="3" creationId="{6082B716-AAFD-8BF4-2997-E8290D278321}"/>
            </ac:picMkLst>
          </pc:picChg>
          <pc:picChg chg="del">
            <ac:chgData name="Luiza Briana Grether" userId="33b05ef5-dde0-4e2c-af71-3f0410b5559e" providerId="ADAL" clId="{533DA019-136B-4EE0-AEFA-90A2E860BCFF}" dt="2024-12-12T19:37:38.916" v="45" actId="478"/>
            <ac:picMkLst>
              <pc:docMk/>
              <pc:sldMasterMk cId="3332300950" sldId="2147483648"/>
              <pc:sldLayoutMk cId="2537778495" sldId="2147483664"/>
              <ac:picMk id="5" creationId="{CCF5E8F2-BF8C-73D3-5D84-6632C5DBA5BB}"/>
            </ac:picMkLst>
          </pc:picChg>
        </pc:sldLayoutChg>
        <pc:sldLayoutChg chg="addSp delSp modSp mod">
          <pc:chgData name="Luiza Briana Grether" userId="33b05ef5-dde0-4e2c-af71-3f0410b5559e" providerId="ADAL" clId="{533DA019-136B-4EE0-AEFA-90A2E860BCFF}" dt="2024-12-12T19:37:43.796" v="50" actId="478"/>
          <pc:sldLayoutMkLst>
            <pc:docMk/>
            <pc:sldMasterMk cId="3332300950" sldId="2147483648"/>
            <pc:sldLayoutMk cId="2556291329" sldId="2147483665"/>
          </pc:sldLayoutMkLst>
          <pc:picChg chg="del">
            <ac:chgData name="Luiza Briana Grether" userId="33b05ef5-dde0-4e2c-af71-3f0410b5559e" providerId="ADAL" clId="{533DA019-136B-4EE0-AEFA-90A2E860BCFF}" dt="2024-12-12T19:37:43.796" v="50" actId="478"/>
            <ac:picMkLst>
              <pc:docMk/>
              <pc:sldMasterMk cId="3332300950" sldId="2147483648"/>
              <pc:sldLayoutMk cId="2556291329" sldId="2147483665"/>
              <ac:picMk id="3" creationId="{9A23A803-7D1C-417C-1D1E-A5EF3F01C81C}"/>
            </ac:picMkLst>
          </pc:picChg>
          <pc:picChg chg="add mod ord">
            <ac:chgData name="Luiza Briana Grether" userId="33b05ef5-dde0-4e2c-af71-3f0410b5559e" providerId="ADAL" clId="{533DA019-136B-4EE0-AEFA-90A2E860BCFF}" dt="2024-12-12T19:37:42.970" v="49" actId="167"/>
            <ac:picMkLst>
              <pc:docMk/>
              <pc:sldMasterMk cId="3332300950" sldId="2147483648"/>
              <pc:sldLayoutMk cId="2556291329" sldId="2147483665"/>
              <ac:picMk id="4" creationId="{381FD4C7-EC6D-BAC1-AC97-8ED361878CD9}"/>
            </ac:picMkLst>
          </pc:picChg>
        </pc:sldLayoutChg>
      </pc:sldMasterChg>
    </pc:docChg>
  </pc:docChgLst>
  <pc:docChgLst>
    <pc:chgData name="Luiza Briana Grether" userId="33b05ef5-dde0-4e2c-af71-3f0410b5559e" providerId="ADAL" clId="{1CDC849D-0C94-403A-9A3A-1595F5BFAE27}"/>
    <pc:docChg chg="custSel modMainMaster">
      <pc:chgData name="Luiza Briana Grether" userId="33b05ef5-dde0-4e2c-af71-3f0410b5559e" providerId="ADAL" clId="{1CDC849D-0C94-403A-9A3A-1595F5BFAE27}" dt="2024-12-12T19:01:47.392" v="80" actId="478"/>
      <pc:docMkLst>
        <pc:docMk/>
      </pc:docMkLst>
      <pc:sldMasterChg chg="modSldLayout">
        <pc:chgData name="Luiza Briana Grether" userId="33b05ef5-dde0-4e2c-af71-3f0410b5559e" providerId="ADAL" clId="{1CDC849D-0C94-403A-9A3A-1595F5BFAE27}" dt="2024-12-12T19:01:47.392" v="80" actId="478"/>
        <pc:sldMasterMkLst>
          <pc:docMk/>
          <pc:sldMasterMk cId="3332300950" sldId="2147483648"/>
        </pc:sldMasterMkLst>
        <pc:sldLayoutChg chg="addSp delSp modSp mod">
          <pc:chgData name="Luiza Briana Grether" userId="33b05ef5-dde0-4e2c-af71-3f0410b5559e" providerId="ADAL" clId="{1CDC849D-0C94-403A-9A3A-1595F5BFAE27}" dt="2024-12-12T18:56:57.370" v="9" actId="167"/>
          <pc:sldLayoutMkLst>
            <pc:docMk/>
            <pc:sldMasterMk cId="3332300950" sldId="2147483648"/>
            <pc:sldLayoutMk cId="2265314576" sldId="2147483650"/>
          </pc:sldLayoutMkLst>
          <pc:picChg chg="del">
            <ac:chgData name="Luiza Briana Grether" userId="33b05ef5-dde0-4e2c-af71-3f0410b5559e" providerId="ADAL" clId="{1CDC849D-0C94-403A-9A3A-1595F5BFAE27}" dt="2024-12-12T18:56:12.223" v="0" actId="478"/>
            <ac:picMkLst>
              <pc:docMk/>
              <pc:sldMasterMk cId="3332300950" sldId="2147483648"/>
              <pc:sldLayoutMk cId="2265314576" sldId="2147483650"/>
              <ac:picMk id="3" creationId="{955FEEAA-63B6-A82C-0F8B-BF5BA0D72E12}"/>
            </ac:picMkLst>
          </pc:picChg>
          <pc:picChg chg="add del mod ord">
            <ac:chgData name="Luiza Briana Grether" userId="33b05ef5-dde0-4e2c-af71-3f0410b5559e" providerId="ADAL" clId="{1CDC849D-0C94-403A-9A3A-1595F5BFAE27}" dt="2024-12-12T18:56:53.985" v="5" actId="478"/>
            <ac:picMkLst>
              <pc:docMk/>
              <pc:sldMasterMk cId="3332300950" sldId="2147483648"/>
              <pc:sldLayoutMk cId="2265314576" sldId="2147483650"/>
              <ac:picMk id="4" creationId="{D2DF98AC-AEC9-0E9B-0D57-A3F176199C72}"/>
            </ac:picMkLst>
          </pc:picChg>
          <pc:picChg chg="add mod ord">
            <ac:chgData name="Luiza Briana Grether" userId="33b05ef5-dde0-4e2c-af71-3f0410b5559e" providerId="ADAL" clId="{1CDC849D-0C94-403A-9A3A-1595F5BFAE27}" dt="2024-12-12T18:56:57.370" v="9" actId="167"/>
            <ac:picMkLst>
              <pc:docMk/>
              <pc:sldMasterMk cId="3332300950" sldId="2147483648"/>
              <pc:sldLayoutMk cId="2265314576" sldId="2147483650"/>
              <ac:picMk id="6" creationId="{09A88CA5-56E5-39AF-3D04-DC30323AF6A3}"/>
            </ac:picMkLst>
          </pc:picChg>
        </pc:sldLayoutChg>
        <pc:sldLayoutChg chg="addSp delSp modSp mod">
          <pc:chgData name="Luiza Briana Grether" userId="33b05ef5-dde0-4e2c-af71-3f0410b5559e" providerId="ADAL" clId="{1CDC849D-0C94-403A-9A3A-1595F5BFAE27}" dt="2024-12-12T18:57:07.492" v="14" actId="478"/>
          <pc:sldLayoutMkLst>
            <pc:docMk/>
            <pc:sldMasterMk cId="3332300950" sldId="2147483648"/>
            <pc:sldLayoutMk cId="2266555329" sldId="2147483652"/>
          </pc:sldLayoutMkLst>
          <pc:picChg chg="add mod ord">
            <ac:chgData name="Luiza Briana Grether" userId="33b05ef5-dde0-4e2c-af71-3f0410b5559e" providerId="ADAL" clId="{1CDC849D-0C94-403A-9A3A-1595F5BFAE27}" dt="2024-12-12T18:57:06.473" v="13" actId="167"/>
            <ac:picMkLst>
              <pc:docMk/>
              <pc:sldMasterMk cId="3332300950" sldId="2147483648"/>
              <pc:sldLayoutMk cId="2266555329" sldId="2147483652"/>
              <ac:picMk id="3" creationId="{69B0720B-00BE-7013-9341-236B6F0F7B15}"/>
            </ac:picMkLst>
          </pc:picChg>
          <pc:picChg chg="del">
            <ac:chgData name="Luiza Briana Grether" userId="33b05ef5-dde0-4e2c-af71-3f0410b5559e" providerId="ADAL" clId="{1CDC849D-0C94-403A-9A3A-1595F5BFAE27}" dt="2024-12-12T18:57:07.492" v="14" actId="478"/>
            <ac:picMkLst>
              <pc:docMk/>
              <pc:sldMasterMk cId="3332300950" sldId="2147483648"/>
              <pc:sldLayoutMk cId="2266555329" sldId="2147483652"/>
              <ac:picMk id="7" creationId="{CBD1CE9D-4583-8D26-1009-B499BB65BF91}"/>
            </ac:picMkLst>
          </pc:picChg>
        </pc:sldLayoutChg>
        <pc:sldLayoutChg chg="addSp delSp modSp mod">
          <pc:chgData name="Luiza Briana Grether" userId="33b05ef5-dde0-4e2c-af71-3f0410b5559e" providerId="ADAL" clId="{1CDC849D-0C94-403A-9A3A-1595F5BFAE27}" dt="2024-12-12T18:57:14.353" v="19" actId="478"/>
          <pc:sldLayoutMkLst>
            <pc:docMk/>
            <pc:sldMasterMk cId="3332300950" sldId="2147483648"/>
            <pc:sldLayoutMk cId="254971135" sldId="2147483653"/>
          </pc:sldLayoutMkLst>
          <pc:picChg chg="add mod ord">
            <ac:chgData name="Luiza Briana Grether" userId="33b05ef5-dde0-4e2c-af71-3f0410b5559e" providerId="ADAL" clId="{1CDC849D-0C94-403A-9A3A-1595F5BFAE27}" dt="2024-12-12T18:57:13.770" v="18" actId="167"/>
            <ac:picMkLst>
              <pc:docMk/>
              <pc:sldMasterMk cId="3332300950" sldId="2147483648"/>
              <pc:sldLayoutMk cId="254971135" sldId="2147483653"/>
              <ac:picMk id="3" creationId="{7601EF98-EDDC-26AB-CA58-89F0ADFEE395}"/>
            </ac:picMkLst>
          </pc:picChg>
          <pc:picChg chg="del">
            <ac:chgData name="Luiza Briana Grether" userId="33b05ef5-dde0-4e2c-af71-3f0410b5559e" providerId="ADAL" clId="{1CDC849D-0C94-403A-9A3A-1595F5BFAE27}" dt="2024-12-12T18:57:14.353" v="19" actId="478"/>
            <ac:picMkLst>
              <pc:docMk/>
              <pc:sldMasterMk cId="3332300950" sldId="2147483648"/>
              <pc:sldLayoutMk cId="254971135" sldId="2147483653"/>
              <ac:picMk id="4" creationId="{3A11877A-8E0E-79D1-0E0A-A3BCD6DC037A}"/>
            </ac:picMkLst>
          </pc:picChg>
        </pc:sldLayoutChg>
        <pc:sldLayoutChg chg="addSp delSp modSp mod">
          <pc:chgData name="Luiza Briana Grether" userId="33b05ef5-dde0-4e2c-af71-3f0410b5559e" providerId="ADAL" clId="{1CDC849D-0C94-403A-9A3A-1595F5BFAE27}" dt="2024-12-12T18:57:26.489" v="24" actId="478"/>
          <pc:sldLayoutMkLst>
            <pc:docMk/>
            <pc:sldMasterMk cId="3332300950" sldId="2147483648"/>
            <pc:sldLayoutMk cId="2774734701" sldId="2147483654"/>
          </pc:sldLayoutMkLst>
          <pc:picChg chg="del">
            <ac:chgData name="Luiza Briana Grether" userId="33b05ef5-dde0-4e2c-af71-3f0410b5559e" providerId="ADAL" clId="{1CDC849D-0C94-403A-9A3A-1595F5BFAE27}" dt="2024-12-12T18:57:26.489" v="24" actId="478"/>
            <ac:picMkLst>
              <pc:docMk/>
              <pc:sldMasterMk cId="3332300950" sldId="2147483648"/>
              <pc:sldLayoutMk cId="2774734701" sldId="2147483654"/>
              <ac:picMk id="3" creationId="{E8BFBCB9-AFAE-AB87-11AF-BDB7A9AC4712}"/>
            </ac:picMkLst>
          </pc:picChg>
          <pc:picChg chg="add mod ord">
            <ac:chgData name="Luiza Briana Grether" userId="33b05ef5-dde0-4e2c-af71-3f0410b5559e" providerId="ADAL" clId="{1CDC849D-0C94-403A-9A3A-1595F5BFAE27}" dt="2024-12-12T18:57:25.588" v="23" actId="167"/>
            <ac:picMkLst>
              <pc:docMk/>
              <pc:sldMasterMk cId="3332300950" sldId="2147483648"/>
              <pc:sldLayoutMk cId="2774734701" sldId="2147483654"/>
              <ac:picMk id="4" creationId="{46A21244-A0E3-823E-4B6D-07ADF1674731}"/>
            </ac:picMkLst>
          </pc:picChg>
        </pc:sldLayoutChg>
        <pc:sldLayoutChg chg="addSp delSp modSp mod">
          <pc:chgData name="Luiza Briana Grether" userId="33b05ef5-dde0-4e2c-af71-3f0410b5559e" providerId="ADAL" clId="{1CDC849D-0C94-403A-9A3A-1595F5BFAE27}" dt="2024-12-12T18:57:33.192" v="29" actId="478"/>
          <pc:sldLayoutMkLst>
            <pc:docMk/>
            <pc:sldMasterMk cId="3332300950" sldId="2147483648"/>
            <pc:sldLayoutMk cId="1694955131" sldId="2147483655"/>
          </pc:sldLayoutMkLst>
          <pc:picChg chg="add mod ord">
            <ac:chgData name="Luiza Briana Grether" userId="33b05ef5-dde0-4e2c-af71-3f0410b5559e" providerId="ADAL" clId="{1CDC849D-0C94-403A-9A3A-1595F5BFAE27}" dt="2024-12-12T18:57:32.141" v="28" actId="167"/>
            <ac:picMkLst>
              <pc:docMk/>
              <pc:sldMasterMk cId="3332300950" sldId="2147483648"/>
              <pc:sldLayoutMk cId="1694955131" sldId="2147483655"/>
              <ac:picMk id="3" creationId="{4EA35208-7E0C-8181-0104-F27E454B0EA8}"/>
            </ac:picMkLst>
          </pc:picChg>
          <pc:picChg chg="del">
            <ac:chgData name="Luiza Briana Grether" userId="33b05ef5-dde0-4e2c-af71-3f0410b5559e" providerId="ADAL" clId="{1CDC849D-0C94-403A-9A3A-1595F5BFAE27}" dt="2024-12-12T18:57:33.192" v="29" actId="478"/>
            <ac:picMkLst>
              <pc:docMk/>
              <pc:sldMasterMk cId="3332300950" sldId="2147483648"/>
              <pc:sldLayoutMk cId="1694955131" sldId="2147483655"/>
              <ac:picMk id="4" creationId="{4927CFDC-0DC5-2508-B4CF-112BE6BD769F}"/>
            </ac:picMkLst>
          </pc:picChg>
        </pc:sldLayoutChg>
        <pc:sldLayoutChg chg="addSp delSp modSp mod">
          <pc:chgData name="Luiza Briana Grether" userId="33b05ef5-dde0-4e2c-af71-3f0410b5559e" providerId="ADAL" clId="{1CDC849D-0C94-403A-9A3A-1595F5BFAE27}" dt="2024-12-12T18:57:44.137" v="34" actId="478"/>
          <pc:sldLayoutMkLst>
            <pc:docMk/>
            <pc:sldMasterMk cId="3332300950" sldId="2147483648"/>
            <pc:sldLayoutMk cId="888269426" sldId="2147483656"/>
          </pc:sldLayoutMkLst>
          <pc:picChg chg="add mod ord">
            <ac:chgData name="Luiza Briana Grether" userId="33b05ef5-dde0-4e2c-af71-3f0410b5559e" providerId="ADAL" clId="{1CDC849D-0C94-403A-9A3A-1595F5BFAE27}" dt="2024-12-12T18:57:42.988" v="33" actId="167"/>
            <ac:picMkLst>
              <pc:docMk/>
              <pc:sldMasterMk cId="3332300950" sldId="2147483648"/>
              <pc:sldLayoutMk cId="888269426" sldId="2147483656"/>
              <ac:picMk id="3" creationId="{1E529531-4C7F-C04F-4FFB-8320297365B6}"/>
            </ac:picMkLst>
          </pc:picChg>
          <pc:picChg chg="del">
            <ac:chgData name="Luiza Briana Grether" userId="33b05ef5-dde0-4e2c-af71-3f0410b5559e" providerId="ADAL" clId="{1CDC849D-0C94-403A-9A3A-1595F5BFAE27}" dt="2024-12-12T18:57:44.137" v="34" actId="478"/>
            <ac:picMkLst>
              <pc:docMk/>
              <pc:sldMasterMk cId="3332300950" sldId="2147483648"/>
              <pc:sldLayoutMk cId="888269426" sldId="2147483656"/>
              <ac:picMk id="17" creationId="{9867D504-ED80-59BB-8A60-024EAFE06316}"/>
            </ac:picMkLst>
          </pc:picChg>
        </pc:sldLayoutChg>
        <pc:sldLayoutChg chg="addSp delSp modSp mod">
          <pc:chgData name="Luiza Briana Grether" userId="33b05ef5-dde0-4e2c-af71-3f0410b5559e" providerId="ADAL" clId="{1CDC849D-0C94-403A-9A3A-1595F5BFAE27}" dt="2024-12-12T18:57:55.416" v="39" actId="478"/>
          <pc:sldLayoutMkLst>
            <pc:docMk/>
            <pc:sldMasterMk cId="3332300950" sldId="2147483648"/>
            <pc:sldLayoutMk cId="2057250987" sldId="2147483657"/>
          </pc:sldLayoutMkLst>
          <pc:picChg chg="del">
            <ac:chgData name="Luiza Briana Grether" userId="33b05ef5-dde0-4e2c-af71-3f0410b5559e" providerId="ADAL" clId="{1CDC849D-0C94-403A-9A3A-1595F5BFAE27}" dt="2024-12-12T18:57:55.416" v="39" actId="478"/>
            <ac:picMkLst>
              <pc:docMk/>
              <pc:sldMasterMk cId="3332300950" sldId="2147483648"/>
              <pc:sldLayoutMk cId="2057250987" sldId="2147483657"/>
              <ac:picMk id="3" creationId="{AC15D0E2-AD50-A292-6088-0BD87B10096A}"/>
            </ac:picMkLst>
          </pc:picChg>
          <pc:picChg chg="add mod ord">
            <ac:chgData name="Luiza Briana Grether" userId="33b05ef5-dde0-4e2c-af71-3f0410b5559e" providerId="ADAL" clId="{1CDC849D-0C94-403A-9A3A-1595F5BFAE27}" dt="2024-12-12T18:57:54.480" v="38" actId="167"/>
            <ac:picMkLst>
              <pc:docMk/>
              <pc:sldMasterMk cId="3332300950" sldId="2147483648"/>
              <pc:sldLayoutMk cId="2057250987" sldId="2147483657"/>
              <ac:picMk id="4" creationId="{91A3779A-5A12-F0B9-AD93-A2FCB10F1B10}"/>
            </ac:picMkLst>
          </pc:picChg>
        </pc:sldLayoutChg>
        <pc:sldLayoutChg chg="addSp delSp modSp mod">
          <pc:chgData name="Luiza Briana Grether" userId="33b05ef5-dde0-4e2c-af71-3f0410b5559e" providerId="ADAL" clId="{1CDC849D-0C94-403A-9A3A-1595F5BFAE27}" dt="2024-12-12T18:59:31.760" v="44" actId="478"/>
          <pc:sldLayoutMkLst>
            <pc:docMk/>
            <pc:sldMasterMk cId="3332300950" sldId="2147483648"/>
            <pc:sldLayoutMk cId="1640369259" sldId="2147483658"/>
          </pc:sldLayoutMkLst>
          <pc:picChg chg="add mod ord">
            <ac:chgData name="Luiza Briana Grether" userId="33b05ef5-dde0-4e2c-af71-3f0410b5559e" providerId="ADAL" clId="{1CDC849D-0C94-403A-9A3A-1595F5BFAE27}" dt="2024-12-12T18:59:30.124" v="43" actId="167"/>
            <ac:picMkLst>
              <pc:docMk/>
              <pc:sldMasterMk cId="3332300950" sldId="2147483648"/>
              <pc:sldLayoutMk cId="1640369259" sldId="2147483658"/>
              <ac:picMk id="4" creationId="{F14926D5-0CC2-5683-6D64-0F9824B4412D}"/>
            </ac:picMkLst>
          </pc:picChg>
          <pc:picChg chg="del">
            <ac:chgData name="Luiza Briana Grether" userId="33b05ef5-dde0-4e2c-af71-3f0410b5559e" providerId="ADAL" clId="{1CDC849D-0C94-403A-9A3A-1595F5BFAE27}" dt="2024-12-12T18:59:31.760" v="44" actId="478"/>
            <ac:picMkLst>
              <pc:docMk/>
              <pc:sldMasterMk cId="3332300950" sldId="2147483648"/>
              <pc:sldLayoutMk cId="1640369259" sldId="2147483658"/>
              <ac:picMk id="13" creationId="{1D27A29D-EC9B-936D-A767-5388A4EA6FD2}"/>
            </ac:picMkLst>
          </pc:picChg>
        </pc:sldLayoutChg>
        <pc:sldLayoutChg chg="addSp delSp modSp mod">
          <pc:chgData name="Luiza Briana Grether" userId="33b05ef5-dde0-4e2c-af71-3f0410b5559e" providerId="ADAL" clId="{1CDC849D-0C94-403A-9A3A-1595F5BFAE27}" dt="2024-12-12T18:59:39.040" v="49" actId="478"/>
          <pc:sldLayoutMkLst>
            <pc:docMk/>
            <pc:sldMasterMk cId="3332300950" sldId="2147483648"/>
            <pc:sldLayoutMk cId="692723080" sldId="2147483659"/>
          </pc:sldLayoutMkLst>
          <pc:picChg chg="add mod ord">
            <ac:chgData name="Luiza Briana Grether" userId="33b05ef5-dde0-4e2c-af71-3f0410b5559e" providerId="ADAL" clId="{1CDC849D-0C94-403A-9A3A-1595F5BFAE27}" dt="2024-12-12T18:59:38.036" v="48" actId="167"/>
            <ac:picMkLst>
              <pc:docMk/>
              <pc:sldMasterMk cId="3332300950" sldId="2147483648"/>
              <pc:sldLayoutMk cId="692723080" sldId="2147483659"/>
              <ac:picMk id="3" creationId="{B8122732-F360-7C44-731C-DF5664C3FEC9}"/>
            </ac:picMkLst>
          </pc:picChg>
          <pc:picChg chg="del">
            <ac:chgData name="Luiza Briana Grether" userId="33b05ef5-dde0-4e2c-af71-3f0410b5559e" providerId="ADAL" clId="{1CDC849D-0C94-403A-9A3A-1595F5BFAE27}" dt="2024-12-12T18:59:39.040" v="49" actId="478"/>
            <ac:picMkLst>
              <pc:docMk/>
              <pc:sldMasterMk cId="3332300950" sldId="2147483648"/>
              <pc:sldLayoutMk cId="692723080" sldId="2147483659"/>
              <ac:picMk id="4" creationId="{13114E1B-A718-74E9-5D68-535D2A0C103F}"/>
            </ac:picMkLst>
          </pc:picChg>
        </pc:sldLayoutChg>
        <pc:sldLayoutChg chg="addSp delSp modSp mod">
          <pc:chgData name="Luiza Briana Grether" userId="33b05ef5-dde0-4e2c-af71-3f0410b5559e" providerId="ADAL" clId="{1CDC849D-0C94-403A-9A3A-1595F5BFAE27}" dt="2024-12-12T18:59:47.103" v="54" actId="478"/>
          <pc:sldLayoutMkLst>
            <pc:docMk/>
            <pc:sldMasterMk cId="3332300950" sldId="2147483648"/>
            <pc:sldLayoutMk cId="372511665" sldId="2147483661"/>
          </pc:sldLayoutMkLst>
          <pc:picChg chg="add mod ord">
            <ac:chgData name="Luiza Briana Grether" userId="33b05ef5-dde0-4e2c-af71-3f0410b5559e" providerId="ADAL" clId="{1CDC849D-0C94-403A-9A3A-1595F5BFAE27}" dt="2024-12-12T18:59:45.915" v="53" actId="167"/>
            <ac:picMkLst>
              <pc:docMk/>
              <pc:sldMasterMk cId="3332300950" sldId="2147483648"/>
              <pc:sldLayoutMk cId="372511665" sldId="2147483661"/>
              <ac:picMk id="3" creationId="{C67A9253-1BE4-0484-41D5-3E303C177256}"/>
            </ac:picMkLst>
          </pc:picChg>
          <pc:picChg chg="del">
            <ac:chgData name="Luiza Briana Grether" userId="33b05ef5-dde0-4e2c-af71-3f0410b5559e" providerId="ADAL" clId="{1CDC849D-0C94-403A-9A3A-1595F5BFAE27}" dt="2024-12-12T18:59:47.103" v="54" actId="478"/>
            <ac:picMkLst>
              <pc:docMk/>
              <pc:sldMasterMk cId="3332300950" sldId="2147483648"/>
              <pc:sldLayoutMk cId="372511665" sldId="2147483661"/>
              <ac:picMk id="18" creationId="{756B402D-C346-D1D5-87CD-50746809C97F}"/>
            </ac:picMkLst>
          </pc:picChg>
        </pc:sldLayoutChg>
        <pc:sldLayoutChg chg="addSp delSp modSp mod">
          <pc:chgData name="Luiza Briana Grether" userId="33b05ef5-dde0-4e2c-af71-3f0410b5559e" providerId="ADAL" clId="{1CDC849D-0C94-403A-9A3A-1595F5BFAE27}" dt="2024-12-12T18:59:58.983" v="59" actId="478"/>
          <pc:sldLayoutMkLst>
            <pc:docMk/>
            <pc:sldMasterMk cId="3332300950" sldId="2147483648"/>
            <pc:sldLayoutMk cId="875419224" sldId="2147483662"/>
          </pc:sldLayoutMkLst>
          <pc:picChg chg="add mod ord">
            <ac:chgData name="Luiza Briana Grether" userId="33b05ef5-dde0-4e2c-af71-3f0410b5559e" providerId="ADAL" clId="{1CDC849D-0C94-403A-9A3A-1595F5BFAE27}" dt="2024-12-12T18:59:57.980" v="58" actId="167"/>
            <ac:picMkLst>
              <pc:docMk/>
              <pc:sldMasterMk cId="3332300950" sldId="2147483648"/>
              <pc:sldLayoutMk cId="875419224" sldId="2147483662"/>
              <ac:picMk id="3" creationId="{606A0E38-C86D-98B5-87A2-52DB7FD56B2D}"/>
            </ac:picMkLst>
          </pc:picChg>
          <pc:picChg chg="del">
            <ac:chgData name="Luiza Briana Grether" userId="33b05ef5-dde0-4e2c-af71-3f0410b5559e" providerId="ADAL" clId="{1CDC849D-0C94-403A-9A3A-1595F5BFAE27}" dt="2024-12-12T18:59:58.983" v="59" actId="478"/>
            <ac:picMkLst>
              <pc:docMk/>
              <pc:sldMasterMk cId="3332300950" sldId="2147483648"/>
              <pc:sldLayoutMk cId="875419224" sldId="2147483662"/>
              <ac:picMk id="7" creationId="{CC2E13CA-3D75-1519-7DAE-DA72631C1E4B}"/>
            </ac:picMkLst>
          </pc:picChg>
        </pc:sldLayoutChg>
        <pc:sldLayoutChg chg="addSp delSp modSp mod">
          <pc:chgData name="Luiza Briana Grether" userId="33b05ef5-dde0-4e2c-af71-3f0410b5559e" providerId="ADAL" clId="{1CDC849D-0C94-403A-9A3A-1595F5BFAE27}" dt="2024-12-12T19:00:05.448" v="64" actId="478"/>
          <pc:sldLayoutMkLst>
            <pc:docMk/>
            <pc:sldMasterMk cId="3332300950" sldId="2147483648"/>
            <pc:sldLayoutMk cId="1156684718" sldId="2147483663"/>
          </pc:sldLayoutMkLst>
          <pc:picChg chg="del">
            <ac:chgData name="Luiza Briana Grether" userId="33b05ef5-dde0-4e2c-af71-3f0410b5559e" providerId="ADAL" clId="{1CDC849D-0C94-403A-9A3A-1595F5BFAE27}" dt="2024-12-12T19:00:05.448" v="64" actId="478"/>
            <ac:picMkLst>
              <pc:docMk/>
              <pc:sldMasterMk cId="3332300950" sldId="2147483648"/>
              <pc:sldLayoutMk cId="1156684718" sldId="2147483663"/>
              <ac:picMk id="3" creationId="{8CF42178-F131-F099-F10F-BF6CA65017DD}"/>
            </ac:picMkLst>
          </pc:picChg>
          <pc:picChg chg="add mod ord">
            <ac:chgData name="Luiza Briana Grether" userId="33b05ef5-dde0-4e2c-af71-3f0410b5559e" providerId="ADAL" clId="{1CDC849D-0C94-403A-9A3A-1595F5BFAE27}" dt="2024-12-12T19:00:04.646" v="63" actId="167"/>
            <ac:picMkLst>
              <pc:docMk/>
              <pc:sldMasterMk cId="3332300950" sldId="2147483648"/>
              <pc:sldLayoutMk cId="1156684718" sldId="2147483663"/>
              <ac:picMk id="6" creationId="{7702DCDD-196F-F4D7-FBD2-B4DADF1DE57C}"/>
            </ac:picMkLst>
          </pc:picChg>
        </pc:sldLayoutChg>
        <pc:sldLayoutChg chg="addSp delSp modSp mod">
          <pc:chgData name="Luiza Briana Grether" userId="33b05ef5-dde0-4e2c-af71-3f0410b5559e" providerId="ADAL" clId="{1CDC849D-0C94-403A-9A3A-1595F5BFAE27}" dt="2024-12-12T19:01:40.112" v="74" actId="478"/>
          <pc:sldLayoutMkLst>
            <pc:docMk/>
            <pc:sldMasterMk cId="3332300950" sldId="2147483648"/>
            <pc:sldLayoutMk cId="2537778495" sldId="2147483664"/>
          </pc:sldLayoutMkLst>
          <pc:picChg chg="add del mod ord">
            <ac:chgData name="Luiza Briana Grether" userId="33b05ef5-dde0-4e2c-af71-3f0410b5559e" providerId="ADAL" clId="{1CDC849D-0C94-403A-9A3A-1595F5BFAE27}" dt="2024-12-12T19:01:40.112" v="74" actId="478"/>
            <ac:picMkLst>
              <pc:docMk/>
              <pc:sldMasterMk cId="3332300950" sldId="2147483648"/>
              <pc:sldLayoutMk cId="2537778495" sldId="2147483664"/>
              <ac:picMk id="3" creationId="{93D4A664-69D9-CD1E-E15E-5EFD7293E870}"/>
            </ac:picMkLst>
          </pc:picChg>
          <pc:picChg chg="add mod ord">
            <ac:chgData name="Luiza Briana Grether" userId="33b05ef5-dde0-4e2c-af71-3f0410b5559e" providerId="ADAL" clId="{1CDC849D-0C94-403A-9A3A-1595F5BFAE27}" dt="2024-12-12T19:01:38.928" v="73" actId="167"/>
            <ac:picMkLst>
              <pc:docMk/>
              <pc:sldMasterMk cId="3332300950" sldId="2147483648"/>
              <pc:sldLayoutMk cId="2537778495" sldId="2147483664"/>
              <ac:picMk id="5" creationId="{CCF5E8F2-BF8C-73D3-5D84-6632C5DBA5BB}"/>
            </ac:picMkLst>
          </pc:picChg>
          <pc:picChg chg="del">
            <ac:chgData name="Luiza Briana Grether" userId="33b05ef5-dde0-4e2c-af71-3f0410b5559e" providerId="ADAL" clId="{1CDC849D-0C94-403A-9A3A-1595F5BFAE27}" dt="2024-12-12T19:00:12.079" v="69" actId="478"/>
            <ac:picMkLst>
              <pc:docMk/>
              <pc:sldMasterMk cId="3332300950" sldId="2147483648"/>
              <pc:sldLayoutMk cId="2537778495" sldId="2147483664"/>
              <ac:picMk id="7" creationId="{BE76B54C-E7FB-2699-93BF-46135839DC1E}"/>
            </ac:picMkLst>
          </pc:picChg>
        </pc:sldLayoutChg>
        <pc:sldLayoutChg chg="addSp delSp modSp mod">
          <pc:chgData name="Luiza Briana Grether" userId="33b05ef5-dde0-4e2c-af71-3f0410b5559e" providerId="ADAL" clId="{1CDC849D-0C94-403A-9A3A-1595F5BFAE27}" dt="2024-12-12T19:01:47.392" v="80" actId="478"/>
          <pc:sldLayoutMkLst>
            <pc:docMk/>
            <pc:sldMasterMk cId="3332300950" sldId="2147483648"/>
            <pc:sldLayoutMk cId="2556291329" sldId="2147483665"/>
          </pc:sldLayoutMkLst>
          <pc:picChg chg="add mod ord">
            <ac:chgData name="Luiza Briana Grether" userId="33b05ef5-dde0-4e2c-af71-3f0410b5559e" providerId="ADAL" clId="{1CDC849D-0C94-403A-9A3A-1595F5BFAE27}" dt="2024-12-12T19:01:46.295" v="79" actId="167"/>
            <ac:picMkLst>
              <pc:docMk/>
              <pc:sldMasterMk cId="3332300950" sldId="2147483648"/>
              <pc:sldLayoutMk cId="2556291329" sldId="2147483665"/>
              <ac:picMk id="3" creationId="{9A23A803-7D1C-417C-1D1E-A5EF3F01C81C}"/>
            </ac:picMkLst>
          </pc:picChg>
          <pc:picChg chg="del">
            <ac:chgData name="Luiza Briana Grether" userId="33b05ef5-dde0-4e2c-af71-3f0410b5559e" providerId="ADAL" clId="{1CDC849D-0C94-403A-9A3A-1595F5BFAE27}" dt="2024-12-12T19:01:47.392" v="80" actId="478"/>
            <ac:picMkLst>
              <pc:docMk/>
              <pc:sldMasterMk cId="3332300950" sldId="2147483648"/>
              <pc:sldLayoutMk cId="2556291329" sldId="2147483665"/>
              <ac:picMk id="7" creationId="{A2095D1F-17EA-A278-1C87-3473788D1D37}"/>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B14DE-A3D0-4FC1-A1E0-BA805F484BE2}" type="datetimeFigureOut">
              <a:rPr lang="pt-BR" smtClean="0"/>
              <a:t>12/08/2025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BA280A-EFF6-4666-8384-7578495A0846}" type="slidenum">
              <a:rPr lang="pt-BR" smtClean="0"/>
              <a:t>‹nº›</a:t>
            </a:fld>
            <a:endParaRPr lang="pt-BR"/>
          </a:p>
        </p:txBody>
      </p:sp>
    </p:spTree>
    <p:extLst>
      <p:ext uri="{BB962C8B-B14F-4D97-AF65-F5344CB8AC3E}">
        <p14:creationId xmlns:p14="http://schemas.microsoft.com/office/powerpoint/2010/main" val="350772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43BA280A-EFF6-4666-8384-7578495A0846}" type="slidenum">
              <a:rPr lang="pt-BR" smtClean="0"/>
              <a:t>2</a:t>
            </a:fld>
            <a:endParaRPr lang="pt-BR"/>
          </a:p>
        </p:txBody>
      </p:sp>
    </p:spTree>
    <p:extLst>
      <p:ext uri="{BB962C8B-B14F-4D97-AF65-F5344CB8AC3E}">
        <p14:creationId xmlns:p14="http://schemas.microsoft.com/office/powerpoint/2010/main" val="7337153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43927696-89E5-0A31-A594-E39526A3949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85" y="667"/>
            <a:ext cx="12189629" cy="6856666"/>
          </a:xfrm>
          <a:prstGeom prst="rect">
            <a:avLst/>
          </a:prstGeom>
        </p:spPr>
      </p:pic>
      <p:sp>
        <p:nvSpPr>
          <p:cNvPr id="4" name="Espaço Reservado para Texto 14">
            <a:extLst>
              <a:ext uri="{FF2B5EF4-FFF2-40B4-BE49-F238E27FC236}">
                <a16:creationId xmlns:a16="http://schemas.microsoft.com/office/drawing/2014/main" id="{CB63E01A-E997-00B2-37CE-16D1B3EFBC28}"/>
              </a:ext>
            </a:extLst>
          </p:cNvPr>
          <p:cNvSpPr>
            <a:spLocks noGrp="1"/>
          </p:cNvSpPr>
          <p:nvPr>
            <p:ph type="body" sz="quarter" idx="10" hasCustomPrompt="1"/>
          </p:nvPr>
        </p:nvSpPr>
        <p:spPr>
          <a:xfrm>
            <a:off x="957129" y="1514475"/>
            <a:ext cx="5756709" cy="3829050"/>
          </a:xfrm>
        </p:spPr>
        <p:txBody>
          <a:bodyPr anchor="ctr">
            <a:normAutofit/>
          </a:bodyPr>
          <a:lstStyle>
            <a:lvl1pPr marL="0" indent="0">
              <a:buNone/>
              <a:defRPr sz="4000" b="1" i="0" baseline="0">
                <a:solidFill>
                  <a:schemeClr val="bg1"/>
                </a:solidFill>
                <a:latin typeface="Oswald" pitchFamily="2" charset="0"/>
              </a:defRPr>
            </a:lvl1pPr>
          </a:lstStyle>
          <a:p>
            <a:pPr lvl="0"/>
            <a:r>
              <a:rPr lang="pt-BR" dirty="0"/>
              <a:t>NOME DO TEMA</a:t>
            </a:r>
          </a:p>
        </p:txBody>
      </p:sp>
      <p:sp>
        <p:nvSpPr>
          <p:cNvPr id="5" name="Espaço Reservado para Texto 16">
            <a:extLst>
              <a:ext uri="{FF2B5EF4-FFF2-40B4-BE49-F238E27FC236}">
                <a16:creationId xmlns:a16="http://schemas.microsoft.com/office/drawing/2014/main" id="{F347EB79-D968-BF25-8114-157F7F28DA97}"/>
              </a:ext>
            </a:extLst>
          </p:cNvPr>
          <p:cNvSpPr>
            <a:spLocks noGrp="1"/>
          </p:cNvSpPr>
          <p:nvPr>
            <p:ph type="body" sz="quarter" idx="11" hasCustomPrompt="1"/>
          </p:nvPr>
        </p:nvSpPr>
        <p:spPr>
          <a:xfrm>
            <a:off x="957129" y="5468938"/>
            <a:ext cx="4974114" cy="512762"/>
          </a:xfrm>
        </p:spPr>
        <p:txBody>
          <a:bodyPr anchor="ctr">
            <a:normAutofit/>
          </a:bodyPr>
          <a:lstStyle>
            <a:lvl1pPr marL="0" indent="0">
              <a:buNone/>
              <a:defRPr sz="1400" b="0" i="0" baseline="0">
                <a:solidFill>
                  <a:schemeClr val="bg1"/>
                </a:solidFill>
                <a:latin typeface="Oswald" pitchFamily="2" charset="0"/>
              </a:defRPr>
            </a:lvl1pPr>
          </a:lstStyle>
          <a:p>
            <a:pPr lvl="0"/>
            <a:r>
              <a:rPr lang="pt-BR" dirty="0"/>
              <a:t>Nome do professor</a:t>
            </a:r>
          </a:p>
        </p:txBody>
      </p:sp>
    </p:spTree>
    <p:extLst>
      <p:ext uri="{BB962C8B-B14F-4D97-AF65-F5344CB8AC3E}">
        <p14:creationId xmlns:p14="http://schemas.microsoft.com/office/powerpoint/2010/main" val="210725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lide de Título">
    <p:spTree>
      <p:nvGrpSpPr>
        <p:cNvPr id="1" name=""/>
        <p:cNvGrpSpPr/>
        <p:nvPr/>
      </p:nvGrpSpPr>
      <p:grpSpPr>
        <a:xfrm>
          <a:off x="0" y="0"/>
          <a:ext cx="0" cy="0"/>
          <a:chOff x="0" y="0"/>
          <a:chExt cx="0" cy="0"/>
        </a:xfrm>
      </p:grpSpPr>
      <p:pic>
        <p:nvPicPr>
          <p:cNvPr id="4" name="Imagem 3" descr="Forma&#10;&#10;Descrição gerada automaticamente com confiança média">
            <a:extLst>
              <a:ext uri="{FF2B5EF4-FFF2-40B4-BE49-F238E27FC236}">
                <a16:creationId xmlns:a16="http://schemas.microsoft.com/office/drawing/2014/main" id="{44DA8334-7E44-1889-14E6-C6C99C2863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6" name="Espaço Reservado para Texto 5">
            <a:extLst>
              <a:ext uri="{FF2B5EF4-FFF2-40B4-BE49-F238E27FC236}">
                <a16:creationId xmlns:a16="http://schemas.microsoft.com/office/drawing/2014/main" id="{48A91EDC-5831-1FD0-F6A5-CC140F1770CE}"/>
              </a:ext>
            </a:extLst>
          </p:cNvPr>
          <p:cNvSpPr>
            <a:spLocks noGrp="1"/>
          </p:cNvSpPr>
          <p:nvPr>
            <p:ph type="body" sz="quarter" idx="10" hasCustomPrompt="1"/>
          </p:nvPr>
        </p:nvSpPr>
        <p:spPr>
          <a:xfrm>
            <a:off x="1562455" y="926150"/>
            <a:ext cx="9067087" cy="4394675"/>
          </a:xfrm>
        </p:spPr>
        <p:txBody>
          <a:bodyPr anchor="ctr">
            <a:normAutofit/>
          </a:bodyPr>
          <a:lstStyle>
            <a:lvl1pPr marL="0" indent="0" algn="ctr">
              <a:buNone/>
              <a:defRPr sz="2800" b="1" i="0" baseline="0">
                <a:solidFill>
                  <a:srgbClr val="58595B"/>
                </a:solidFill>
                <a:latin typeface="Roboto" panose="02000000000000000000" pitchFamily="2" charset="0"/>
              </a:defRPr>
            </a:lvl1pPr>
          </a:lstStyle>
          <a:p>
            <a:pPr lvl="0"/>
            <a:r>
              <a:rPr lang="pt-BR" dirty="0"/>
              <a:t>Clique para adicionar uma citação</a:t>
            </a:r>
          </a:p>
        </p:txBody>
      </p:sp>
      <p:sp>
        <p:nvSpPr>
          <p:cNvPr id="11" name="Espaço Reservado para Texto 10">
            <a:extLst>
              <a:ext uri="{FF2B5EF4-FFF2-40B4-BE49-F238E27FC236}">
                <a16:creationId xmlns:a16="http://schemas.microsoft.com/office/drawing/2014/main" id="{9F20C96E-10AD-C671-035E-23F20DA0B27C}"/>
              </a:ext>
            </a:extLst>
          </p:cNvPr>
          <p:cNvSpPr>
            <a:spLocks noGrp="1"/>
          </p:cNvSpPr>
          <p:nvPr>
            <p:ph type="body" sz="quarter" idx="11" hasCustomPrompt="1"/>
          </p:nvPr>
        </p:nvSpPr>
        <p:spPr>
          <a:xfrm>
            <a:off x="1982788" y="5791200"/>
            <a:ext cx="8913812" cy="515938"/>
          </a:xfrm>
        </p:spPr>
        <p:txBody>
          <a:bodyPr anchor="ctr">
            <a:normAutofit/>
          </a:bodyPr>
          <a:lstStyle>
            <a:lvl1pPr marL="0" indent="0" algn="r">
              <a:buNone/>
              <a:defRPr sz="1800" baseline="0">
                <a:solidFill>
                  <a:srgbClr val="58595B"/>
                </a:solidFill>
                <a:latin typeface="Roboto" panose="02000000000000000000" pitchFamily="2" charset="0"/>
              </a:defRPr>
            </a:lvl1pPr>
          </a:lstStyle>
          <a:p>
            <a:pPr lvl="0"/>
            <a:r>
              <a:rPr lang="pt-BR" dirty="0"/>
              <a:t>Clique para adicionar um subtítulo</a:t>
            </a:r>
          </a:p>
        </p:txBody>
      </p:sp>
    </p:spTree>
    <p:extLst>
      <p:ext uri="{BB962C8B-B14F-4D97-AF65-F5344CB8AC3E}">
        <p14:creationId xmlns:p14="http://schemas.microsoft.com/office/powerpoint/2010/main" val="3256882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lide de Título">
    <p:spTree>
      <p:nvGrpSpPr>
        <p:cNvPr id="1" name=""/>
        <p:cNvGrpSpPr/>
        <p:nvPr/>
      </p:nvGrpSpPr>
      <p:grpSpPr>
        <a:xfrm>
          <a:off x="0" y="0"/>
          <a:ext cx="0" cy="0"/>
          <a:chOff x="0" y="0"/>
          <a:chExt cx="0" cy="0"/>
        </a:xfrm>
      </p:grpSpPr>
      <p:pic>
        <p:nvPicPr>
          <p:cNvPr id="6" name="Imagem 5" descr="Desenho de um guarda-chuva&#10;&#10;Descrição gerada automaticamente com confiança média">
            <a:extLst>
              <a:ext uri="{FF2B5EF4-FFF2-40B4-BE49-F238E27FC236}">
                <a16:creationId xmlns:a16="http://schemas.microsoft.com/office/drawing/2014/main" id="{09A88CA5-56E5-39AF-3D04-DC30323AF6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Texto 8">
            <a:extLst>
              <a:ext uri="{FF2B5EF4-FFF2-40B4-BE49-F238E27FC236}">
                <a16:creationId xmlns:a16="http://schemas.microsoft.com/office/drawing/2014/main" id="{47013B00-B894-D5F6-01A1-6B96111013DC}"/>
              </a:ext>
            </a:extLst>
          </p:cNvPr>
          <p:cNvSpPr>
            <a:spLocks noGrp="1"/>
          </p:cNvSpPr>
          <p:nvPr>
            <p:ph type="body" sz="quarter" idx="11" hasCustomPrompt="1"/>
          </p:nvPr>
        </p:nvSpPr>
        <p:spPr>
          <a:xfrm>
            <a:off x="546931" y="3459892"/>
            <a:ext cx="11089709" cy="2710721"/>
          </a:xfrm>
        </p:spPr>
        <p:txBody>
          <a:bodyPr anchor="ctr">
            <a:normAutofit/>
          </a:bodyPr>
          <a:lstStyle>
            <a:lvl1pPr>
              <a:defRPr sz="2200" baseline="0">
                <a:solidFill>
                  <a:srgbClr val="58595B"/>
                </a:solidFill>
                <a:latin typeface="Roboto" panose="02000000000000000000" pitchFamily="2" charset="0"/>
              </a:defRPr>
            </a:lvl1pPr>
          </a:lstStyle>
          <a:p>
            <a:pPr lvl="0"/>
            <a:r>
              <a:rPr lang="pt-BR" dirty="0"/>
              <a:t>Clique para adicionar os tópicos</a:t>
            </a:r>
          </a:p>
        </p:txBody>
      </p:sp>
      <p:sp>
        <p:nvSpPr>
          <p:cNvPr id="13" name="CaixaDeTexto 12">
            <a:extLst>
              <a:ext uri="{FF2B5EF4-FFF2-40B4-BE49-F238E27FC236}">
                <a16:creationId xmlns:a16="http://schemas.microsoft.com/office/drawing/2014/main" id="{C9F7D492-11F5-D428-0816-AE125413BED2}"/>
              </a:ext>
            </a:extLst>
          </p:cNvPr>
          <p:cNvSpPr txBox="1"/>
          <p:nvPr userDrawn="1"/>
        </p:nvSpPr>
        <p:spPr>
          <a:xfrm>
            <a:off x="546931" y="1768374"/>
            <a:ext cx="6956394" cy="1446550"/>
          </a:xfrm>
          <a:prstGeom prst="rect">
            <a:avLst/>
          </a:prstGeom>
          <a:noFill/>
        </p:spPr>
        <p:txBody>
          <a:bodyPr wrap="square" rtlCol="0" anchor="ctr">
            <a:spAutoFit/>
          </a:bodyPr>
          <a:lstStyle/>
          <a:p>
            <a:r>
              <a:rPr lang="pt-BR" sz="4400" b="1" dirty="0">
                <a:solidFill>
                  <a:srgbClr val="231F20"/>
                </a:solidFill>
                <a:latin typeface="Oswald" pitchFamily="2" charset="0"/>
              </a:rPr>
              <a:t>METAS DE APRENDIZAGEM</a:t>
            </a:r>
          </a:p>
        </p:txBody>
      </p:sp>
    </p:spTree>
    <p:extLst>
      <p:ext uri="{BB962C8B-B14F-4D97-AF65-F5344CB8AC3E}">
        <p14:creationId xmlns:p14="http://schemas.microsoft.com/office/powerpoint/2010/main" val="2265314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pic>
        <p:nvPicPr>
          <p:cNvPr id="3" name="Imagem 2" descr="Forma&#10;&#10;Descrição gerada automaticamente">
            <a:extLst>
              <a:ext uri="{FF2B5EF4-FFF2-40B4-BE49-F238E27FC236}">
                <a16:creationId xmlns:a16="http://schemas.microsoft.com/office/drawing/2014/main" id="{69B0720B-00BE-7013-9341-236B6F0F7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1" name="Espaço Reservado para Texto 10">
            <a:extLst>
              <a:ext uri="{FF2B5EF4-FFF2-40B4-BE49-F238E27FC236}">
                <a16:creationId xmlns:a16="http://schemas.microsoft.com/office/drawing/2014/main" id="{05AD36AE-150A-1955-98F5-DEF79E63F8ED}"/>
              </a:ext>
            </a:extLst>
          </p:cNvPr>
          <p:cNvSpPr>
            <a:spLocks noGrp="1"/>
          </p:cNvSpPr>
          <p:nvPr>
            <p:ph type="body" sz="quarter" idx="10" hasCustomPrompt="1"/>
          </p:nvPr>
        </p:nvSpPr>
        <p:spPr>
          <a:xfrm>
            <a:off x="615950" y="495300"/>
            <a:ext cx="8177672" cy="1846248"/>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615950" y="2503918"/>
            <a:ext cx="8177672" cy="385878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2266555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4" name="Imagem 3" descr="Forma&#10;&#10;Descrição gerada automaticamente">
            <a:extLst>
              <a:ext uri="{FF2B5EF4-FFF2-40B4-BE49-F238E27FC236}">
                <a16:creationId xmlns:a16="http://schemas.microsoft.com/office/drawing/2014/main" id="{C4DFA60D-876E-FE77-AB59-4272D91B69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615950" y="495300"/>
            <a:ext cx="8177672" cy="5867400"/>
          </a:xfrm>
        </p:spPr>
        <p:txBody>
          <a:bodyPr anchor="ct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254971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Layout Personalizado">
    <p:spTree>
      <p:nvGrpSpPr>
        <p:cNvPr id="1" name=""/>
        <p:cNvGrpSpPr/>
        <p:nvPr/>
      </p:nvGrpSpPr>
      <p:grpSpPr>
        <a:xfrm>
          <a:off x="0" y="0"/>
          <a:ext cx="0" cy="0"/>
          <a:chOff x="0" y="0"/>
          <a:chExt cx="0" cy="0"/>
        </a:xfrm>
      </p:grpSpPr>
      <p:pic>
        <p:nvPicPr>
          <p:cNvPr id="4" name="Imagem 3" descr="Interface gráfica do usuário, Aplicativo&#10;&#10;Descrição gerada automaticamente">
            <a:extLst>
              <a:ext uri="{FF2B5EF4-FFF2-40B4-BE49-F238E27FC236}">
                <a16:creationId xmlns:a16="http://schemas.microsoft.com/office/drawing/2014/main" id="{46A21244-A0E3-823E-4B6D-07ADF16747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1" name="Espaço Reservado para Texto 10">
            <a:extLst>
              <a:ext uri="{FF2B5EF4-FFF2-40B4-BE49-F238E27FC236}">
                <a16:creationId xmlns:a16="http://schemas.microsoft.com/office/drawing/2014/main" id="{05AD36AE-150A-1955-98F5-DEF79E63F8ED}"/>
              </a:ext>
            </a:extLst>
          </p:cNvPr>
          <p:cNvSpPr>
            <a:spLocks noGrp="1"/>
          </p:cNvSpPr>
          <p:nvPr>
            <p:ph type="body" sz="quarter" idx="10" hasCustomPrompt="1"/>
          </p:nvPr>
        </p:nvSpPr>
        <p:spPr>
          <a:xfrm>
            <a:off x="393108" y="1619772"/>
            <a:ext cx="5221480" cy="1965532"/>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393108" y="3704946"/>
            <a:ext cx="5221480" cy="2534184"/>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
        <p:nvSpPr>
          <p:cNvPr id="10" name="Espaço Reservado para Imagem 4">
            <a:extLst>
              <a:ext uri="{FF2B5EF4-FFF2-40B4-BE49-F238E27FC236}">
                <a16:creationId xmlns:a16="http://schemas.microsoft.com/office/drawing/2014/main" id="{1E546261-9628-A177-C0FE-A2465FA7CECC}"/>
              </a:ext>
            </a:extLst>
          </p:cNvPr>
          <p:cNvSpPr>
            <a:spLocks noGrp="1"/>
          </p:cNvSpPr>
          <p:nvPr>
            <p:ph type="pic" sz="quarter" idx="12" hasCustomPrompt="1"/>
          </p:nvPr>
        </p:nvSpPr>
        <p:spPr>
          <a:xfrm>
            <a:off x="6096000" y="0"/>
            <a:ext cx="6096000" cy="6858000"/>
          </a:xfrm>
        </p:spPr>
        <p:txBody>
          <a:bodyPr anchor="t">
            <a:normAutofit/>
          </a:bodyPr>
          <a:lstStyle>
            <a:lvl1pPr marL="0" indent="0" algn="ctr">
              <a:buNone/>
              <a:defRPr sz="1600" b="1" i="0" cap="all" baseline="0">
                <a:solidFill>
                  <a:srgbClr val="58595B"/>
                </a:solidFill>
                <a:latin typeface="Roboto" panose="02000000000000000000" pitchFamily="2" charset="0"/>
              </a:defRPr>
            </a:lvl1pPr>
          </a:lstStyle>
          <a:p>
            <a:r>
              <a:rPr lang="pt-BR" dirty="0"/>
              <a:t>Clique para inserir uma imagem</a:t>
            </a:r>
          </a:p>
        </p:txBody>
      </p:sp>
      <p:sp>
        <p:nvSpPr>
          <p:cNvPr id="8" name="CaixaDeTexto 7">
            <a:extLst>
              <a:ext uri="{FF2B5EF4-FFF2-40B4-BE49-F238E27FC236}">
                <a16:creationId xmlns:a16="http://schemas.microsoft.com/office/drawing/2014/main" id="{FB32F0A5-753E-83F5-D77D-39078905EE43}"/>
              </a:ext>
            </a:extLst>
          </p:cNvPr>
          <p:cNvSpPr txBox="1"/>
          <p:nvPr userDrawn="1"/>
        </p:nvSpPr>
        <p:spPr>
          <a:xfrm>
            <a:off x="344259" y="644373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9"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6" y="6457329"/>
            <a:ext cx="4378912" cy="214184"/>
          </a:xfrm>
        </p:spPr>
        <p:txBody>
          <a:bodyPr>
            <a:normAutofit/>
          </a:bodyPr>
          <a:lstStyle>
            <a:lvl1pPr marL="0" indent="0">
              <a:buNone/>
              <a:defRPr sz="800" baseline="0">
                <a:solidFill>
                  <a:srgbClr val="231F20"/>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774734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0_Layout Personalizado">
    <p:spTree>
      <p:nvGrpSpPr>
        <p:cNvPr id="1" name=""/>
        <p:cNvGrpSpPr/>
        <p:nvPr/>
      </p:nvGrpSpPr>
      <p:grpSpPr>
        <a:xfrm>
          <a:off x="0" y="0"/>
          <a:ext cx="0" cy="0"/>
          <a:chOff x="0" y="0"/>
          <a:chExt cx="0" cy="0"/>
        </a:xfrm>
      </p:grpSpPr>
      <p:pic>
        <p:nvPicPr>
          <p:cNvPr id="4" name="Imagem 3" descr="Interface gráfica do usuário, Aplicativo&#10;&#10;Descrição gerada automaticamente">
            <a:extLst>
              <a:ext uri="{FF2B5EF4-FFF2-40B4-BE49-F238E27FC236}">
                <a16:creationId xmlns:a16="http://schemas.microsoft.com/office/drawing/2014/main" id="{46A21244-A0E3-823E-4B6D-07ADF16747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1" name="Espaço Reservado para Texto 10">
            <a:extLst>
              <a:ext uri="{FF2B5EF4-FFF2-40B4-BE49-F238E27FC236}">
                <a16:creationId xmlns:a16="http://schemas.microsoft.com/office/drawing/2014/main" id="{05AD36AE-150A-1955-98F5-DEF79E63F8ED}"/>
              </a:ext>
            </a:extLst>
          </p:cNvPr>
          <p:cNvSpPr>
            <a:spLocks noGrp="1"/>
          </p:cNvSpPr>
          <p:nvPr>
            <p:ph type="body" sz="quarter" idx="10" hasCustomPrompt="1"/>
          </p:nvPr>
        </p:nvSpPr>
        <p:spPr>
          <a:xfrm>
            <a:off x="393108" y="1595058"/>
            <a:ext cx="5221480" cy="1965532"/>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393108" y="3680232"/>
            <a:ext cx="5221480" cy="2534184"/>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
        <p:nvSpPr>
          <p:cNvPr id="8" name="CaixaDeTexto 7">
            <a:extLst>
              <a:ext uri="{FF2B5EF4-FFF2-40B4-BE49-F238E27FC236}">
                <a16:creationId xmlns:a16="http://schemas.microsoft.com/office/drawing/2014/main" id="{FB32F0A5-753E-83F5-D77D-39078905EE43}"/>
              </a:ext>
            </a:extLst>
          </p:cNvPr>
          <p:cNvSpPr txBox="1"/>
          <p:nvPr userDrawn="1"/>
        </p:nvSpPr>
        <p:spPr>
          <a:xfrm>
            <a:off x="344259" y="644373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9"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43913" y="6458137"/>
            <a:ext cx="4259687"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
        <p:nvSpPr>
          <p:cNvPr id="14" name="Espaço Reservado para Conteúdo 2"/>
          <p:cNvSpPr>
            <a:spLocks noGrp="1"/>
          </p:cNvSpPr>
          <p:nvPr>
            <p:ph idx="1" hasCustomPrompt="1"/>
          </p:nvPr>
        </p:nvSpPr>
        <p:spPr>
          <a:xfrm>
            <a:off x="6092455" y="0"/>
            <a:ext cx="6098359" cy="6857999"/>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Tree>
    <p:extLst>
      <p:ext uri="{BB962C8B-B14F-4D97-AF65-F5344CB8AC3E}">
        <p14:creationId xmlns:p14="http://schemas.microsoft.com/office/powerpoint/2010/main" val="854808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pic>
        <p:nvPicPr>
          <p:cNvPr id="3" name="Imagem 2" descr="Interface gráfica do usuário, Aplicativo&#10;&#10;Descrição gerada automaticamente">
            <a:extLst>
              <a:ext uri="{FF2B5EF4-FFF2-40B4-BE49-F238E27FC236}">
                <a16:creationId xmlns:a16="http://schemas.microsoft.com/office/drawing/2014/main" id="{4EA35208-7E0C-8181-0104-F27E454B0E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393108" y="1611534"/>
            <a:ext cx="5221480" cy="4619358"/>
          </a:xfrm>
        </p:spPr>
        <p:txBody>
          <a:bodyPr anchor="ct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
        <p:nvSpPr>
          <p:cNvPr id="5" name="Espaço Reservado para Imagem 4">
            <a:extLst>
              <a:ext uri="{FF2B5EF4-FFF2-40B4-BE49-F238E27FC236}">
                <a16:creationId xmlns:a16="http://schemas.microsoft.com/office/drawing/2014/main" id="{5C661057-7B00-619E-8893-437359807257}"/>
              </a:ext>
            </a:extLst>
          </p:cNvPr>
          <p:cNvSpPr>
            <a:spLocks noGrp="1"/>
          </p:cNvSpPr>
          <p:nvPr>
            <p:ph type="pic" sz="quarter" idx="12" hasCustomPrompt="1"/>
          </p:nvPr>
        </p:nvSpPr>
        <p:spPr>
          <a:xfrm>
            <a:off x="6096000" y="0"/>
            <a:ext cx="6096000" cy="6858000"/>
          </a:xfrm>
        </p:spPr>
        <p:txBody>
          <a:bodyPr anchor="t">
            <a:normAutofit/>
          </a:bodyPr>
          <a:lstStyle>
            <a:lvl1pPr marL="0" indent="0" algn="ctr">
              <a:buNone/>
              <a:defRPr sz="1600" b="1" i="0" cap="all" baseline="0">
                <a:solidFill>
                  <a:srgbClr val="58595B"/>
                </a:solidFill>
                <a:latin typeface="Roboto" panose="02000000000000000000" pitchFamily="2" charset="0"/>
              </a:defRPr>
            </a:lvl1pPr>
          </a:lstStyle>
          <a:p>
            <a:r>
              <a:rPr lang="pt-BR" dirty="0"/>
              <a:t>Clique para inserir uma imagem</a:t>
            </a:r>
          </a:p>
        </p:txBody>
      </p:sp>
      <p:sp>
        <p:nvSpPr>
          <p:cNvPr id="9" name="CaixaDeTexto 8">
            <a:extLst>
              <a:ext uri="{FF2B5EF4-FFF2-40B4-BE49-F238E27FC236}">
                <a16:creationId xmlns:a16="http://schemas.microsoft.com/office/drawing/2014/main" id="{FB32F0A5-753E-83F5-D77D-39078905EE43}"/>
              </a:ext>
            </a:extLst>
          </p:cNvPr>
          <p:cNvSpPr txBox="1"/>
          <p:nvPr userDrawn="1"/>
        </p:nvSpPr>
        <p:spPr>
          <a:xfrm>
            <a:off x="344259" y="644373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43914" y="6458137"/>
            <a:ext cx="4370673"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1694955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4_Layout Personalizado">
    <p:spTree>
      <p:nvGrpSpPr>
        <p:cNvPr id="1" name=""/>
        <p:cNvGrpSpPr/>
        <p:nvPr/>
      </p:nvGrpSpPr>
      <p:grpSpPr>
        <a:xfrm>
          <a:off x="0" y="0"/>
          <a:ext cx="0" cy="0"/>
          <a:chOff x="0" y="0"/>
          <a:chExt cx="0" cy="0"/>
        </a:xfrm>
      </p:grpSpPr>
      <p:pic>
        <p:nvPicPr>
          <p:cNvPr id="3" name="Imagem 2" descr="Interface gráfica do usuário, Aplicativo&#10;&#10;Descrição gerada automaticamente">
            <a:extLst>
              <a:ext uri="{FF2B5EF4-FFF2-40B4-BE49-F238E27FC236}">
                <a16:creationId xmlns:a16="http://schemas.microsoft.com/office/drawing/2014/main" id="{4EA35208-7E0C-8181-0104-F27E454B0E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393108" y="1611534"/>
            <a:ext cx="5221480" cy="4619358"/>
          </a:xfrm>
        </p:spPr>
        <p:txBody>
          <a:bodyPr anchor="ct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
        <p:nvSpPr>
          <p:cNvPr id="9" name="Espaço Reservado para Conteúdo 2"/>
          <p:cNvSpPr>
            <a:spLocks noGrp="1"/>
          </p:cNvSpPr>
          <p:nvPr>
            <p:ph idx="1" hasCustomPrompt="1"/>
          </p:nvPr>
        </p:nvSpPr>
        <p:spPr>
          <a:xfrm>
            <a:off x="6092455" y="0"/>
            <a:ext cx="6098359" cy="6857999"/>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0" name="CaixaDeTexto 9">
            <a:extLst>
              <a:ext uri="{FF2B5EF4-FFF2-40B4-BE49-F238E27FC236}">
                <a16:creationId xmlns:a16="http://schemas.microsoft.com/office/drawing/2014/main" id="{FB32F0A5-753E-83F5-D77D-39078905EE43}"/>
              </a:ext>
            </a:extLst>
          </p:cNvPr>
          <p:cNvSpPr txBox="1"/>
          <p:nvPr userDrawn="1"/>
        </p:nvSpPr>
        <p:spPr>
          <a:xfrm>
            <a:off x="344259" y="644373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43914" y="6458137"/>
            <a:ext cx="4370673"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47062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Layout Personalizado">
    <p:spTree>
      <p:nvGrpSpPr>
        <p:cNvPr id="1" name=""/>
        <p:cNvGrpSpPr/>
        <p:nvPr/>
      </p:nvGrpSpPr>
      <p:grpSpPr>
        <a:xfrm>
          <a:off x="0" y="0"/>
          <a:ext cx="0" cy="0"/>
          <a:chOff x="0" y="0"/>
          <a:chExt cx="0" cy="0"/>
        </a:xfrm>
      </p:grpSpPr>
      <p:pic>
        <p:nvPicPr>
          <p:cNvPr id="4" name="Imagem 3" descr="Forma&#10;&#10;Descrição gerada automaticamente">
            <a:extLst>
              <a:ext uri="{FF2B5EF4-FFF2-40B4-BE49-F238E27FC236}">
                <a16:creationId xmlns:a16="http://schemas.microsoft.com/office/drawing/2014/main" id="{C4C26335-B161-31E5-52FA-5B68174C4A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44259" y="342900"/>
            <a:ext cx="11503480" cy="6172200"/>
          </a:xfrm>
          <a:prstGeom prst="roundRect">
            <a:avLst>
              <a:gd name="adj" fmla="val 3152"/>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8" name="CaixaDeTexto 7">
            <a:extLst>
              <a:ext uri="{FF2B5EF4-FFF2-40B4-BE49-F238E27FC236}">
                <a16:creationId xmlns:a16="http://schemas.microsoft.com/office/drawing/2014/main" id="{FB32F0A5-753E-83F5-D77D-39078905EE43}"/>
              </a:ext>
            </a:extLst>
          </p:cNvPr>
          <p:cNvSpPr txBox="1"/>
          <p:nvPr userDrawn="1"/>
        </p:nvSpPr>
        <p:spPr>
          <a:xfrm>
            <a:off x="344259" y="655032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0"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52151" y="6564727"/>
            <a:ext cx="7487942"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888269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5_Layout Personalizado">
    <p:spTree>
      <p:nvGrpSpPr>
        <p:cNvPr id="1" name=""/>
        <p:cNvGrpSpPr/>
        <p:nvPr/>
      </p:nvGrpSpPr>
      <p:grpSpPr>
        <a:xfrm>
          <a:off x="0" y="0"/>
          <a:ext cx="0" cy="0"/>
          <a:chOff x="0" y="0"/>
          <a:chExt cx="0" cy="0"/>
        </a:xfrm>
      </p:grpSpPr>
      <p:pic>
        <p:nvPicPr>
          <p:cNvPr id="4" name="Imagem 3" descr="Forma&#10;&#10;Descrição gerada automaticamente">
            <a:extLst>
              <a:ext uri="{FF2B5EF4-FFF2-40B4-BE49-F238E27FC236}">
                <a16:creationId xmlns:a16="http://schemas.microsoft.com/office/drawing/2014/main" id="{C4C26335-B161-31E5-52FA-5B68174C4A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Conteúdo 2"/>
          <p:cNvSpPr>
            <a:spLocks noGrp="1"/>
          </p:cNvSpPr>
          <p:nvPr>
            <p:ph idx="1" hasCustomPrompt="1"/>
          </p:nvPr>
        </p:nvSpPr>
        <p:spPr>
          <a:xfrm>
            <a:off x="344259" y="348343"/>
            <a:ext cx="11490689" cy="6188842"/>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0" name="CaixaDeTexto 9">
            <a:extLst>
              <a:ext uri="{FF2B5EF4-FFF2-40B4-BE49-F238E27FC236}">
                <a16:creationId xmlns:a16="http://schemas.microsoft.com/office/drawing/2014/main" id="{FB32F0A5-753E-83F5-D77D-39078905EE43}"/>
              </a:ext>
            </a:extLst>
          </p:cNvPr>
          <p:cNvSpPr txBox="1"/>
          <p:nvPr userDrawn="1"/>
        </p:nvSpPr>
        <p:spPr>
          <a:xfrm>
            <a:off x="344259" y="655032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52151" y="6564727"/>
            <a:ext cx="7487942"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277837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Layout Personalizado">
    <p:spTree>
      <p:nvGrpSpPr>
        <p:cNvPr id="1" name=""/>
        <p:cNvGrpSpPr/>
        <p:nvPr/>
      </p:nvGrpSpPr>
      <p:grpSpPr>
        <a:xfrm>
          <a:off x="0" y="0"/>
          <a:ext cx="0" cy="0"/>
          <a:chOff x="0" y="0"/>
          <a:chExt cx="0" cy="0"/>
        </a:xfrm>
      </p:grpSpPr>
      <p:pic>
        <p:nvPicPr>
          <p:cNvPr id="4" name="Imagem 3" descr="Texto&#10;&#10;Descrição gerada automaticamente com confiança baixa">
            <a:extLst>
              <a:ext uri="{FF2B5EF4-FFF2-40B4-BE49-F238E27FC236}">
                <a16:creationId xmlns:a16="http://schemas.microsoft.com/office/drawing/2014/main" id="{91A3779A-5A12-F0B9-AD93-A2FCB10F1B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44259" y="1145308"/>
            <a:ext cx="11503480" cy="5369791"/>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7" name="Espaço Reservado para Texto 6">
            <a:extLst>
              <a:ext uri="{FF2B5EF4-FFF2-40B4-BE49-F238E27FC236}">
                <a16:creationId xmlns:a16="http://schemas.microsoft.com/office/drawing/2014/main" id="{DED453B1-226E-335D-E155-FE7CBE82D196}"/>
              </a:ext>
            </a:extLst>
          </p:cNvPr>
          <p:cNvSpPr>
            <a:spLocks noGrp="1"/>
          </p:cNvSpPr>
          <p:nvPr>
            <p:ph type="body" sz="quarter" idx="14" hasCustomPrompt="1"/>
          </p:nvPr>
        </p:nvSpPr>
        <p:spPr>
          <a:xfrm>
            <a:off x="344258" y="267474"/>
            <a:ext cx="11503481"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1" name="CaixaDeTexto 10">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2"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5" y="6592777"/>
            <a:ext cx="7504417"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057250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6_Layout Personalizado">
    <p:spTree>
      <p:nvGrpSpPr>
        <p:cNvPr id="1" name=""/>
        <p:cNvGrpSpPr/>
        <p:nvPr/>
      </p:nvGrpSpPr>
      <p:grpSpPr>
        <a:xfrm>
          <a:off x="0" y="0"/>
          <a:ext cx="0" cy="0"/>
          <a:chOff x="0" y="0"/>
          <a:chExt cx="0" cy="0"/>
        </a:xfrm>
      </p:grpSpPr>
      <p:pic>
        <p:nvPicPr>
          <p:cNvPr id="4" name="Imagem 3" descr="Texto&#10;&#10;Descrição gerada automaticamente com confiança baixa">
            <a:extLst>
              <a:ext uri="{FF2B5EF4-FFF2-40B4-BE49-F238E27FC236}">
                <a16:creationId xmlns:a16="http://schemas.microsoft.com/office/drawing/2014/main" id="{91A3779A-5A12-F0B9-AD93-A2FCB10F1B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7" name="Espaço Reservado para Texto 6">
            <a:extLst>
              <a:ext uri="{FF2B5EF4-FFF2-40B4-BE49-F238E27FC236}">
                <a16:creationId xmlns:a16="http://schemas.microsoft.com/office/drawing/2014/main" id="{DED453B1-226E-335D-E155-FE7CBE82D196}"/>
              </a:ext>
            </a:extLst>
          </p:cNvPr>
          <p:cNvSpPr>
            <a:spLocks noGrp="1"/>
          </p:cNvSpPr>
          <p:nvPr>
            <p:ph type="body" sz="quarter" idx="14" hasCustomPrompt="1"/>
          </p:nvPr>
        </p:nvSpPr>
        <p:spPr>
          <a:xfrm>
            <a:off x="344258" y="267474"/>
            <a:ext cx="11503481"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1" name="Espaço Reservado para Conteúdo 2"/>
          <p:cNvSpPr>
            <a:spLocks noGrp="1"/>
          </p:cNvSpPr>
          <p:nvPr>
            <p:ph idx="1" hasCustomPrompt="1"/>
          </p:nvPr>
        </p:nvSpPr>
        <p:spPr>
          <a:xfrm>
            <a:off x="466726" y="1238250"/>
            <a:ext cx="11258550" cy="5153025"/>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2" name="CaixaDeTexto 11">
            <a:extLst>
              <a:ext uri="{FF2B5EF4-FFF2-40B4-BE49-F238E27FC236}">
                <a16:creationId xmlns:a16="http://schemas.microsoft.com/office/drawing/2014/main" id="{FB32F0A5-753E-83F5-D77D-39078905EE43}"/>
              </a:ext>
            </a:extLst>
          </p:cNvPr>
          <p:cNvSpPr txBox="1"/>
          <p:nvPr userDrawn="1"/>
        </p:nvSpPr>
        <p:spPr>
          <a:xfrm>
            <a:off x="344259" y="6583986"/>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3"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43913" y="6598387"/>
            <a:ext cx="7496179"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1093311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Layout Personalizado">
    <p:spTree>
      <p:nvGrpSpPr>
        <p:cNvPr id="1" name=""/>
        <p:cNvGrpSpPr/>
        <p:nvPr/>
      </p:nvGrpSpPr>
      <p:grpSpPr>
        <a:xfrm>
          <a:off x="0" y="0"/>
          <a:ext cx="0" cy="0"/>
          <a:chOff x="0" y="0"/>
          <a:chExt cx="0" cy="0"/>
        </a:xfrm>
      </p:grpSpPr>
      <p:pic>
        <p:nvPicPr>
          <p:cNvPr id="5" name="Imagem 4" descr="Texto, Quadro de comunicações&#10;&#10;Descrição gerada automaticamente">
            <a:extLst>
              <a:ext uri="{FF2B5EF4-FFF2-40B4-BE49-F238E27FC236}">
                <a16:creationId xmlns:a16="http://schemas.microsoft.com/office/drawing/2014/main" id="{714F9AFB-B231-6D64-EA20-D83AABA458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44259" y="1163616"/>
            <a:ext cx="5548537" cy="5351483"/>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6" name="Espaço Reservado para Imagem 8">
            <a:extLst>
              <a:ext uri="{FF2B5EF4-FFF2-40B4-BE49-F238E27FC236}">
                <a16:creationId xmlns:a16="http://schemas.microsoft.com/office/drawing/2014/main" id="{82ED4C45-33FA-0378-3808-3F3A00B1EEE9}"/>
              </a:ext>
            </a:extLst>
          </p:cNvPr>
          <p:cNvSpPr>
            <a:spLocks noGrp="1"/>
          </p:cNvSpPr>
          <p:nvPr>
            <p:ph type="pic" sz="quarter" idx="15" hasCustomPrompt="1"/>
          </p:nvPr>
        </p:nvSpPr>
        <p:spPr>
          <a:xfrm>
            <a:off x="6299201" y="1163616"/>
            <a:ext cx="5548537" cy="5369792"/>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2" name="Espaço Reservado para Texto 6">
            <a:extLst>
              <a:ext uri="{FF2B5EF4-FFF2-40B4-BE49-F238E27FC236}">
                <a16:creationId xmlns:a16="http://schemas.microsoft.com/office/drawing/2014/main" id="{A6DAFF80-5242-640A-C617-6C9212C6124B}"/>
              </a:ext>
            </a:extLst>
          </p:cNvPr>
          <p:cNvSpPr>
            <a:spLocks noGrp="1"/>
          </p:cNvSpPr>
          <p:nvPr>
            <p:ph type="body" sz="quarter" idx="14" hasCustomPrompt="1"/>
          </p:nvPr>
        </p:nvSpPr>
        <p:spPr>
          <a:xfrm>
            <a:off x="344258" y="267474"/>
            <a:ext cx="11503481"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4" name="CaixaDeTexto 13">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5"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5" y="6592777"/>
            <a:ext cx="4705119"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
        <p:nvSpPr>
          <p:cNvPr id="16" name="CaixaDeTexto 15">
            <a:extLst>
              <a:ext uri="{FF2B5EF4-FFF2-40B4-BE49-F238E27FC236}">
                <a16:creationId xmlns:a16="http://schemas.microsoft.com/office/drawing/2014/main" id="{FB32F0A5-753E-83F5-D77D-39078905EE43}"/>
              </a:ext>
            </a:extLst>
          </p:cNvPr>
          <p:cNvSpPr txBox="1"/>
          <p:nvPr userDrawn="1"/>
        </p:nvSpPr>
        <p:spPr>
          <a:xfrm>
            <a:off x="6398186" y="6592777"/>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7" name="Espaço Reservado para Texto 12">
            <a:extLst>
              <a:ext uri="{FF2B5EF4-FFF2-40B4-BE49-F238E27FC236}">
                <a16:creationId xmlns:a16="http://schemas.microsoft.com/office/drawing/2014/main" id="{0C42D5AA-EFA1-F8F1-4AEB-D8FC236C203C}"/>
              </a:ext>
            </a:extLst>
          </p:cNvPr>
          <p:cNvSpPr>
            <a:spLocks noGrp="1"/>
          </p:cNvSpPr>
          <p:nvPr>
            <p:ph type="body" sz="quarter" idx="17" hasCustomPrompt="1"/>
          </p:nvPr>
        </p:nvSpPr>
        <p:spPr>
          <a:xfrm>
            <a:off x="7290486" y="6607178"/>
            <a:ext cx="4704236"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16403692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Layout Personalizado">
    <p:spTree>
      <p:nvGrpSpPr>
        <p:cNvPr id="1" name=""/>
        <p:cNvGrpSpPr/>
        <p:nvPr/>
      </p:nvGrpSpPr>
      <p:grpSpPr>
        <a:xfrm>
          <a:off x="0" y="0"/>
          <a:ext cx="0" cy="0"/>
          <a:chOff x="0" y="0"/>
          <a:chExt cx="0" cy="0"/>
        </a:xfrm>
      </p:grpSpPr>
      <p:pic>
        <p:nvPicPr>
          <p:cNvPr id="5" name="Imagem 4" descr="Texto, Quadro de comunicações&#10;&#10;Descrição gerada automaticamente">
            <a:extLst>
              <a:ext uri="{FF2B5EF4-FFF2-40B4-BE49-F238E27FC236}">
                <a16:creationId xmlns:a16="http://schemas.microsoft.com/office/drawing/2014/main" id="{714F9AFB-B231-6D64-EA20-D83AABA458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2" name="Espaço Reservado para Texto 6">
            <a:extLst>
              <a:ext uri="{FF2B5EF4-FFF2-40B4-BE49-F238E27FC236}">
                <a16:creationId xmlns:a16="http://schemas.microsoft.com/office/drawing/2014/main" id="{A6DAFF80-5242-640A-C617-6C9212C6124B}"/>
              </a:ext>
            </a:extLst>
          </p:cNvPr>
          <p:cNvSpPr>
            <a:spLocks noGrp="1"/>
          </p:cNvSpPr>
          <p:nvPr>
            <p:ph type="body" sz="quarter" idx="14" hasCustomPrompt="1"/>
          </p:nvPr>
        </p:nvSpPr>
        <p:spPr>
          <a:xfrm>
            <a:off x="344258" y="267474"/>
            <a:ext cx="11503481"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6" name="Espaço Reservado para Conteúdo 2"/>
          <p:cNvSpPr>
            <a:spLocks noGrp="1"/>
          </p:cNvSpPr>
          <p:nvPr>
            <p:ph idx="1" hasCustomPrompt="1"/>
          </p:nvPr>
        </p:nvSpPr>
        <p:spPr>
          <a:xfrm>
            <a:off x="6368902" y="1302356"/>
            <a:ext cx="5380075" cy="5087812"/>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8" name="CaixaDeTexto 17">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9"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5" y="6592777"/>
            <a:ext cx="4705119"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
        <p:nvSpPr>
          <p:cNvPr id="20" name="CaixaDeTexto 19">
            <a:extLst>
              <a:ext uri="{FF2B5EF4-FFF2-40B4-BE49-F238E27FC236}">
                <a16:creationId xmlns:a16="http://schemas.microsoft.com/office/drawing/2014/main" id="{FB32F0A5-753E-83F5-D77D-39078905EE43}"/>
              </a:ext>
            </a:extLst>
          </p:cNvPr>
          <p:cNvSpPr txBox="1"/>
          <p:nvPr userDrawn="1"/>
        </p:nvSpPr>
        <p:spPr>
          <a:xfrm>
            <a:off x="6398186" y="6592777"/>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21" name="Espaço Reservado para Texto 12">
            <a:extLst>
              <a:ext uri="{FF2B5EF4-FFF2-40B4-BE49-F238E27FC236}">
                <a16:creationId xmlns:a16="http://schemas.microsoft.com/office/drawing/2014/main" id="{0C42D5AA-EFA1-F8F1-4AEB-D8FC236C203C}"/>
              </a:ext>
            </a:extLst>
          </p:cNvPr>
          <p:cNvSpPr>
            <a:spLocks noGrp="1"/>
          </p:cNvSpPr>
          <p:nvPr>
            <p:ph type="body" sz="quarter" idx="17" hasCustomPrompt="1"/>
          </p:nvPr>
        </p:nvSpPr>
        <p:spPr>
          <a:xfrm>
            <a:off x="7290486" y="6607178"/>
            <a:ext cx="4704236"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
        <p:nvSpPr>
          <p:cNvPr id="22"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35550" y="1146198"/>
            <a:ext cx="5548537" cy="5351483"/>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Tree>
    <p:extLst>
      <p:ext uri="{BB962C8B-B14F-4D97-AF65-F5344CB8AC3E}">
        <p14:creationId xmlns:p14="http://schemas.microsoft.com/office/powerpoint/2010/main" val="3799096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Layout Personalizado">
    <p:spTree>
      <p:nvGrpSpPr>
        <p:cNvPr id="1" name=""/>
        <p:cNvGrpSpPr/>
        <p:nvPr/>
      </p:nvGrpSpPr>
      <p:grpSpPr>
        <a:xfrm>
          <a:off x="0" y="0"/>
          <a:ext cx="0" cy="0"/>
          <a:chOff x="0" y="0"/>
          <a:chExt cx="0" cy="0"/>
        </a:xfrm>
      </p:grpSpPr>
      <p:pic>
        <p:nvPicPr>
          <p:cNvPr id="4" name="Imagem 3" descr="Texto, Quadro de comunicações&#10;&#10;Descrição gerada automaticamente">
            <a:extLst>
              <a:ext uri="{FF2B5EF4-FFF2-40B4-BE49-F238E27FC236}">
                <a16:creationId xmlns:a16="http://schemas.microsoft.com/office/drawing/2014/main" id="{A57C6209-03F4-5A14-0447-1CC2C610A5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44259" y="351148"/>
            <a:ext cx="5548537" cy="6163952"/>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6" name="Espaço Reservado para Imagem 8">
            <a:extLst>
              <a:ext uri="{FF2B5EF4-FFF2-40B4-BE49-F238E27FC236}">
                <a16:creationId xmlns:a16="http://schemas.microsoft.com/office/drawing/2014/main" id="{82ED4C45-33FA-0378-3808-3F3A00B1EEE9}"/>
              </a:ext>
            </a:extLst>
          </p:cNvPr>
          <p:cNvSpPr>
            <a:spLocks noGrp="1"/>
          </p:cNvSpPr>
          <p:nvPr>
            <p:ph type="pic" sz="quarter" idx="15" hasCustomPrompt="1"/>
          </p:nvPr>
        </p:nvSpPr>
        <p:spPr>
          <a:xfrm>
            <a:off x="6299201" y="351148"/>
            <a:ext cx="5548537" cy="6182260"/>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18" name="CaixaDeTexto 17">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9"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19199" y="6592777"/>
            <a:ext cx="4721595"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
        <p:nvSpPr>
          <p:cNvPr id="20" name="CaixaDeTexto 19">
            <a:extLst>
              <a:ext uri="{FF2B5EF4-FFF2-40B4-BE49-F238E27FC236}">
                <a16:creationId xmlns:a16="http://schemas.microsoft.com/office/drawing/2014/main" id="{FB32F0A5-753E-83F5-D77D-39078905EE43}"/>
              </a:ext>
            </a:extLst>
          </p:cNvPr>
          <p:cNvSpPr txBox="1"/>
          <p:nvPr userDrawn="1"/>
        </p:nvSpPr>
        <p:spPr>
          <a:xfrm>
            <a:off x="6398186" y="6592777"/>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21" name="Espaço Reservado para Texto 12">
            <a:extLst>
              <a:ext uri="{FF2B5EF4-FFF2-40B4-BE49-F238E27FC236}">
                <a16:creationId xmlns:a16="http://schemas.microsoft.com/office/drawing/2014/main" id="{0C42D5AA-EFA1-F8F1-4AEB-D8FC236C203C}"/>
              </a:ext>
            </a:extLst>
          </p:cNvPr>
          <p:cNvSpPr>
            <a:spLocks noGrp="1"/>
          </p:cNvSpPr>
          <p:nvPr>
            <p:ph type="body" sz="quarter" idx="17" hasCustomPrompt="1"/>
          </p:nvPr>
        </p:nvSpPr>
        <p:spPr>
          <a:xfrm>
            <a:off x="7298724" y="6607178"/>
            <a:ext cx="4695998"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692723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8_Layout Personalizado">
    <p:spTree>
      <p:nvGrpSpPr>
        <p:cNvPr id="1" name=""/>
        <p:cNvGrpSpPr/>
        <p:nvPr/>
      </p:nvGrpSpPr>
      <p:grpSpPr>
        <a:xfrm>
          <a:off x="0" y="0"/>
          <a:ext cx="0" cy="0"/>
          <a:chOff x="0" y="0"/>
          <a:chExt cx="0" cy="0"/>
        </a:xfrm>
      </p:grpSpPr>
      <p:pic>
        <p:nvPicPr>
          <p:cNvPr id="4" name="Imagem 3" descr="Texto, Quadro de comunicações&#10;&#10;Descrição gerada automaticamente">
            <a:extLst>
              <a:ext uri="{FF2B5EF4-FFF2-40B4-BE49-F238E27FC236}">
                <a16:creationId xmlns:a16="http://schemas.microsoft.com/office/drawing/2014/main" id="{A57C6209-03F4-5A14-0447-1CC2C610A5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1" name="Espaço Reservado para Conteúdo 2"/>
          <p:cNvSpPr>
            <a:spLocks noGrp="1"/>
          </p:cNvSpPr>
          <p:nvPr>
            <p:ph idx="1" hasCustomPrompt="1"/>
          </p:nvPr>
        </p:nvSpPr>
        <p:spPr>
          <a:xfrm>
            <a:off x="6368902" y="457200"/>
            <a:ext cx="5380075" cy="5954234"/>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3" name="Espaço Reservado para Conteúdo 2"/>
          <p:cNvSpPr>
            <a:spLocks noGrp="1"/>
          </p:cNvSpPr>
          <p:nvPr>
            <p:ph idx="18" hasCustomPrompt="1"/>
          </p:nvPr>
        </p:nvSpPr>
        <p:spPr>
          <a:xfrm>
            <a:off x="429323" y="451883"/>
            <a:ext cx="5380075" cy="5954234"/>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4" name="CaixaDeTexto 13">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8"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5" y="6592777"/>
            <a:ext cx="4705119"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
        <p:nvSpPr>
          <p:cNvPr id="19" name="CaixaDeTexto 18">
            <a:extLst>
              <a:ext uri="{FF2B5EF4-FFF2-40B4-BE49-F238E27FC236}">
                <a16:creationId xmlns:a16="http://schemas.microsoft.com/office/drawing/2014/main" id="{FB32F0A5-753E-83F5-D77D-39078905EE43}"/>
              </a:ext>
            </a:extLst>
          </p:cNvPr>
          <p:cNvSpPr txBox="1"/>
          <p:nvPr userDrawn="1"/>
        </p:nvSpPr>
        <p:spPr>
          <a:xfrm>
            <a:off x="6398186" y="6592777"/>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20" name="Espaço Reservado para Texto 12">
            <a:extLst>
              <a:ext uri="{FF2B5EF4-FFF2-40B4-BE49-F238E27FC236}">
                <a16:creationId xmlns:a16="http://schemas.microsoft.com/office/drawing/2014/main" id="{0C42D5AA-EFA1-F8F1-4AEB-D8FC236C203C}"/>
              </a:ext>
            </a:extLst>
          </p:cNvPr>
          <p:cNvSpPr>
            <a:spLocks noGrp="1"/>
          </p:cNvSpPr>
          <p:nvPr>
            <p:ph type="body" sz="quarter" idx="17" hasCustomPrompt="1"/>
          </p:nvPr>
        </p:nvSpPr>
        <p:spPr>
          <a:xfrm>
            <a:off x="7298724" y="6607178"/>
            <a:ext cx="4695998"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3835530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Layout Personalizado">
    <p:spTree>
      <p:nvGrpSpPr>
        <p:cNvPr id="1" name=""/>
        <p:cNvGrpSpPr/>
        <p:nvPr/>
      </p:nvGrpSpPr>
      <p:grpSpPr>
        <a:xfrm>
          <a:off x="0" y="0"/>
          <a:ext cx="0" cy="0"/>
          <a:chOff x="0" y="0"/>
          <a:chExt cx="0" cy="0"/>
        </a:xfrm>
      </p:grpSpPr>
      <p:pic>
        <p:nvPicPr>
          <p:cNvPr id="4" name="Imagem 3" descr="Texto&#10;&#10;Descrição gerada automaticamente">
            <a:extLst>
              <a:ext uri="{FF2B5EF4-FFF2-40B4-BE49-F238E27FC236}">
                <a16:creationId xmlns:a16="http://schemas.microsoft.com/office/drawing/2014/main" id="{AE1894C7-E86B-3299-1067-CE4EC13C69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Texto 6">
            <a:extLst>
              <a:ext uri="{FF2B5EF4-FFF2-40B4-BE49-F238E27FC236}">
                <a16:creationId xmlns:a16="http://schemas.microsoft.com/office/drawing/2014/main" id="{465DEC17-15AA-496B-9008-3748CC033FAB}"/>
              </a:ext>
            </a:extLst>
          </p:cNvPr>
          <p:cNvSpPr>
            <a:spLocks noGrp="1"/>
          </p:cNvSpPr>
          <p:nvPr>
            <p:ph type="body" sz="quarter" idx="14" hasCustomPrompt="1"/>
          </p:nvPr>
        </p:nvSpPr>
        <p:spPr>
          <a:xfrm>
            <a:off x="179462" y="437959"/>
            <a:ext cx="11673555"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1" hasCustomPrompt="1"/>
          </p:nvPr>
        </p:nvSpPr>
        <p:spPr>
          <a:xfrm>
            <a:off x="179462" y="1659275"/>
            <a:ext cx="4418175" cy="4703425"/>
          </a:xfrm>
        </p:spPr>
        <p:txBody>
          <a:bodyPr>
            <a:normAutofit/>
          </a:bodyPr>
          <a:lstStyle>
            <a:lvl1pPr marL="0" indent="0">
              <a:buNone/>
              <a:defRPr sz="2200" baseline="0">
                <a:solidFill>
                  <a:srgbClr val="231F20"/>
                </a:solidFill>
                <a:latin typeface="Roboto" panose="02000000000000000000" pitchFamily="2" charset="0"/>
              </a:defRPr>
            </a:lvl1pPr>
          </a:lstStyle>
          <a:p>
            <a:pPr lvl="0"/>
            <a:r>
              <a:rPr lang="pt-BR" dirty="0"/>
              <a:t>Clique para adicionar texto</a:t>
            </a:r>
          </a:p>
        </p:txBody>
      </p:sp>
      <p:sp>
        <p:nvSpPr>
          <p:cNvPr id="19" name="Espaço Reservado para Imagem 8">
            <a:extLst>
              <a:ext uri="{FF2B5EF4-FFF2-40B4-BE49-F238E27FC236}">
                <a16:creationId xmlns:a16="http://schemas.microsoft.com/office/drawing/2014/main" id="{A753D7AD-ADED-CD19-C220-AD230710758D}"/>
              </a:ext>
            </a:extLst>
          </p:cNvPr>
          <p:cNvSpPr>
            <a:spLocks noGrp="1"/>
          </p:cNvSpPr>
          <p:nvPr>
            <p:ph type="pic" sz="quarter" idx="10" hasCustomPrompt="1"/>
          </p:nvPr>
        </p:nvSpPr>
        <p:spPr>
          <a:xfrm>
            <a:off x="4775915" y="1709157"/>
            <a:ext cx="7077102" cy="4776687"/>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10" name="CaixaDeTexto 9">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2"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52151" y="6592777"/>
            <a:ext cx="4451963"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3725116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_Layout Personalizado">
    <p:spTree>
      <p:nvGrpSpPr>
        <p:cNvPr id="1" name=""/>
        <p:cNvGrpSpPr/>
        <p:nvPr/>
      </p:nvGrpSpPr>
      <p:grpSpPr>
        <a:xfrm>
          <a:off x="0" y="0"/>
          <a:ext cx="0" cy="0"/>
          <a:chOff x="0" y="0"/>
          <a:chExt cx="0" cy="0"/>
        </a:xfrm>
      </p:grpSpPr>
      <p:pic>
        <p:nvPicPr>
          <p:cNvPr id="4" name="Imagem 3" descr="Texto&#10;&#10;Descrição gerada automaticamente">
            <a:extLst>
              <a:ext uri="{FF2B5EF4-FFF2-40B4-BE49-F238E27FC236}">
                <a16:creationId xmlns:a16="http://schemas.microsoft.com/office/drawing/2014/main" id="{AE1894C7-E86B-3299-1067-CE4EC13C69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Texto 6">
            <a:extLst>
              <a:ext uri="{FF2B5EF4-FFF2-40B4-BE49-F238E27FC236}">
                <a16:creationId xmlns:a16="http://schemas.microsoft.com/office/drawing/2014/main" id="{465DEC17-15AA-496B-9008-3748CC033FAB}"/>
              </a:ext>
            </a:extLst>
          </p:cNvPr>
          <p:cNvSpPr>
            <a:spLocks noGrp="1"/>
          </p:cNvSpPr>
          <p:nvPr>
            <p:ph type="body" sz="quarter" idx="14" hasCustomPrompt="1"/>
          </p:nvPr>
        </p:nvSpPr>
        <p:spPr>
          <a:xfrm>
            <a:off x="179462" y="437959"/>
            <a:ext cx="11673555"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1" hasCustomPrompt="1"/>
          </p:nvPr>
        </p:nvSpPr>
        <p:spPr>
          <a:xfrm>
            <a:off x="179462" y="1659275"/>
            <a:ext cx="4418175" cy="4703425"/>
          </a:xfrm>
        </p:spPr>
        <p:txBody>
          <a:bodyPr>
            <a:normAutofit/>
          </a:bodyPr>
          <a:lstStyle>
            <a:lvl1pPr marL="0" indent="0">
              <a:buNone/>
              <a:defRPr sz="2200" baseline="0">
                <a:solidFill>
                  <a:srgbClr val="231F20"/>
                </a:solidFill>
                <a:latin typeface="Roboto" panose="02000000000000000000" pitchFamily="2" charset="0"/>
              </a:defRPr>
            </a:lvl1pPr>
          </a:lstStyle>
          <a:p>
            <a:pPr lvl="0"/>
            <a:r>
              <a:rPr lang="pt-BR" dirty="0"/>
              <a:t>Clique para adicionar texto</a:t>
            </a:r>
          </a:p>
        </p:txBody>
      </p:sp>
      <p:sp>
        <p:nvSpPr>
          <p:cNvPr id="10" name="Espaço Reservado para Conteúdo 2"/>
          <p:cNvSpPr>
            <a:spLocks noGrp="1"/>
          </p:cNvSpPr>
          <p:nvPr>
            <p:ph idx="1" hasCustomPrompt="1"/>
          </p:nvPr>
        </p:nvSpPr>
        <p:spPr>
          <a:xfrm>
            <a:off x="4859383" y="1750423"/>
            <a:ext cx="6905897" cy="4676503"/>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2" name="CaixaDeTexto 11">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4"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60389" y="6592777"/>
            <a:ext cx="4443725"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2312714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Layout Personalizado">
    <p:spTree>
      <p:nvGrpSpPr>
        <p:cNvPr id="1" name=""/>
        <p:cNvGrpSpPr/>
        <p:nvPr/>
      </p:nvGrpSpPr>
      <p:grpSpPr>
        <a:xfrm>
          <a:off x="0" y="0"/>
          <a:ext cx="0" cy="0"/>
          <a:chOff x="0" y="0"/>
          <a:chExt cx="0" cy="0"/>
        </a:xfrm>
      </p:grpSpPr>
      <p:pic>
        <p:nvPicPr>
          <p:cNvPr id="4" name="Imagem 3" descr="Forma&#10;&#10;Descrição gerada automaticamente">
            <a:extLst>
              <a:ext uri="{FF2B5EF4-FFF2-40B4-BE49-F238E27FC236}">
                <a16:creationId xmlns:a16="http://schemas.microsoft.com/office/drawing/2014/main" id="{CFAA60E7-B119-DB5D-A065-8CD2757A51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0" name="Espaço Reservado para Texto 10">
            <a:extLst>
              <a:ext uri="{FF2B5EF4-FFF2-40B4-BE49-F238E27FC236}">
                <a16:creationId xmlns:a16="http://schemas.microsoft.com/office/drawing/2014/main" id="{32FAA423-0D2F-7FA2-E708-574E3761DB81}"/>
              </a:ext>
            </a:extLst>
          </p:cNvPr>
          <p:cNvSpPr>
            <a:spLocks noGrp="1"/>
          </p:cNvSpPr>
          <p:nvPr>
            <p:ph type="body" sz="quarter" idx="10" hasCustomPrompt="1"/>
          </p:nvPr>
        </p:nvSpPr>
        <p:spPr>
          <a:xfrm>
            <a:off x="615950" y="495300"/>
            <a:ext cx="6681833" cy="1513319"/>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11" name="Espaço Reservado para Texto 12">
            <a:extLst>
              <a:ext uri="{FF2B5EF4-FFF2-40B4-BE49-F238E27FC236}">
                <a16:creationId xmlns:a16="http://schemas.microsoft.com/office/drawing/2014/main" id="{4D9C9758-BE37-A03A-B81D-29754A02B9BA}"/>
              </a:ext>
            </a:extLst>
          </p:cNvPr>
          <p:cNvSpPr>
            <a:spLocks noGrp="1"/>
          </p:cNvSpPr>
          <p:nvPr>
            <p:ph type="body" sz="quarter" idx="11" hasCustomPrompt="1"/>
          </p:nvPr>
        </p:nvSpPr>
        <p:spPr>
          <a:xfrm>
            <a:off x="615950" y="2215978"/>
            <a:ext cx="8989604" cy="414672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8754192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Layout Personalizado">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17E60CEA-D571-5680-E6D8-9DA6E7B947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4" name="Espaço Reservado para Texto 10">
            <a:extLst>
              <a:ext uri="{FF2B5EF4-FFF2-40B4-BE49-F238E27FC236}">
                <a16:creationId xmlns:a16="http://schemas.microsoft.com/office/drawing/2014/main" id="{1F7C454A-7CAA-2FF2-DC61-522F56E5FF6F}"/>
              </a:ext>
            </a:extLst>
          </p:cNvPr>
          <p:cNvSpPr>
            <a:spLocks noGrp="1"/>
          </p:cNvSpPr>
          <p:nvPr>
            <p:ph type="body" sz="quarter" idx="10" hasCustomPrompt="1"/>
          </p:nvPr>
        </p:nvSpPr>
        <p:spPr>
          <a:xfrm>
            <a:off x="615950" y="495300"/>
            <a:ext cx="6681833" cy="1513319"/>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5" name="Espaço Reservado para Texto 12">
            <a:extLst>
              <a:ext uri="{FF2B5EF4-FFF2-40B4-BE49-F238E27FC236}">
                <a16:creationId xmlns:a16="http://schemas.microsoft.com/office/drawing/2014/main" id="{CABAF94D-7DB0-1956-3209-3001D211FD4C}"/>
              </a:ext>
            </a:extLst>
          </p:cNvPr>
          <p:cNvSpPr>
            <a:spLocks noGrp="1"/>
          </p:cNvSpPr>
          <p:nvPr>
            <p:ph type="body" sz="quarter" idx="11" hasCustomPrompt="1"/>
          </p:nvPr>
        </p:nvSpPr>
        <p:spPr>
          <a:xfrm>
            <a:off x="615950" y="2215978"/>
            <a:ext cx="8989604" cy="414672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1156684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Layout Personalizado">
    <p:spTree>
      <p:nvGrpSpPr>
        <p:cNvPr id="1" name=""/>
        <p:cNvGrpSpPr/>
        <p:nvPr/>
      </p:nvGrpSpPr>
      <p:grpSpPr>
        <a:xfrm>
          <a:off x="0" y="0"/>
          <a:ext cx="0" cy="0"/>
          <a:chOff x="0" y="0"/>
          <a:chExt cx="0" cy="0"/>
        </a:xfrm>
      </p:grpSpPr>
      <p:pic>
        <p:nvPicPr>
          <p:cNvPr id="3" name="Imagem 2" descr="Forma&#10;&#10;Descrição gerada automaticamente com confiança baixa">
            <a:extLst>
              <a:ext uri="{FF2B5EF4-FFF2-40B4-BE49-F238E27FC236}">
                <a16:creationId xmlns:a16="http://schemas.microsoft.com/office/drawing/2014/main" id="{6082B716-AAFD-8BF4-2997-E8290D2783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Texto 10">
            <a:extLst>
              <a:ext uri="{FF2B5EF4-FFF2-40B4-BE49-F238E27FC236}">
                <a16:creationId xmlns:a16="http://schemas.microsoft.com/office/drawing/2014/main" id="{62169643-8DD2-FD43-3074-2EFA536626BD}"/>
              </a:ext>
            </a:extLst>
          </p:cNvPr>
          <p:cNvSpPr>
            <a:spLocks noGrp="1"/>
          </p:cNvSpPr>
          <p:nvPr>
            <p:ph type="body" sz="quarter" idx="10" hasCustomPrompt="1"/>
          </p:nvPr>
        </p:nvSpPr>
        <p:spPr>
          <a:xfrm>
            <a:off x="615950" y="495300"/>
            <a:ext cx="5255011" cy="1846248"/>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9" name="Espaço Reservado para Texto 12">
            <a:extLst>
              <a:ext uri="{FF2B5EF4-FFF2-40B4-BE49-F238E27FC236}">
                <a16:creationId xmlns:a16="http://schemas.microsoft.com/office/drawing/2014/main" id="{46314C32-24E1-4AF3-4384-3BB8F47AFC0B}"/>
              </a:ext>
            </a:extLst>
          </p:cNvPr>
          <p:cNvSpPr>
            <a:spLocks noGrp="1"/>
          </p:cNvSpPr>
          <p:nvPr>
            <p:ph type="body" sz="quarter" idx="11" hasCustomPrompt="1"/>
          </p:nvPr>
        </p:nvSpPr>
        <p:spPr>
          <a:xfrm>
            <a:off x="615950" y="2561968"/>
            <a:ext cx="5255011" cy="380073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25377784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3_Layout Personalizado">
    <p:spTree>
      <p:nvGrpSpPr>
        <p:cNvPr id="1" name=""/>
        <p:cNvGrpSpPr/>
        <p:nvPr/>
      </p:nvGrpSpPr>
      <p:grpSpPr>
        <a:xfrm>
          <a:off x="0" y="0"/>
          <a:ext cx="0" cy="0"/>
          <a:chOff x="0" y="0"/>
          <a:chExt cx="0" cy="0"/>
        </a:xfrm>
      </p:grpSpPr>
      <p:pic>
        <p:nvPicPr>
          <p:cNvPr id="4" name="Imagem 3" descr="Desenho com traços pretos em fundo branco&#10;&#10;Descrição gerada automaticamente com confiança média">
            <a:extLst>
              <a:ext uri="{FF2B5EF4-FFF2-40B4-BE49-F238E27FC236}">
                <a16:creationId xmlns:a16="http://schemas.microsoft.com/office/drawing/2014/main" id="{381FD4C7-EC6D-BAC1-AC97-8ED361878C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Texto 10">
            <a:extLst>
              <a:ext uri="{FF2B5EF4-FFF2-40B4-BE49-F238E27FC236}">
                <a16:creationId xmlns:a16="http://schemas.microsoft.com/office/drawing/2014/main" id="{59B51597-730B-A004-9BC8-C14D3DC908F9}"/>
              </a:ext>
            </a:extLst>
          </p:cNvPr>
          <p:cNvSpPr>
            <a:spLocks noGrp="1"/>
          </p:cNvSpPr>
          <p:nvPr>
            <p:ph type="body" sz="quarter" idx="10" hasCustomPrompt="1"/>
          </p:nvPr>
        </p:nvSpPr>
        <p:spPr>
          <a:xfrm>
            <a:off x="615950" y="495300"/>
            <a:ext cx="5255011" cy="1846248"/>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9" name="Espaço Reservado para Texto 12">
            <a:extLst>
              <a:ext uri="{FF2B5EF4-FFF2-40B4-BE49-F238E27FC236}">
                <a16:creationId xmlns:a16="http://schemas.microsoft.com/office/drawing/2014/main" id="{7EF14CD3-8E2B-D78F-5470-66862BE0EA25}"/>
              </a:ext>
            </a:extLst>
          </p:cNvPr>
          <p:cNvSpPr>
            <a:spLocks noGrp="1"/>
          </p:cNvSpPr>
          <p:nvPr>
            <p:ph type="body" sz="quarter" idx="11" hasCustomPrompt="1"/>
          </p:nvPr>
        </p:nvSpPr>
        <p:spPr>
          <a:xfrm>
            <a:off x="615950" y="2503918"/>
            <a:ext cx="5255011" cy="385878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25562913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Layout Personalizado">
    <p:spTree>
      <p:nvGrpSpPr>
        <p:cNvPr id="1" name=""/>
        <p:cNvGrpSpPr/>
        <p:nvPr/>
      </p:nvGrpSpPr>
      <p:grpSpPr>
        <a:xfrm>
          <a:off x="0" y="0"/>
          <a:ext cx="0" cy="0"/>
          <a:chOff x="0" y="0"/>
          <a:chExt cx="0" cy="0"/>
        </a:xfrm>
      </p:grpSpPr>
      <p:pic>
        <p:nvPicPr>
          <p:cNvPr id="7" name="Imagem 6" descr="Padrão do plano de fundo&#10;&#10;Descrição gerada automaticamente com confiança baixa">
            <a:extLst>
              <a:ext uri="{FF2B5EF4-FFF2-40B4-BE49-F238E27FC236}">
                <a16:creationId xmlns:a16="http://schemas.microsoft.com/office/drawing/2014/main" id="{DAB00F91-633E-C672-007D-D9305ECFBE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Tree>
    <p:extLst>
      <p:ext uri="{BB962C8B-B14F-4D97-AF65-F5344CB8AC3E}">
        <p14:creationId xmlns:p14="http://schemas.microsoft.com/office/powerpoint/2010/main" val="2535753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00E8922F-CCB1-A40B-B426-8AB7D97028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2E253C15-A55A-1DAE-0128-186BB19D01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F7885BA-2A3D-496A-377E-1417B1134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A6C780-0657-4F9F-8064-278364C8AFEA}" type="datetimeFigureOut">
              <a:rPr lang="pt-BR" smtClean="0"/>
              <a:t>12/08/2025</a:t>
            </a:fld>
            <a:endParaRPr lang="pt-BR"/>
          </a:p>
        </p:txBody>
      </p:sp>
      <p:sp>
        <p:nvSpPr>
          <p:cNvPr id="5" name="Espaço Reservado para Rodapé 4">
            <a:extLst>
              <a:ext uri="{FF2B5EF4-FFF2-40B4-BE49-F238E27FC236}">
                <a16:creationId xmlns:a16="http://schemas.microsoft.com/office/drawing/2014/main" id="{A920022C-0F61-288F-B265-13EE63DD4C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5CB0C0B1-2514-AD2D-EFAC-3C51FCF390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8C7FC6-D704-4A59-B0AC-ADF24F0008B9}" type="slidenum">
              <a:rPr lang="pt-BR" smtClean="0"/>
              <a:t>‹nº›</a:t>
            </a:fld>
            <a:endParaRPr lang="pt-BR"/>
          </a:p>
        </p:txBody>
      </p:sp>
    </p:spTree>
    <p:extLst>
      <p:ext uri="{BB962C8B-B14F-4D97-AF65-F5344CB8AC3E}">
        <p14:creationId xmlns:p14="http://schemas.microsoft.com/office/powerpoint/2010/main" val="333230095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72" r:id="rId7"/>
    <p:sldLayoutId id="2147483655" r:id="rId8"/>
    <p:sldLayoutId id="2147483666" r:id="rId9"/>
    <p:sldLayoutId id="2147483656" r:id="rId10"/>
    <p:sldLayoutId id="2147483667" r:id="rId11"/>
    <p:sldLayoutId id="2147483657" r:id="rId12"/>
    <p:sldLayoutId id="2147483668" r:id="rId13"/>
    <p:sldLayoutId id="2147483658" r:id="rId14"/>
    <p:sldLayoutId id="2147483669" r:id="rId15"/>
    <p:sldLayoutId id="2147483659" r:id="rId16"/>
    <p:sldLayoutId id="2147483670" r:id="rId17"/>
    <p:sldLayoutId id="2147483661" r:id="rId18"/>
    <p:sldLayoutId id="2147483671" r:id="rId19"/>
    <p:sldLayoutId id="2147483662" r:id="rId20"/>
    <p:sldLayoutId id="2147483663" r:id="rId21"/>
    <p:sldLayoutId id="2147483664" r:id="rId22"/>
    <p:sldLayoutId id="2147483665" r:id="rId23"/>
    <p:sldLayoutId id="2147483660"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5.xml"/><Relationship Id="rId4" Type="http://schemas.openxmlformats.org/officeDocument/2006/relationships/image" Target="../media/image25.jpeg"/></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A631CAD1-3191-352B-0DA5-7A9A6228EA96}"/>
              </a:ext>
            </a:extLst>
          </p:cNvPr>
          <p:cNvSpPr>
            <a:spLocks noGrp="1"/>
          </p:cNvSpPr>
          <p:nvPr>
            <p:ph type="body" sz="quarter" idx="10"/>
          </p:nvPr>
        </p:nvSpPr>
        <p:spPr/>
        <p:txBody>
          <a:bodyPr/>
          <a:lstStyle/>
          <a:p>
            <a:r>
              <a:rPr lang="pt-BR" dirty="0"/>
              <a:t>Reconhecimento de Padrões</a:t>
            </a:r>
          </a:p>
          <a:p>
            <a:endParaRPr lang="pt-BR" dirty="0"/>
          </a:p>
          <a:p>
            <a:r>
              <a:rPr lang="pt-BR" dirty="0"/>
              <a:t>Aula 04</a:t>
            </a:r>
          </a:p>
        </p:txBody>
      </p:sp>
      <p:sp>
        <p:nvSpPr>
          <p:cNvPr id="5" name="Espaço Reservado para Texto 4">
            <a:extLst>
              <a:ext uri="{FF2B5EF4-FFF2-40B4-BE49-F238E27FC236}">
                <a16:creationId xmlns:a16="http://schemas.microsoft.com/office/drawing/2014/main" id="{BD6219C9-8C06-81B8-0465-2149E2E0B384}"/>
              </a:ext>
            </a:extLst>
          </p:cNvPr>
          <p:cNvSpPr>
            <a:spLocks noGrp="1"/>
          </p:cNvSpPr>
          <p:nvPr>
            <p:ph type="body" sz="quarter" idx="11"/>
          </p:nvPr>
        </p:nvSpPr>
        <p:spPr/>
        <p:txBody>
          <a:bodyPr/>
          <a:lstStyle/>
          <a:p>
            <a:r>
              <a:rPr lang="pt-BR" dirty="0"/>
              <a:t>Rodolfo </a:t>
            </a:r>
            <a:r>
              <a:rPr lang="pt-BR" dirty="0" err="1"/>
              <a:t>R.Terra</a:t>
            </a:r>
            <a:endParaRPr lang="pt-BR" dirty="0"/>
          </a:p>
        </p:txBody>
      </p:sp>
    </p:spTree>
    <p:extLst>
      <p:ext uri="{BB962C8B-B14F-4D97-AF65-F5344CB8AC3E}">
        <p14:creationId xmlns:p14="http://schemas.microsoft.com/office/powerpoint/2010/main" val="972496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Texto 7"/>
          <p:cNvSpPr>
            <a:spLocks noGrp="1"/>
          </p:cNvSpPr>
          <p:nvPr>
            <p:ph type="body" sz="quarter" idx="10"/>
          </p:nvPr>
        </p:nvSpPr>
        <p:spPr/>
        <p:txBody>
          <a:bodyPr/>
          <a:lstStyle/>
          <a:p>
            <a:r>
              <a:rPr lang="pt-BR" dirty="0"/>
              <a:t>Introdução a Ciência de Dados</a:t>
            </a:r>
          </a:p>
        </p:txBody>
      </p:sp>
      <p:sp>
        <p:nvSpPr>
          <p:cNvPr id="9" name="Espaço Reservado para Texto 8"/>
          <p:cNvSpPr>
            <a:spLocks noGrp="1"/>
          </p:cNvSpPr>
          <p:nvPr>
            <p:ph type="body" sz="quarter" idx="11"/>
          </p:nvPr>
        </p:nvSpPr>
        <p:spPr>
          <a:xfrm>
            <a:off x="393108" y="3680232"/>
            <a:ext cx="5221480" cy="2534184"/>
          </a:xfrm>
        </p:spPr>
        <p:txBody>
          <a:bodyPr>
            <a:normAutofit/>
          </a:bodyPr>
          <a:lstStyle/>
          <a:p>
            <a:pPr marL="342900" indent="-342900">
              <a:buFont typeface="Arial" panose="020B0604020202020204" pitchFamily="34" charset="0"/>
              <a:buChar char="•"/>
            </a:pPr>
            <a:r>
              <a:rPr lang="pt-BR" dirty="0"/>
              <a:t>Dados e o Mundo</a:t>
            </a:r>
          </a:p>
          <a:p>
            <a:pPr marL="342900" indent="-342900">
              <a:buFont typeface="Arial" panose="020B0604020202020204" pitchFamily="34" charset="0"/>
              <a:buChar char="•"/>
            </a:pPr>
            <a:r>
              <a:rPr lang="pt-BR" dirty="0"/>
              <a:t>Importância do contesto</a:t>
            </a:r>
          </a:p>
          <a:p>
            <a:pPr marL="342900" indent="-342900">
              <a:buFont typeface="Arial" panose="020B0604020202020204" pitchFamily="34" charset="0"/>
              <a:buChar char="•"/>
            </a:pPr>
            <a:r>
              <a:rPr lang="pt-BR" dirty="0"/>
              <a:t>Atividade Prática</a:t>
            </a:r>
          </a:p>
          <a:p>
            <a:pPr lvl="1" indent="0">
              <a:buNone/>
            </a:pPr>
            <a:endParaRPr lang="pt-BR" dirty="0"/>
          </a:p>
          <a:p>
            <a:pPr marL="1028700" lvl="1" indent="-342900"/>
            <a:endParaRPr lang="pt-BR" dirty="0"/>
          </a:p>
          <a:p>
            <a:pPr marL="342900" indent="-342900">
              <a:buFont typeface="Arial" panose="020B0604020202020204" pitchFamily="34" charset="0"/>
              <a:buChar char="•"/>
            </a:pPr>
            <a:endParaRPr lang="pt-BR" dirty="0"/>
          </a:p>
        </p:txBody>
      </p:sp>
      <p:pic>
        <p:nvPicPr>
          <p:cNvPr id="5" name="Google Shape;1062;g1e13ca80813_0_40">
            <a:extLst>
              <a:ext uri="{FF2B5EF4-FFF2-40B4-BE49-F238E27FC236}">
                <a16:creationId xmlns:a16="http://schemas.microsoft.com/office/drawing/2014/main" id="{BA89697D-4F56-461B-9FC2-B65F7E97A545}"/>
              </a:ext>
            </a:extLst>
          </p:cNvPr>
          <p:cNvPicPr preferRelativeResize="0"/>
          <p:nvPr/>
        </p:nvPicPr>
        <p:blipFill rotWithShape="1">
          <a:blip r:embed="rId3">
            <a:alphaModFix/>
          </a:blip>
          <a:srcRect l="14708" t="17238" r="46243" b="13971"/>
          <a:stretch/>
        </p:blipFill>
        <p:spPr>
          <a:xfrm>
            <a:off x="6096000" y="0"/>
            <a:ext cx="6096000" cy="6857999"/>
          </a:xfrm>
          <a:prstGeom prst="rect">
            <a:avLst/>
          </a:prstGeom>
          <a:noFill/>
          <a:ln>
            <a:noFill/>
          </a:ln>
        </p:spPr>
      </p:pic>
      <p:sp>
        <p:nvSpPr>
          <p:cNvPr id="6" name="Google Shape;1063;g1e13ca80813_0_40">
            <a:extLst>
              <a:ext uri="{FF2B5EF4-FFF2-40B4-BE49-F238E27FC236}">
                <a16:creationId xmlns:a16="http://schemas.microsoft.com/office/drawing/2014/main" id="{962D1A4D-7896-44C6-820E-967D842CC336}"/>
              </a:ext>
            </a:extLst>
          </p:cNvPr>
          <p:cNvSpPr txBox="1"/>
          <p:nvPr/>
        </p:nvSpPr>
        <p:spPr>
          <a:xfrm>
            <a:off x="6570250" y="5216966"/>
            <a:ext cx="5621750" cy="147729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just" rtl="0">
              <a:spcBef>
                <a:spcPts val="0"/>
              </a:spcBef>
              <a:spcAft>
                <a:spcPts val="0"/>
              </a:spcAft>
              <a:buNone/>
            </a:pPr>
            <a:r>
              <a:rPr lang="pt-BR" dirty="0">
                <a:solidFill>
                  <a:srgbClr val="FFFFFF"/>
                </a:solidFill>
                <a:latin typeface="Quattrocento Sans"/>
                <a:ea typeface="Quattrocento Sans"/>
                <a:cs typeface="Quattrocento Sans"/>
                <a:sym typeface="Quattrocento Sans"/>
              </a:rPr>
              <a:t>"Os dados são o novo petróleo. É valioso, mas se não refinado, você não pode realmente usar. Ele deve ser alterado para gás, plásticos, produtos químicos, etc., para criar uma entidade valiosa que dá suporte às unidades de atividade rentável; de modo que os dados devem ser discriminados e analisados para ter valor." </a:t>
            </a:r>
            <a:endParaRPr dirty="0">
              <a:solidFill>
                <a:srgbClr val="FFFFFF"/>
              </a:solidFill>
              <a:latin typeface="Quattrocento Sans"/>
              <a:ea typeface="Quattrocento Sans"/>
              <a:cs typeface="Quattrocento Sans"/>
              <a:sym typeface="Quattrocento Sans"/>
            </a:endParaRPr>
          </a:p>
          <a:p>
            <a:pPr marL="457200" lvl="0" indent="-346075" algn="just" rtl="0">
              <a:spcBef>
                <a:spcPts val="0"/>
              </a:spcBef>
              <a:spcAft>
                <a:spcPts val="0"/>
              </a:spcAft>
              <a:buClr>
                <a:srgbClr val="FFFFFF"/>
              </a:buClr>
              <a:buSzPts val="1850"/>
              <a:buFont typeface="Quattrocento Sans"/>
              <a:buChar char="-"/>
            </a:pPr>
            <a:r>
              <a:rPr lang="pt-BR" dirty="0">
                <a:solidFill>
                  <a:srgbClr val="FFFFFF"/>
                </a:solidFill>
                <a:latin typeface="Quattrocento Sans"/>
                <a:ea typeface="Quattrocento Sans"/>
                <a:cs typeface="Quattrocento Sans"/>
                <a:sym typeface="Quattrocento Sans"/>
              </a:rPr>
              <a:t>(Clive </a:t>
            </a:r>
            <a:r>
              <a:rPr lang="pt-BR" dirty="0" err="1">
                <a:solidFill>
                  <a:srgbClr val="FFFFFF"/>
                </a:solidFill>
                <a:latin typeface="Quattrocento Sans"/>
                <a:ea typeface="Quattrocento Sans"/>
                <a:cs typeface="Quattrocento Sans"/>
                <a:sym typeface="Quattrocento Sans"/>
              </a:rPr>
              <a:t>Humby</a:t>
            </a:r>
            <a:r>
              <a:rPr lang="pt-BR" dirty="0">
                <a:solidFill>
                  <a:srgbClr val="FFFFFF"/>
                </a:solidFill>
                <a:latin typeface="Quattrocento Sans"/>
                <a:ea typeface="Quattrocento Sans"/>
                <a:cs typeface="Quattrocento Sans"/>
                <a:sym typeface="Quattrocento Sans"/>
              </a:rPr>
              <a:t>)</a:t>
            </a:r>
            <a:endParaRPr sz="1600" dirty="0">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2472290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sz="quarter" idx="10"/>
          </p:nvPr>
        </p:nvSpPr>
        <p:spPr/>
        <p:txBody>
          <a:bodyPr/>
          <a:lstStyle/>
          <a:p>
            <a:r>
              <a:rPr lang="pt-BR" dirty="0"/>
              <a:t>O mundo e os dados</a:t>
            </a:r>
          </a:p>
        </p:txBody>
      </p:sp>
      <p:pic>
        <p:nvPicPr>
          <p:cNvPr id="4" name="Google Shape;1070;g1e13ca80813_0_45" descr="Resultado de imagen de facebook">
            <a:extLst>
              <a:ext uri="{FF2B5EF4-FFF2-40B4-BE49-F238E27FC236}">
                <a16:creationId xmlns:a16="http://schemas.microsoft.com/office/drawing/2014/main" id="{60C819AE-487B-4521-B0B8-23DF9DA90CA3}"/>
              </a:ext>
            </a:extLst>
          </p:cNvPr>
          <p:cNvPicPr preferRelativeResize="0"/>
          <p:nvPr/>
        </p:nvPicPr>
        <p:blipFill rotWithShape="1">
          <a:blip r:embed="rId2">
            <a:alphaModFix/>
          </a:blip>
          <a:srcRect/>
          <a:stretch/>
        </p:blipFill>
        <p:spPr>
          <a:xfrm>
            <a:off x="655399" y="2214089"/>
            <a:ext cx="1071562" cy="1071562"/>
          </a:xfrm>
          <a:prstGeom prst="rect">
            <a:avLst/>
          </a:prstGeom>
          <a:noFill/>
          <a:ln>
            <a:noFill/>
          </a:ln>
        </p:spPr>
      </p:pic>
      <p:pic>
        <p:nvPicPr>
          <p:cNvPr id="6" name="Google Shape;1073;g1e13ca80813_0_45" descr="Resultado de imagen de netflix">
            <a:extLst>
              <a:ext uri="{FF2B5EF4-FFF2-40B4-BE49-F238E27FC236}">
                <a16:creationId xmlns:a16="http://schemas.microsoft.com/office/drawing/2014/main" id="{674AA18A-EA6D-492E-ABA5-2FD7F440931D}"/>
              </a:ext>
            </a:extLst>
          </p:cNvPr>
          <p:cNvPicPr preferRelativeResize="0"/>
          <p:nvPr/>
        </p:nvPicPr>
        <p:blipFill rotWithShape="1">
          <a:blip r:embed="rId3">
            <a:alphaModFix/>
          </a:blip>
          <a:srcRect/>
          <a:stretch/>
        </p:blipFill>
        <p:spPr>
          <a:xfrm>
            <a:off x="615950" y="5079873"/>
            <a:ext cx="1177272" cy="1177272"/>
          </a:xfrm>
          <a:prstGeom prst="rect">
            <a:avLst/>
          </a:prstGeom>
          <a:noFill/>
          <a:ln>
            <a:noFill/>
          </a:ln>
        </p:spPr>
      </p:pic>
      <p:pic>
        <p:nvPicPr>
          <p:cNvPr id="7" name="Google Shape;1078;g1e13ca80813_0_45" descr="Resultado de imagen de oracle">
            <a:extLst>
              <a:ext uri="{FF2B5EF4-FFF2-40B4-BE49-F238E27FC236}">
                <a16:creationId xmlns:a16="http://schemas.microsoft.com/office/drawing/2014/main" id="{FDE167D6-A1F3-4569-88E4-CBBB9223F2E0}"/>
              </a:ext>
            </a:extLst>
          </p:cNvPr>
          <p:cNvPicPr preferRelativeResize="0"/>
          <p:nvPr/>
        </p:nvPicPr>
        <p:blipFill rotWithShape="1">
          <a:blip r:embed="rId4">
            <a:alphaModFix/>
          </a:blip>
          <a:srcRect/>
          <a:stretch/>
        </p:blipFill>
        <p:spPr>
          <a:xfrm>
            <a:off x="6035883" y="4461974"/>
            <a:ext cx="2263146" cy="1235797"/>
          </a:xfrm>
          <a:prstGeom prst="rect">
            <a:avLst/>
          </a:prstGeom>
          <a:noFill/>
          <a:ln>
            <a:noFill/>
          </a:ln>
        </p:spPr>
      </p:pic>
      <p:pic>
        <p:nvPicPr>
          <p:cNvPr id="8" name="Google Shape;1079;g1e13ca80813_0_45" descr="Resultado de imagen de ibm">
            <a:extLst>
              <a:ext uri="{FF2B5EF4-FFF2-40B4-BE49-F238E27FC236}">
                <a16:creationId xmlns:a16="http://schemas.microsoft.com/office/drawing/2014/main" id="{18E9E6A4-1F9F-4F18-A8F9-8D70FDD56D5B}"/>
              </a:ext>
            </a:extLst>
          </p:cNvPr>
          <p:cNvPicPr preferRelativeResize="0"/>
          <p:nvPr/>
        </p:nvPicPr>
        <p:blipFill rotWithShape="1">
          <a:blip r:embed="rId5">
            <a:alphaModFix/>
          </a:blip>
          <a:srcRect/>
          <a:stretch/>
        </p:blipFill>
        <p:spPr>
          <a:xfrm>
            <a:off x="6096000" y="2001971"/>
            <a:ext cx="2029069" cy="811628"/>
          </a:xfrm>
          <a:prstGeom prst="rect">
            <a:avLst/>
          </a:prstGeom>
          <a:noFill/>
          <a:ln>
            <a:noFill/>
          </a:ln>
        </p:spPr>
      </p:pic>
      <p:sp>
        <p:nvSpPr>
          <p:cNvPr id="9" name="Google Shape;1071;g1e13ca80813_0_45">
            <a:extLst>
              <a:ext uri="{FF2B5EF4-FFF2-40B4-BE49-F238E27FC236}">
                <a16:creationId xmlns:a16="http://schemas.microsoft.com/office/drawing/2014/main" id="{D5144E7D-0FD7-4AD1-BA06-2FF36A65499A}"/>
              </a:ext>
            </a:extLst>
          </p:cNvPr>
          <p:cNvSpPr txBox="1"/>
          <p:nvPr/>
        </p:nvSpPr>
        <p:spPr>
          <a:xfrm>
            <a:off x="1946291" y="2341548"/>
            <a:ext cx="3682500" cy="15696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marR="0" lvl="0" indent="-292100" algn="l" rtl="0">
              <a:spcBef>
                <a:spcPts val="0"/>
              </a:spcBef>
              <a:spcAft>
                <a:spcPts val="0"/>
              </a:spcAft>
              <a:buClr>
                <a:schemeClr val="dk1"/>
              </a:buClr>
              <a:buSzPts val="1700"/>
              <a:buFont typeface="Rajdhani"/>
              <a:buChar char="•"/>
            </a:pPr>
            <a:r>
              <a:rPr lang="pt-BR" sz="1700">
                <a:solidFill>
                  <a:schemeClr val="dk1"/>
                </a:solidFill>
                <a:latin typeface="Rajdhani"/>
                <a:ea typeface="Rajdhani"/>
                <a:cs typeface="Rajdhani"/>
                <a:sym typeface="Rajdhani"/>
              </a:rPr>
              <a:t>5 novos perfis por dia</a:t>
            </a:r>
            <a:endParaRPr sz="1500">
              <a:solidFill>
                <a:schemeClr val="dk1"/>
              </a:solidFill>
              <a:latin typeface="Rajdhani"/>
              <a:ea typeface="Rajdhani"/>
              <a:cs typeface="Rajdhani"/>
              <a:sym typeface="Rajdhani"/>
            </a:endParaRPr>
          </a:p>
          <a:p>
            <a:pPr marL="285750" marR="0" lvl="0" indent="-292100" algn="l" rtl="0">
              <a:spcBef>
                <a:spcPts val="0"/>
              </a:spcBef>
              <a:spcAft>
                <a:spcPts val="0"/>
              </a:spcAft>
              <a:buClr>
                <a:schemeClr val="dk1"/>
              </a:buClr>
              <a:buSzPts val="1700"/>
              <a:buFont typeface="Rajdhani"/>
              <a:buChar char="•"/>
            </a:pPr>
            <a:r>
              <a:rPr lang="pt-BR" sz="1700">
                <a:solidFill>
                  <a:schemeClr val="dk1"/>
                </a:solidFill>
                <a:latin typeface="Rajdhani"/>
                <a:ea typeface="Rajdhani"/>
                <a:cs typeface="Rajdhani"/>
                <a:sym typeface="Rajdhani"/>
              </a:rPr>
              <a:t>+300 milhões de fotos por dia</a:t>
            </a:r>
            <a:endParaRPr sz="1500">
              <a:solidFill>
                <a:schemeClr val="dk1"/>
              </a:solidFill>
              <a:latin typeface="Rajdhani"/>
              <a:ea typeface="Rajdhani"/>
              <a:cs typeface="Rajdhani"/>
              <a:sym typeface="Rajdhani"/>
            </a:endParaRPr>
          </a:p>
          <a:p>
            <a:pPr marL="285750" marR="0" lvl="0" indent="-292100" algn="l" rtl="0">
              <a:spcBef>
                <a:spcPts val="0"/>
              </a:spcBef>
              <a:spcAft>
                <a:spcPts val="0"/>
              </a:spcAft>
              <a:buClr>
                <a:schemeClr val="dk1"/>
              </a:buClr>
              <a:buSzPts val="1700"/>
              <a:buFont typeface="Rajdhani"/>
              <a:buChar char="•"/>
            </a:pPr>
            <a:r>
              <a:rPr lang="pt-BR" sz="1700">
                <a:solidFill>
                  <a:schemeClr val="dk1"/>
                </a:solidFill>
                <a:latin typeface="Rajdhani"/>
                <a:ea typeface="Rajdhani"/>
                <a:cs typeface="Rajdhani"/>
                <a:sym typeface="Rajdhani"/>
              </a:rPr>
              <a:t>Em 60 segundos:</a:t>
            </a:r>
            <a:endParaRPr sz="1500">
              <a:solidFill>
                <a:schemeClr val="dk1"/>
              </a:solidFill>
              <a:latin typeface="Rajdhani"/>
              <a:ea typeface="Rajdhani"/>
              <a:cs typeface="Rajdhani"/>
              <a:sym typeface="Rajdhani"/>
            </a:endParaRPr>
          </a:p>
          <a:p>
            <a:pPr marL="742950" marR="0" lvl="1" indent="-292100" algn="l" rtl="0">
              <a:spcBef>
                <a:spcPts val="0"/>
              </a:spcBef>
              <a:spcAft>
                <a:spcPts val="0"/>
              </a:spcAft>
              <a:buClr>
                <a:schemeClr val="dk1"/>
              </a:buClr>
              <a:buSzPts val="1700"/>
              <a:buFont typeface="Rajdhani"/>
              <a:buChar char="•"/>
            </a:pPr>
            <a:r>
              <a:rPr lang="pt-BR" sz="1700" i="0" u="none" strike="noStrike" cap="none">
                <a:solidFill>
                  <a:schemeClr val="dk1"/>
                </a:solidFill>
                <a:latin typeface="Rajdhani"/>
                <a:ea typeface="Rajdhani"/>
                <a:cs typeface="Rajdhani"/>
                <a:sym typeface="Rajdhani"/>
              </a:rPr>
              <a:t>510 mil comentários</a:t>
            </a:r>
            <a:endParaRPr sz="1500">
              <a:solidFill>
                <a:schemeClr val="dk1"/>
              </a:solidFill>
              <a:latin typeface="Rajdhani"/>
              <a:ea typeface="Rajdhani"/>
              <a:cs typeface="Rajdhani"/>
              <a:sym typeface="Rajdhani"/>
            </a:endParaRPr>
          </a:p>
          <a:p>
            <a:pPr marL="742950" marR="0" lvl="1" indent="-292100" algn="l" rtl="0">
              <a:spcBef>
                <a:spcPts val="0"/>
              </a:spcBef>
              <a:spcAft>
                <a:spcPts val="0"/>
              </a:spcAft>
              <a:buClr>
                <a:schemeClr val="dk1"/>
              </a:buClr>
              <a:buSzPts val="1700"/>
              <a:buFont typeface="Rajdhani"/>
              <a:buChar char="•"/>
            </a:pPr>
            <a:r>
              <a:rPr lang="pt-BR" sz="1700" i="0" u="none" strike="noStrike" cap="none">
                <a:solidFill>
                  <a:schemeClr val="dk1"/>
                </a:solidFill>
                <a:latin typeface="Rajdhani"/>
                <a:ea typeface="Rajdhani"/>
                <a:cs typeface="Rajdhani"/>
                <a:sym typeface="Rajdhani"/>
              </a:rPr>
              <a:t>293 mil atualizações de status</a:t>
            </a:r>
            <a:endParaRPr sz="1500">
              <a:solidFill>
                <a:schemeClr val="dk1"/>
              </a:solidFill>
              <a:latin typeface="Rajdhani"/>
              <a:ea typeface="Rajdhani"/>
              <a:cs typeface="Rajdhani"/>
              <a:sym typeface="Rajdhani"/>
            </a:endParaRPr>
          </a:p>
          <a:p>
            <a:pPr marL="742950" marR="0" lvl="1" indent="-292100" algn="l" rtl="0">
              <a:spcBef>
                <a:spcPts val="0"/>
              </a:spcBef>
              <a:spcAft>
                <a:spcPts val="0"/>
              </a:spcAft>
              <a:buClr>
                <a:schemeClr val="dk1"/>
              </a:buClr>
              <a:buSzPts val="1700"/>
              <a:buFont typeface="Rajdhani"/>
              <a:buChar char="•"/>
            </a:pPr>
            <a:r>
              <a:rPr lang="pt-BR" sz="1700" i="0" u="none" strike="noStrike" cap="none">
                <a:solidFill>
                  <a:schemeClr val="dk1"/>
                </a:solidFill>
                <a:latin typeface="Rajdhani"/>
                <a:ea typeface="Rajdhani"/>
                <a:cs typeface="Rajdhani"/>
                <a:sym typeface="Rajdhani"/>
              </a:rPr>
              <a:t>136 mil fotos postadas</a:t>
            </a:r>
            <a:endParaRPr sz="1500">
              <a:solidFill>
                <a:schemeClr val="dk1"/>
              </a:solidFill>
              <a:latin typeface="Rajdhani"/>
              <a:ea typeface="Rajdhani"/>
              <a:cs typeface="Rajdhani"/>
              <a:sym typeface="Rajdhani"/>
            </a:endParaRPr>
          </a:p>
        </p:txBody>
      </p:sp>
      <p:sp>
        <p:nvSpPr>
          <p:cNvPr id="10" name="Google Shape;1074;g1e13ca80813_0_45">
            <a:extLst>
              <a:ext uri="{FF2B5EF4-FFF2-40B4-BE49-F238E27FC236}">
                <a16:creationId xmlns:a16="http://schemas.microsoft.com/office/drawing/2014/main" id="{B97D67E6-1058-4064-9CC8-CD46C545DA90}"/>
              </a:ext>
            </a:extLst>
          </p:cNvPr>
          <p:cNvSpPr txBox="1"/>
          <p:nvPr/>
        </p:nvSpPr>
        <p:spPr>
          <a:xfrm>
            <a:off x="1946291" y="5341896"/>
            <a:ext cx="3520500" cy="831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marR="0" lvl="0" indent="-292100" algn="l" rtl="0">
              <a:spcBef>
                <a:spcPts val="0"/>
              </a:spcBef>
              <a:spcAft>
                <a:spcPts val="0"/>
              </a:spcAft>
              <a:buClr>
                <a:schemeClr val="dk1"/>
              </a:buClr>
              <a:buSzPts val="1700"/>
              <a:buFont typeface="Rajdhani"/>
              <a:buChar char="•"/>
            </a:pPr>
            <a:r>
              <a:rPr lang="pt-BR" sz="1700" dirty="0">
                <a:solidFill>
                  <a:schemeClr val="dk1"/>
                </a:solidFill>
                <a:latin typeface="Rajdhani"/>
                <a:ea typeface="Rajdhani"/>
                <a:cs typeface="Rajdhani"/>
                <a:sym typeface="Rajdhani"/>
              </a:rPr>
              <a:t>Utilizando Big Data, a Netflix economiza U$ 1 Bilhão em retenção de clientes</a:t>
            </a:r>
            <a:endParaRPr sz="1700" dirty="0">
              <a:solidFill>
                <a:schemeClr val="dk1"/>
              </a:solidFill>
              <a:latin typeface="Rajdhani"/>
              <a:ea typeface="Rajdhani"/>
              <a:cs typeface="Rajdhani"/>
              <a:sym typeface="Rajdhani"/>
            </a:endParaRPr>
          </a:p>
        </p:txBody>
      </p:sp>
      <p:sp>
        <p:nvSpPr>
          <p:cNvPr id="11" name="Google Shape;1076;g1e13ca80813_0_45">
            <a:extLst>
              <a:ext uri="{FF2B5EF4-FFF2-40B4-BE49-F238E27FC236}">
                <a16:creationId xmlns:a16="http://schemas.microsoft.com/office/drawing/2014/main" id="{184F0EC6-68EC-4558-9CCB-FCBF3CC42721}"/>
              </a:ext>
            </a:extLst>
          </p:cNvPr>
          <p:cNvSpPr/>
          <p:nvPr/>
        </p:nvSpPr>
        <p:spPr>
          <a:xfrm>
            <a:off x="6760309" y="5197163"/>
            <a:ext cx="3485400" cy="1077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pt-BR" sz="1700">
                <a:solidFill>
                  <a:schemeClr val="dk1"/>
                </a:solidFill>
                <a:latin typeface="Rajdhani"/>
                <a:ea typeface="Rajdhani"/>
                <a:cs typeface="Rajdhani"/>
                <a:sym typeface="Rajdhani"/>
              </a:rPr>
              <a:t>“Nos últimos 10 anos, nós (humanidade) produzimos mais informações do que em toda a nossa história”</a:t>
            </a:r>
            <a:endParaRPr sz="1700">
              <a:solidFill>
                <a:schemeClr val="dk1"/>
              </a:solidFill>
              <a:latin typeface="Rajdhani"/>
              <a:ea typeface="Rajdhani"/>
              <a:cs typeface="Rajdhani"/>
              <a:sym typeface="Rajdhani"/>
            </a:endParaRPr>
          </a:p>
        </p:txBody>
      </p:sp>
      <p:sp>
        <p:nvSpPr>
          <p:cNvPr id="12" name="Google Shape;1077;g1e13ca80813_0_45">
            <a:extLst>
              <a:ext uri="{FF2B5EF4-FFF2-40B4-BE49-F238E27FC236}">
                <a16:creationId xmlns:a16="http://schemas.microsoft.com/office/drawing/2014/main" id="{977AAD31-5AA2-4E92-91B8-86B5E10DEBCB}"/>
              </a:ext>
            </a:extLst>
          </p:cNvPr>
          <p:cNvSpPr/>
          <p:nvPr/>
        </p:nvSpPr>
        <p:spPr>
          <a:xfrm>
            <a:off x="6413000" y="3076856"/>
            <a:ext cx="3226800" cy="831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pt-BR" sz="1700" dirty="0">
                <a:solidFill>
                  <a:schemeClr val="dk1"/>
                </a:solidFill>
                <a:latin typeface="Rajdhani"/>
                <a:ea typeface="Rajdhani"/>
                <a:cs typeface="Rajdhani"/>
                <a:sym typeface="Rajdhani"/>
              </a:rPr>
              <a:t>“É possível identificar qualquer pessoa que teve ao menos um acesso a internet na vida”</a:t>
            </a:r>
            <a:endParaRPr sz="1500" dirty="0">
              <a:solidFill>
                <a:schemeClr val="dk1"/>
              </a:solidFill>
              <a:latin typeface="Rajdhani"/>
              <a:ea typeface="Rajdhani"/>
              <a:cs typeface="Rajdhani"/>
              <a:sym typeface="Rajdhani"/>
            </a:endParaRPr>
          </a:p>
        </p:txBody>
      </p:sp>
    </p:spTree>
    <p:extLst>
      <p:ext uri="{BB962C8B-B14F-4D97-AF65-F5344CB8AC3E}">
        <p14:creationId xmlns:p14="http://schemas.microsoft.com/office/powerpoint/2010/main" val="450313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ço Reservado para Texto 12"/>
          <p:cNvSpPr>
            <a:spLocks noGrp="1"/>
          </p:cNvSpPr>
          <p:nvPr>
            <p:ph type="body" sz="quarter" idx="16"/>
          </p:nvPr>
        </p:nvSpPr>
        <p:spPr/>
        <p:txBody>
          <a:bodyPr/>
          <a:lstStyle/>
          <a:p>
            <a:endParaRPr lang="pt-BR" dirty="0"/>
          </a:p>
        </p:txBody>
      </p:sp>
      <p:pic>
        <p:nvPicPr>
          <p:cNvPr id="5" name="Google Shape;1086;g1e13ca80813_0_60">
            <a:extLst>
              <a:ext uri="{FF2B5EF4-FFF2-40B4-BE49-F238E27FC236}">
                <a16:creationId xmlns:a16="http://schemas.microsoft.com/office/drawing/2014/main" id="{3711BE5B-546B-483E-A422-961F4E3B18C9}"/>
              </a:ext>
            </a:extLst>
          </p:cNvPr>
          <p:cNvPicPr preferRelativeResize="0">
            <a:picLocks noGrp="1"/>
          </p:cNvPicPr>
          <p:nvPr>
            <p:ph idx="1"/>
          </p:nvPr>
        </p:nvPicPr>
        <p:blipFill rotWithShape="1">
          <a:blip r:embed="rId2">
            <a:alphaModFix/>
          </a:blip>
          <a:srcRect l="24997" t="27767" r="28753" b="13315"/>
          <a:stretch/>
        </p:blipFill>
        <p:spPr>
          <a:xfrm>
            <a:off x="165100" y="1468107"/>
            <a:ext cx="5614587" cy="4764300"/>
          </a:xfrm>
          <a:prstGeom prst="rect">
            <a:avLst/>
          </a:prstGeom>
          <a:noFill/>
          <a:ln>
            <a:noFill/>
          </a:ln>
        </p:spPr>
      </p:pic>
      <p:sp>
        <p:nvSpPr>
          <p:cNvPr id="6" name="Google Shape;1087;g1e13ca80813_0_60">
            <a:extLst>
              <a:ext uri="{FF2B5EF4-FFF2-40B4-BE49-F238E27FC236}">
                <a16:creationId xmlns:a16="http://schemas.microsoft.com/office/drawing/2014/main" id="{B2AF7AA8-2465-4F8F-9C66-FD0911CACBB9}"/>
              </a:ext>
            </a:extLst>
          </p:cNvPr>
          <p:cNvSpPr/>
          <p:nvPr/>
        </p:nvSpPr>
        <p:spPr>
          <a:xfrm>
            <a:off x="6924300" y="1046850"/>
            <a:ext cx="4439400" cy="4764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marR="0" lvl="0" indent="-342900" algn="l" rtl="0">
              <a:spcBef>
                <a:spcPts val="0"/>
              </a:spcBef>
              <a:spcAft>
                <a:spcPts val="0"/>
              </a:spcAft>
              <a:buClr>
                <a:schemeClr val="dk1"/>
              </a:buClr>
              <a:buSzPts val="2400"/>
              <a:buFont typeface="Rajdhani"/>
              <a:buChar char="•"/>
            </a:pPr>
            <a:r>
              <a:rPr lang="pt-BR" sz="2400" dirty="0">
                <a:solidFill>
                  <a:schemeClr val="dk1"/>
                </a:solidFill>
                <a:latin typeface="Rajdhani"/>
                <a:ea typeface="Rajdhani"/>
                <a:cs typeface="Rajdhani"/>
                <a:sym typeface="Rajdhani"/>
              </a:rPr>
              <a:t>Toda nova tecnologia afeta como as pessoas interagem</a:t>
            </a:r>
            <a:endParaRPr sz="2400" dirty="0">
              <a:solidFill>
                <a:schemeClr val="dk1"/>
              </a:solidFill>
              <a:latin typeface="Rajdhani"/>
              <a:ea typeface="Rajdhani"/>
              <a:cs typeface="Rajdhani"/>
              <a:sym typeface="Rajdhani"/>
            </a:endParaRPr>
          </a:p>
          <a:p>
            <a:pPr marL="800100" marR="0" lvl="1" indent="-342900" algn="l" rtl="0">
              <a:spcBef>
                <a:spcPts val="0"/>
              </a:spcBef>
              <a:spcAft>
                <a:spcPts val="0"/>
              </a:spcAft>
              <a:buClr>
                <a:schemeClr val="dk1"/>
              </a:buClr>
              <a:buSzPts val="2400"/>
              <a:buFont typeface="Rajdhani"/>
              <a:buChar char="•"/>
            </a:pPr>
            <a:r>
              <a:rPr lang="pt-BR" sz="2400" i="0" u="none" strike="noStrike" cap="none" dirty="0" err="1">
                <a:solidFill>
                  <a:schemeClr val="dk1"/>
                </a:solidFill>
                <a:latin typeface="Rajdhani"/>
                <a:ea typeface="Rajdhani"/>
                <a:cs typeface="Rajdhani"/>
                <a:sym typeface="Rajdhani"/>
              </a:rPr>
              <a:t>Whatsapp</a:t>
            </a:r>
            <a:endParaRPr sz="2400" i="0" u="none" strike="noStrike" cap="none" dirty="0">
              <a:solidFill>
                <a:schemeClr val="dk1"/>
              </a:solidFill>
              <a:latin typeface="Rajdhani"/>
              <a:ea typeface="Rajdhani"/>
              <a:cs typeface="Rajdhani"/>
              <a:sym typeface="Rajdhani"/>
            </a:endParaRPr>
          </a:p>
          <a:p>
            <a:pPr marL="800100" marR="0" lvl="1" indent="-342900" algn="l" rtl="0">
              <a:spcBef>
                <a:spcPts val="0"/>
              </a:spcBef>
              <a:spcAft>
                <a:spcPts val="0"/>
              </a:spcAft>
              <a:buClr>
                <a:schemeClr val="dk1"/>
              </a:buClr>
              <a:buSzPts val="2400"/>
              <a:buFont typeface="Rajdhani"/>
              <a:buChar char="•"/>
            </a:pPr>
            <a:r>
              <a:rPr lang="pt-BR" sz="2400" i="0" u="none" strike="noStrike" cap="none" dirty="0">
                <a:solidFill>
                  <a:schemeClr val="dk1"/>
                </a:solidFill>
                <a:latin typeface="Rajdhani"/>
                <a:ea typeface="Rajdhani"/>
                <a:cs typeface="Rajdhani"/>
                <a:sym typeface="Rajdhani"/>
              </a:rPr>
              <a:t>Snapchat</a:t>
            </a:r>
            <a:endParaRPr sz="2400" dirty="0">
              <a:solidFill>
                <a:schemeClr val="dk1"/>
              </a:solidFill>
              <a:latin typeface="Rajdhani"/>
              <a:ea typeface="Rajdhani"/>
              <a:cs typeface="Rajdhani"/>
              <a:sym typeface="Rajdhani"/>
            </a:endParaRPr>
          </a:p>
          <a:p>
            <a:pPr marL="800100" marR="0" lvl="1" indent="-342900" algn="l" rtl="0">
              <a:spcBef>
                <a:spcPts val="0"/>
              </a:spcBef>
              <a:spcAft>
                <a:spcPts val="0"/>
              </a:spcAft>
              <a:buClr>
                <a:schemeClr val="dk1"/>
              </a:buClr>
              <a:buSzPts val="2400"/>
              <a:buFont typeface="Rajdhani"/>
              <a:buChar char="•"/>
            </a:pPr>
            <a:r>
              <a:rPr lang="pt-BR" sz="2400" i="0" u="none" strike="noStrike" cap="none" dirty="0">
                <a:solidFill>
                  <a:schemeClr val="dk1"/>
                </a:solidFill>
                <a:latin typeface="Rajdhani"/>
                <a:ea typeface="Rajdhani"/>
                <a:cs typeface="Rajdhani"/>
                <a:sym typeface="Rajdhani"/>
              </a:rPr>
              <a:t>Facebook</a:t>
            </a:r>
            <a:endParaRPr sz="2400" dirty="0">
              <a:solidFill>
                <a:schemeClr val="dk1"/>
              </a:solidFill>
              <a:latin typeface="Rajdhani"/>
              <a:ea typeface="Rajdhani"/>
              <a:cs typeface="Rajdhani"/>
              <a:sym typeface="Rajdhani"/>
            </a:endParaRPr>
          </a:p>
          <a:p>
            <a:pPr marL="800100" marR="0" lvl="1" indent="-342900" algn="l" rtl="0">
              <a:spcBef>
                <a:spcPts val="0"/>
              </a:spcBef>
              <a:spcAft>
                <a:spcPts val="0"/>
              </a:spcAft>
              <a:buClr>
                <a:schemeClr val="dk1"/>
              </a:buClr>
              <a:buSzPts val="2400"/>
              <a:buFont typeface="Rajdhani"/>
              <a:buChar char="•"/>
            </a:pPr>
            <a:r>
              <a:rPr lang="pt-BR" sz="2400" i="0" u="none" strike="noStrike" cap="none" dirty="0">
                <a:solidFill>
                  <a:schemeClr val="dk1"/>
                </a:solidFill>
                <a:latin typeface="Rajdhani"/>
                <a:ea typeface="Rajdhani"/>
                <a:cs typeface="Rajdhani"/>
                <a:sym typeface="Rajdhani"/>
              </a:rPr>
              <a:t>Câmeras de cel.</a:t>
            </a:r>
            <a:endParaRPr sz="2400" dirty="0">
              <a:solidFill>
                <a:schemeClr val="dk1"/>
              </a:solidFill>
              <a:latin typeface="Rajdhani"/>
              <a:ea typeface="Rajdhani"/>
              <a:cs typeface="Rajdhani"/>
              <a:sym typeface="Rajdhani"/>
            </a:endParaRPr>
          </a:p>
          <a:p>
            <a:pPr marL="800100" marR="0" lvl="1" indent="-190500" algn="l" rtl="0">
              <a:spcBef>
                <a:spcPts val="0"/>
              </a:spcBef>
              <a:spcAft>
                <a:spcPts val="0"/>
              </a:spcAft>
              <a:buClr>
                <a:schemeClr val="dk1"/>
              </a:buClr>
              <a:buSzPts val="2400"/>
              <a:buFont typeface="Arial"/>
              <a:buNone/>
            </a:pPr>
            <a:endParaRPr sz="2400" i="0" u="none" strike="noStrike" cap="none" dirty="0">
              <a:solidFill>
                <a:schemeClr val="dk1"/>
              </a:solidFill>
              <a:latin typeface="Rajdhani"/>
              <a:ea typeface="Rajdhani"/>
              <a:cs typeface="Rajdhani"/>
              <a:sym typeface="Rajdhani"/>
            </a:endParaRPr>
          </a:p>
          <a:p>
            <a:pPr marL="800100" marR="0" lvl="1" indent="-190500" algn="l" rtl="0">
              <a:spcBef>
                <a:spcPts val="0"/>
              </a:spcBef>
              <a:spcAft>
                <a:spcPts val="0"/>
              </a:spcAft>
              <a:buClr>
                <a:schemeClr val="dk1"/>
              </a:buClr>
              <a:buSzPts val="2400"/>
              <a:buFont typeface="Arial"/>
              <a:buNone/>
            </a:pPr>
            <a:endParaRPr sz="2400" i="0" u="none" strike="noStrike" cap="none" dirty="0">
              <a:solidFill>
                <a:schemeClr val="dk1"/>
              </a:solidFill>
              <a:latin typeface="Rajdhani"/>
              <a:ea typeface="Rajdhani"/>
              <a:cs typeface="Rajdhani"/>
              <a:sym typeface="Rajdhani"/>
            </a:endParaRPr>
          </a:p>
          <a:p>
            <a:pPr marL="342900" marR="0" lvl="0" indent="-342900" algn="l" rtl="0">
              <a:spcBef>
                <a:spcPts val="0"/>
              </a:spcBef>
              <a:spcAft>
                <a:spcPts val="0"/>
              </a:spcAft>
              <a:buClr>
                <a:schemeClr val="dk1"/>
              </a:buClr>
              <a:buSzPts val="2400"/>
              <a:buFont typeface="Rajdhani"/>
              <a:buChar char="•"/>
            </a:pPr>
            <a:r>
              <a:rPr lang="pt-BR" sz="2400" dirty="0">
                <a:solidFill>
                  <a:schemeClr val="dk1"/>
                </a:solidFill>
                <a:latin typeface="Rajdhani"/>
                <a:ea typeface="Rajdhani"/>
                <a:cs typeface="Rajdhani"/>
                <a:sym typeface="Rajdhani"/>
              </a:rPr>
              <a:t>A alta quantidade de dados disponíveis cria possibilidades de análises nunca antes vistas</a:t>
            </a:r>
            <a:endParaRPr sz="2400" dirty="0">
              <a:solidFill>
                <a:schemeClr val="dk1"/>
              </a:solidFill>
              <a:latin typeface="Rajdhani"/>
              <a:ea typeface="Rajdhani"/>
              <a:cs typeface="Rajdhani"/>
              <a:sym typeface="Rajdhani"/>
            </a:endParaRPr>
          </a:p>
        </p:txBody>
      </p:sp>
    </p:spTree>
    <p:extLst>
      <p:ext uri="{BB962C8B-B14F-4D97-AF65-F5344CB8AC3E}">
        <p14:creationId xmlns:p14="http://schemas.microsoft.com/office/powerpoint/2010/main" val="1109508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O que é Ciência de Dados?. Conheça a definição prática de Drew… | by  Eliéser de Freitas Ribeiro | Medium">
            <a:extLst>
              <a:ext uri="{FF2B5EF4-FFF2-40B4-BE49-F238E27FC236}">
                <a16:creationId xmlns:a16="http://schemas.microsoft.com/office/drawing/2014/main" id="{950E769A-7454-4E01-BB0C-67DCB9985DBA}"/>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8056" b="94028" l="23750" r="76250">
                        <a14:foregroundMark x1="24766" y1="30417" x2="23906" y2="39583"/>
                        <a14:foregroundMark x1="46719" y1="70972" x2="50156" y2="81667"/>
                        <a14:foregroundMark x1="50156" y1="81667" x2="56719" y2="83750"/>
                        <a14:foregroundMark x1="56719" y1="83750" x2="58672" y2="76389"/>
                        <a14:foregroundMark x1="52578" y1="45833" x2="51406" y2="55000"/>
                        <a14:foregroundMark x1="76016" y1="31389" x2="76328" y2="40000"/>
                        <a14:foregroundMark x1="62031" y1="9167" x2="55234" y2="10139"/>
                        <a14:foregroundMark x1="55234" y1="10139" x2="54844" y2="10417"/>
                        <a14:foregroundMark x1="41875" y1="8333" x2="35547" y2="8889"/>
                        <a14:foregroundMark x1="61016" y1="8056" x2="58047" y2="8056"/>
                        <a14:foregroundMark x1="55078" y1="37917" x2="48203" y2="38333"/>
                        <a14:foregroundMark x1="48203" y1="38333" x2="45547" y2="48472"/>
                        <a14:foregroundMark x1="45547" y1="48472" x2="51484" y2="53194"/>
                        <a14:foregroundMark x1="51484" y1="53194" x2="55547" y2="43611"/>
                        <a14:foregroundMark x1="55547" y1="43611" x2="55703" y2="40278"/>
                        <a14:foregroundMark x1="55859" y1="91111" x2="51406" y2="94028"/>
                      </a14:backgroundRemoval>
                    </a14:imgEffect>
                  </a14:imgLayer>
                </a14:imgProps>
              </a:ext>
              <a:ext uri="{28A0092B-C50C-407E-A947-70E740481C1C}">
                <a14:useLocalDpi xmlns:a14="http://schemas.microsoft.com/office/drawing/2010/main" val="0"/>
              </a:ext>
            </a:extLst>
          </a:blip>
          <a:srcRect l="19167" r="18542"/>
          <a:stretch/>
        </p:blipFill>
        <p:spPr bwMode="auto">
          <a:xfrm>
            <a:off x="5300850" y="2032000"/>
            <a:ext cx="4753657" cy="4292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Pré-visualização da imagem">
            <a:extLst>
              <a:ext uri="{FF2B5EF4-FFF2-40B4-BE49-F238E27FC236}">
                <a16:creationId xmlns:a16="http://schemas.microsoft.com/office/drawing/2014/main" id="{D670C93D-61DE-4E6A-A23B-FE6EDB38BB0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23"/>
          <a:stretch/>
        </p:blipFill>
        <p:spPr bwMode="auto">
          <a:xfrm>
            <a:off x="342899" y="1484085"/>
            <a:ext cx="5173851" cy="5145315"/>
          </a:xfrm>
          <a:prstGeom prst="rect">
            <a:avLst/>
          </a:prstGeom>
          <a:noFill/>
          <a:extLst>
            <a:ext uri="{909E8E84-426E-40DD-AFC4-6F175D3DCCD1}">
              <a14:hiddenFill xmlns:a14="http://schemas.microsoft.com/office/drawing/2010/main">
                <a:solidFill>
                  <a:srgbClr val="FFFFFF"/>
                </a:solidFill>
              </a14:hiddenFill>
            </a:ext>
          </a:extLst>
        </p:spPr>
      </p:pic>
      <p:sp>
        <p:nvSpPr>
          <p:cNvPr id="6" name="Espaço Reservado para Texto 1">
            <a:extLst>
              <a:ext uri="{FF2B5EF4-FFF2-40B4-BE49-F238E27FC236}">
                <a16:creationId xmlns:a16="http://schemas.microsoft.com/office/drawing/2014/main" id="{C186DF6F-D159-406F-BD93-B7F9CAB4EC0F}"/>
              </a:ext>
            </a:extLst>
          </p:cNvPr>
          <p:cNvSpPr txBox="1">
            <a:spLocks/>
          </p:cNvSpPr>
          <p:nvPr/>
        </p:nvSpPr>
        <p:spPr>
          <a:xfrm>
            <a:off x="615950" y="495300"/>
            <a:ext cx="8177672" cy="1846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Quais as principais Ferramentas?</a:t>
            </a:r>
          </a:p>
        </p:txBody>
      </p:sp>
    </p:spTree>
    <p:extLst>
      <p:ext uri="{BB962C8B-B14F-4D97-AF65-F5344CB8AC3E}">
        <p14:creationId xmlns:p14="http://schemas.microsoft.com/office/powerpoint/2010/main" val="115469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7E4F7FD0-2AD1-4293-935D-D65DE67BD4D7}"/>
              </a:ext>
            </a:extLst>
          </p:cNvPr>
          <p:cNvSpPr/>
          <p:nvPr/>
        </p:nvSpPr>
        <p:spPr>
          <a:xfrm>
            <a:off x="393700" y="1943100"/>
            <a:ext cx="6667500" cy="1397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Google Shape;1252;g1e13ca80813_0_2190">
            <a:extLst>
              <a:ext uri="{FF2B5EF4-FFF2-40B4-BE49-F238E27FC236}">
                <a16:creationId xmlns:a16="http://schemas.microsoft.com/office/drawing/2014/main" id="{8426728A-424D-432E-9966-87646EB28309}"/>
              </a:ext>
            </a:extLst>
          </p:cNvPr>
          <p:cNvPicPr preferRelativeResize="0"/>
          <p:nvPr/>
        </p:nvPicPr>
        <p:blipFill>
          <a:blip r:embed="rId2">
            <a:alphaModFix/>
          </a:blip>
          <a:stretch>
            <a:fillRect/>
          </a:stretch>
        </p:blipFill>
        <p:spPr>
          <a:xfrm>
            <a:off x="1671625" y="2374900"/>
            <a:ext cx="8183576" cy="4024413"/>
          </a:xfrm>
          <a:prstGeom prst="rect">
            <a:avLst/>
          </a:prstGeom>
          <a:noFill/>
          <a:ln>
            <a:noFill/>
          </a:ln>
        </p:spPr>
      </p:pic>
      <p:sp>
        <p:nvSpPr>
          <p:cNvPr id="6" name="Espaço Reservado para Texto 1">
            <a:extLst>
              <a:ext uri="{FF2B5EF4-FFF2-40B4-BE49-F238E27FC236}">
                <a16:creationId xmlns:a16="http://schemas.microsoft.com/office/drawing/2014/main" id="{5C3B2C9C-CA61-465C-BB76-C465F5E27BFA}"/>
              </a:ext>
            </a:extLst>
          </p:cNvPr>
          <p:cNvSpPr txBox="1">
            <a:spLocks/>
          </p:cNvSpPr>
          <p:nvPr/>
        </p:nvSpPr>
        <p:spPr>
          <a:xfrm>
            <a:off x="641350" y="1647740"/>
            <a:ext cx="8177672" cy="1846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Diferentes tipos de Análise</a:t>
            </a:r>
          </a:p>
        </p:txBody>
      </p:sp>
    </p:spTree>
    <p:extLst>
      <p:ext uri="{BB962C8B-B14F-4D97-AF65-F5344CB8AC3E}">
        <p14:creationId xmlns:p14="http://schemas.microsoft.com/office/powerpoint/2010/main" val="2073751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ço Reservado para Texto 19"/>
          <p:cNvSpPr>
            <a:spLocks noGrp="1"/>
          </p:cNvSpPr>
          <p:nvPr>
            <p:ph type="body" sz="quarter" idx="16"/>
          </p:nvPr>
        </p:nvSpPr>
        <p:spPr/>
        <p:txBody>
          <a:bodyPr/>
          <a:lstStyle/>
          <a:p>
            <a:endParaRPr lang="pt-BR" dirty="0"/>
          </a:p>
        </p:txBody>
      </p:sp>
      <p:pic>
        <p:nvPicPr>
          <p:cNvPr id="5" name="Google Shape;1347;g1e13ca80813_0_157" descr="Uma imagem contendo dispositivo, medidor&#10;&#10;Descrição gerada automaticamente">
            <a:extLst>
              <a:ext uri="{FF2B5EF4-FFF2-40B4-BE49-F238E27FC236}">
                <a16:creationId xmlns:a16="http://schemas.microsoft.com/office/drawing/2014/main" id="{AD7F388B-370B-4D32-9381-3B076735A438}"/>
              </a:ext>
            </a:extLst>
          </p:cNvPr>
          <p:cNvPicPr preferRelativeResize="0"/>
          <p:nvPr/>
        </p:nvPicPr>
        <p:blipFill rotWithShape="1">
          <a:blip r:embed="rId2">
            <a:alphaModFix/>
          </a:blip>
          <a:srcRect/>
          <a:stretch/>
        </p:blipFill>
        <p:spPr>
          <a:xfrm>
            <a:off x="704285" y="1825019"/>
            <a:ext cx="10783429" cy="3207962"/>
          </a:xfrm>
          <a:prstGeom prst="rect">
            <a:avLst/>
          </a:prstGeom>
          <a:noFill/>
          <a:ln>
            <a:noFill/>
          </a:ln>
        </p:spPr>
      </p:pic>
      <p:sp>
        <p:nvSpPr>
          <p:cNvPr id="3" name="Retângulo 2">
            <a:extLst>
              <a:ext uri="{FF2B5EF4-FFF2-40B4-BE49-F238E27FC236}">
                <a16:creationId xmlns:a16="http://schemas.microsoft.com/office/drawing/2014/main" id="{67ED2C1F-7AE0-4714-991D-64CDBB08B6EB}"/>
              </a:ext>
            </a:extLst>
          </p:cNvPr>
          <p:cNvSpPr/>
          <p:nvPr/>
        </p:nvSpPr>
        <p:spPr>
          <a:xfrm>
            <a:off x="704285" y="708996"/>
            <a:ext cx="2565400" cy="1985608"/>
          </a:xfrm>
          <a:prstGeom prst="rect">
            <a:avLst/>
          </a:prstGeom>
        </p:spPr>
        <p:txBody>
          <a:bodyPr wrap="square">
            <a:spAutoFit/>
          </a:bodyPr>
          <a:lstStyle/>
          <a:p>
            <a:pPr lvl="0" algn="just">
              <a:lnSpc>
                <a:spcPct val="115000"/>
              </a:lnSpc>
              <a:buClr>
                <a:srgbClr val="000000"/>
              </a:buClr>
              <a:buSzPts val="2700"/>
            </a:pPr>
            <a:r>
              <a:rPr lang="pt-BR" sz="1200" dirty="0">
                <a:solidFill>
                  <a:schemeClr val="dk1"/>
                </a:solidFill>
                <a:latin typeface="Rajdhani"/>
                <a:ea typeface="Rajdhani"/>
                <a:cs typeface="Rajdhani"/>
                <a:sym typeface="Rajdhani"/>
              </a:rPr>
              <a:t>1) Nessa etapa, os dados são importados das diversas fontes onde estão armazenados – eles podem estar em arquivos (excel, word, pdf, etc), em bancos de dados (SAP, MySql, MongoDB, etc), na web. Podem também ser processos de integração, como por exemplo Web Service e APIs.</a:t>
            </a:r>
          </a:p>
        </p:txBody>
      </p:sp>
      <p:sp>
        <p:nvSpPr>
          <p:cNvPr id="6" name="Retângulo 5">
            <a:extLst>
              <a:ext uri="{FF2B5EF4-FFF2-40B4-BE49-F238E27FC236}">
                <a16:creationId xmlns:a16="http://schemas.microsoft.com/office/drawing/2014/main" id="{6130DE52-431F-4EA3-AFB0-78590A9476DE}"/>
              </a:ext>
            </a:extLst>
          </p:cNvPr>
          <p:cNvSpPr/>
          <p:nvPr/>
        </p:nvSpPr>
        <p:spPr>
          <a:xfrm>
            <a:off x="2692400" y="4252542"/>
            <a:ext cx="2844800" cy="1560877"/>
          </a:xfrm>
          <a:prstGeom prst="rect">
            <a:avLst/>
          </a:prstGeom>
        </p:spPr>
        <p:txBody>
          <a:bodyPr wrap="square">
            <a:spAutoFit/>
          </a:bodyPr>
          <a:lstStyle/>
          <a:p>
            <a:pPr lvl="0" algn="just">
              <a:lnSpc>
                <a:spcPct val="115000"/>
              </a:lnSpc>
              <a:buClr>
                <a:srgbClr val="000000"/>
              </a:buClr>
              <a:buSzPts val="2700"/>
            </a:pPr>
            <a:r>
              <a:rPr lang="pt-BR" sz="1200" dirty="0">
                <a:solidFill>
                  <a:schemeClr val="dk1"/>
                </a:solidFill>
                <a:latin typeface="Rajdhani"/>
                <a:ea typeface="Rajdhani"/>
                <a:cs typeface="Rajdhani"/>
                <a:sym typeface="Rajdhani"/>
              </a:rPr>
              <a:t>2) Esta etapa está relacionada a ações como organizar, arrumar e limpar. É uma importante etapa que se consiste em armazenar a base de dados de forma consistente, por exemplo, com cada coluna representando uma variável e cada linha uma observação. </a:t>
            </a:r>
          </a:p>
        </p:txBody>
      </p:sp>
      <p:sp>
        <p:nvSpPr>
          <p:cNvPr id="7" name="Retângulo 6">
            <a:extLst>
              <a:ext uri="{FF2B5EF4-FFF2-40B4-BE49-F238E27FC236}">
                <a16:creationId xmlns:a16="http://schemas.microsoft.com/office/drawing/2014/main" id="{F3840EAD-23B8-4884-A986-31225DE803D8}"/>
              </a:ext>
            </a:extLst>
          </p:cNvPr>
          <p:cNvSpPr/>
          <p:nvPr/>
        </p:nvSpPr>
        <p:spPr>
          <a:xfrm>
            <a:off x="6077517" y="654049"/>
            <a:ext cx="2844800" cy="1348511"/>
          </a:xfrm>
          <a:prstGeom prst="rect">
            <a:avLst/>
          </a:prstGeom>
        </p:spPr>
        <p:txBody>
          <a:bodyPr wrap="square">
            <a:spAutoFit/>
          </a:bodyPr>
          <a:lstStyle/>
          <a:p>
            <a:pPr lvl="0" algn="just">
              <a:lnSpc>
                <a:spcPct val="115000"/>
              </a:lnSpc>
              <a:buClr>
                <a:srgbClr val="000000"/>
              </a:buClr>
              <a:buSzPts val="2700"/>
            </a:pPr>
            <a:r>
              <a:rPr lang="pt-BR" sz="1200" dirty="0">
                <a:solidFill>
                  <a:schemeClr val="dk1"/>
                </a:solidFill>
                <a:latin typeface="Rajdhani"/>
                <a:ea typeface="Rajdhani"/>
                <a:cs typeface="Rajdhani"/>
                <a:sym typeface="Rajdhani"/>
              </a:rPr>
              <a:t>3) Pode ser a criação de novas variáveis a partir das variáveis já existentes no banco de dados, através de agrupamentos por exemplo, ou o cálculo de um conjunto de estatísticas descritivas como frequências e médias.</a:t>
            </a:r>
          </a:p>
        </p:txBody>
      </p:sp>
      <p:sp>
        <p:nvSpPr>
          <p:cNvPr id="8" name="Retângulo 7">
            <a:extLst>
              <a:ext uri="{FF2B5EF4-FFF2-40B4-BE49-F238E27FC236}">
                <a16:creationId xmlns:a16="http://schemas.microsoft.com/office/drawing/2014/main" id="{B19C16D5-D9BB-476A-8636-EDFCC8C245E3}"/>
              </a:ext>
            </a:extLst>
          </p:cNvPr>
          <p:cNvSpPr/>
          <p:nvPr/>
        </p:nvSpPr>
        <p:spPr>
          <a:xfrm>
            <a:off x="8740093" y="4464908"/>
            <a:ext cx="2747621" cy="1348511"/>
          </a:xfrm>
          <a:prstGeom prst="rect">
            <a:avLst/>
          </a:prstGeom>
        </p:spPr>
        <p:txBody>
          <a:bodyPr wrap="square">
            <a:spAutoFit/>
          </a:bodyPr>
          <a:lstStyle/>
          <a:p>
            <a:pPr lvl="0" algn="just">
              <a:lnSpc>
                <a:spcPct val="115000"/>
              </a:lnSpc>
              <a:buClr>
                <a:srgbClr val="000000"/>
              </a:buClr>
              <a:buSzPts val="2700"/>
            </a:pPr>
            <a:r>
              <a:rPr lang="pt-BR" sz="1200" dirty="0">
                <a:solidFill>
                  <a:schemeClr val="dk1"/>
                </a:solidFill>
                <a:latin typeface="Rajdhani"/>
                <a:ea typeface="Rajdhani"/>
                <a:cs typeface="Rajdhani"/>
                <a:sym typeface="Rajdhani"/>
              </a:rPr>
              <a:t>4) O último passo é a comunicação. Não basta  todas as etapas anteriores serem executadas com extremo cuidado sem uma comunicação eficiente com a sua audiência.</a:t>
            </a:r>
          </a:p>
        </p:txBody>
      </p:sp>
    </p:spTree>
    <p:extLst>
      <p:ext uri="{BB962C8B-B14F-4D97-AF65-F5344CB8AC3E}">
        <p14:creationId xmlns:p14="http://schemas.microsoft.com/office/powerpoint/2010/main" val="1171418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081C3001-F129-4D46-8075-70F2D4FCCB93}"/>
              </a:ext>
            </a:extLst>
          </p:cNvPr>
          <p:cNvSpPr>
            <a:spLocks noGrp="1"/>
          </p:cNvSpPr>
          <p:nvPr>
            <p:ph type="body" sz="quarter" idx="16"/>
          </p:nvPr>
        </p:nvSpPr>
        <p:spPr/>
        <p:txBody>
          <a:bodyPr/>
          <a:lstStyle/>
          <a:p>
            <a:endParaRPr lang="pt-BR"/>
          </a:p>
        </p:txBody>
      </p:sp>
      <p:pic>
        <p:nvPicPr>
          <p:cNvPr id="4" name="Google Shape;1660;g1e13ca80813_0_2263">
            <a:extLst>
              <a:ext uri="{FF2B5EF4-FFF2-40B4-BE49-F238E27FC236}">
                <a16:creationId xmlns:a16="http://schemas.microsoft.com/office/drawing/2014/main" id="{A7946A7F-C83F-4EEF-B217-A5BFE4526215}"/>
              </a:ext>
            </a:extLst>
          </p:cNvPr>
          <p:cNvPicPr preferRelativeResize="0">
            <a:picLocks noGrp="1"/>
          </p:cNvPicPr>
          <p:nvPr>
            <p:ph type="pic" sz="quarter" idx="10"/>
          </p:nvPr>
        </p:nvPicPr>
        <p:blipFill>
          <a:blip r:embed="rId2">
            <a:alphaModFix/>
          </a:blip>
          <a:srcRect t="2305" b="2305"/>
          <a:stretch>
            <a:fillRect/>
          </a:stretch>
        </p:blipFill>
        <p:spPr>
          <a:prstGeom prst="rect">
            <a:avLst/>
          </a:prstGeom>
          <a:noFill/>
          <a:ln>
            <a:noFill/>
          </a:ln>
        </p:spPr>
      </p:pic>
    </p:spTree>
    <p:extLst>
      <p:ext uri="{BB962C8B-B14F-4D97-AF65-F5344CB8AC3E}">
        <p14:creationId xmlns:p14="http://schemas.microsoft.com/office/powerpoint/2010/main" val="487125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ço Reservado para Texto 33"/>
          <p:cNvSpPr>
            <a:spLocks noGrp="1"/>
          </p:cNvSpPr>
          <p:nvPr>
            <p:ph type="body" sz="quarter" idx="14"/>
          </p:nvPr>
        </p:nvSpPr>
        <p:spPr/>
        <p:txBody>
          <a:bodyPr/>
          <a:lstStyle/>
          <a:p>
            <a:r>
              <a:rPr lang="pt-BR" dirty="0"/>
              <a:t>Como evitar que os aviões fossem abatidos</a:t>
            </a:r>
          </a:p>
        </p:txBody>
      </p:sp>
      <p:sp>
        <p:nvSpPr>
          <p:cNvPr id="35" name="Espaço Reservado para Texto 34"/>
          <p:cNvSpPr>
            <a:spLocks noGrp="1"/>
          </p:cNvSpPr>
          <p:nvPr>
            <p:ph type="body" sz="quarter" idx="16"/>
          </p:nvPr>
        </p:nvSpPr>
        <p:spPr/>
        <p:txBody>
          <a:bodyPr/>
          <a:lstStyle/>
          <a:p>
            <a:endParaRPr lang="pt-BR" dirty="0"/>
          </a:p>
        </p:txBody>
      </p:sp>
      <p:sp>
        <p:nvSpPr>
          <p:cNvPr id="36" name="Espaço Reservado para Texto 35"/>
          <p:cNvSpPr>
            <a:spLocks noGrp="1"/>
          </p:cNvSpPr>
          <p:nvPr>
            <p:ph type="body" sz="quarter" idx="17"/>
          </p:nvPr>
        </p:nvSpPr>
        <p:spPr/>
        <p:txBody>
          <a:bodyPr/>
          <a:lstStyle/>
          <a:p>
            <a:endParaRPr lang="pt-BR" dirty="0"/>
          </a:p>
        </p:txBody>
      </p:sp>
      <p:sp>
        <p:nvSpPr>
          <p:cNvPr id="3" name="Espaço Reservado para Conteúdo 2"/>
          <p:cNvSpPr>
            <a:spLocks noGrp="1"/>
          </p:cNvSpPr>
          <p:nvPr>
            <p:ph idx="1"/>
          </p:nvPr>
        </p:nvSpPr>
        <p:spPr>
          <a:xfrm>
            <a:off x="6368902" y="1302356"/>
            <a:ext cx="5380075" cy="5087812"/>
          </a:xfrm>
        </p:spPr>
        <p:txBody>
          <a:bodyPr/>
          <a:lstStyle/>
          <a:p>
            <a:pPr lvl="0" algn="l">
              <a:lnSpc>
                <a:spcPct val="100000"/>
              </a:lnSpc>
              <a:spcBef>
                <a:spcPts val="0"/>
              </a:spcBef>
              <a:buClr>
                <a:srgbClr val="000000"/>
              </a:buClr>
              <a:buSzPts val="3200"/>
            </a:pPr>
            <a:r>
              <a:rPr lang="pt-BR" dirty="0">
                <a:latin typeface="Rajdhani"/>
                <a:ea typeface="Rajdhani"/>
                <a:cs typeface="Rajdhani"/>
                <a:sym typeface="Rajdhani"/>
              </a:rPr>
              <a:t>Desafio da 2ª </a:t>
            </a:r>
            <a:r>
              <a:rPr lang="pt-BR" dirty="0" err="1">
                <a:latin typeface="Rajdhani"/>
                <a:ea typeface="Rajdhani"/>
                <a:cs typeface="Rajdhani"/>
                <a:sym typeface="Rajdhani"/>
              </a:rPr>
              <a:t>Gerra</a:t>
            </a:r>
            <a:r>
              <a:rPr lang="pt-BR" dirty="0">
                <a:latin typeface="Rajdhani"/>
                <a:ea typeface="Rajdhani"/>
                <a:cs typeface="Rajdhani"/>
                <a:sym typeface="Rajdhani"/>
              </a:rPr>
              <a:t> </a:t>
            </a:r>
          </a:p>
          <a:p>
            <a:pPr lvl="0" algn="l">
              <a:lnSpc>
                <a:spcPct val="100000"/>
              </a:lnSpc>
              <a:spcBef>
                <a:spcPts val="0"/>
              </a:spcBef>
              <a:buClr>
                <a:srgbClr val="000000"/>
              </a:buClr>
              <a:buSzPts val="3200"/>
            </a:pPr>
            <a:r>
              <a:rPr lang="pt-BR" dirty="0">
                <a:latin typeface="Rajdhani"/>
                <a:ea typeface="Rajdhani"/>
                <a:cs typeface="Rajdhani"/>
                <a:sym typeface="Rajdhani"/>
              </a:rPr>
              <a:t>pelo exercito EUA</a:t>
            </a:r>
          </a:p>
          <a:p>
            <a:endParaRPr lang="pt-BR" dirty="0"/>
          </a:p>
        </p:txBody>
      </p:sp>
      <p:pic>
        <p:nvPicPr>
          <p:cNvPr id="8" name="Google Shape;1671;g1e13ca80813_0_2227">
            <a:extLst>
              <a:ext uri="{FF2B5EF4-FFF2-40B4-BE49-F238E27FC236}">
                <a16:creationId xmlns:a16="http://schemas.microsoft.com/office/drawing/2014/main" id="{A1A047EC-F844-4B6A-BF4D-34F9475E493C}"/>
              </a:ext>
            </a:extLst>
          </p:cNvPr>
          <p:cNvPicPr preferRelativeResize="0"/>
          <p:nvPr/>
        </p:nvPicPr>
        <p:blipFill>
          <a:blip r:embed="rId2">
            <a:alphaModFix/>
          </a:blip>
          <a:stretch>
            <a:fillRect/>
          </a:stretch>
        </p:blipFill>
        <p:spPr>
          <a:xfrm>
            <a:off x="443023" y="1581016"/>
            <a:ext cx="5214575" cy="4481576"/>
          </a:xfrm>
          <a:prstGeom prst="rect">
            <a:avLst/>
          </a:prstGeom>
          <a:noFill/>
          <a:ln>
            <a:noFill/>
          </a:ln>
        </p:spPr>
      </p:pic>
      <p:sp>
        <p:nvSpPr>
          <p:cNvPr id="9" name="Google Shape;1672;g1e13ca80813_0_2227">
            <a:extLst>
              <a:ext uri="{FF2B5EF4-FFF2-40B4-BE49-F238E27FC236}">
                <a16:creationId xmlns:a16="http://schemas.microsoft.com/office/drawing/2014/main" id="{4A0F6A0C-0894-459F-9522-B7F9AF4B66AA}"/>
              </a:ext>
            </a:extLst>
          </p:cNvPr>
          <p:cNvSpPr txBox="1"/>
          <p:nvPr/>
        </p:nvSpPr>
        <p:spPr>
          <a:xfrm>
            <a:off x="6506822" y="2304300"/>
            <a:ext cx="5487900" cy="33085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lnSpc>
                <a:spcPct val="150000"/>
              </a:lnSpc>
              <a:spcBef>
                <a:spcPts val="0"/>
              </a:spcBef>
              <a:spcAft>
                <a:spcPts val="0"/>
              </a:spcAft>
              <a:buNone/>
            </a:pPr>
            <a:r>
              <a:rPr lang="pt-BR" sz="1800" dirty="0">
                <a:latin typeface="Montserrat"/>
                <a:ea typeface="Montserrat"/>
                <a:cs typeface="Montserrat"/>
                <a:sym typeface="Montserrat"/>
              </a:rPr>
              <a:t>a)reforçar a proteção das áreas marcadas</a:t>
            </a:r>
          </a:p>
          <a:p>
            <a:pPr marL="0" lvl="0" indent="0" algn="l" rtl="0">
              <a:lnSpc>
                <a:spcPct val="150000"/>
              </a:lnSpc>
              <a:spcBef>
                <a:spcPts val="0"/>
              </a:spcBef>
              <a:spcAft>
                <a:spcPts val="0"/>
              </a:spcAft>
              <a:buNone/>
            </a:pPr>
            <a:endParaRPr sz="1800" dirty="0">
              <a:latin typeface="Montserrat"/>
              <a:ea typeface="Montserrat"/>
              <a:cs typeface="Montserrat"/>
              <a:sym typeface="Montserrat"/>
            </a:endParaRPr>
          </a:p>
          <a:p>
            <a:pPr marL="0" lvl="0" indent="0" algn="l" rtl="0">
              <a:lnSpc>
                <a:spcPct val="150000"/>
              </a:lnSpc>
              <a:spcBef>
                <a:spcPts val="0"/>
              </a:spcBef>
              <a:spcAft>
                <a:spcPts val="0"/>
              </a:spcAft>
              <a:buNone/>
            </a:pPr>
            <a:r>
              <a:rPr lang="pt-BR" sz="1800" dirty="0">
                <a:latin typeface="Montserrat"/>
                <a:ea typeface="Montserrat"/>
                <a:cs typeface="Montserrat"/>
                <a:sym typeface="Montserrat"/>
              </a:rPr>
              <a:t>b)proteger áreas não atingidas</a:t>
            </a:r>
          </a:p>
          <a:p>
            <a:pPr marL="0" lvl="0" indent="0" algn="l" rtl="0">
              <a:lnSpc>
                <a:spcPct val="150000"/>
              </a:lnSpc>
              <a:spcBef>
                <a:spcPts val="0"/>
              </a:spcBef>
              <a:spcAft>
                <a:spcPts val="0"/>
              </a:spcAft>
              <a:buNone/>
            </a:pPr>
            <a:endParaRPr sz="1800" dirty="0">
              <a:latin typeface="Montserrat"/>
              <a:ea typeface="Montserrat"/>
              <a:cs typeface="Montserrat"/>
              <a:sym typeface="Montserrat"/>
            </a:endParaRPr>
          </a:p>
          <a:p>
            <a:pPr marL="0" lvl="0" indent="0" algn="l" rtl="0">
              <a:lnSpc>
                <a:spcPct val="150000"/>
              </a:lnSpc>
              <a:spcBef>
                <a:spcPts val="0"/>
              </a:spcBef>
              <a:spcAft>
                <a:spcPts val="0"/>
              </a:spcAft>
              <a:buNone/>
            </a:pPr>
            <a:r>
              <a:rPr lang="pt-BR" sz="1800" dirty="0">
                <a:latin typeface="Montserrat"/>
                <a:ea typeface="Montserrat"/>
                <a:cs typeface="Montserrat"/>
                <a:sym typeface="Montserrat"/>
              </a:rPr>
              <a:t>c)alterar layout das aeronaves diminuindo o alvo</a:t>
            </a:r>
          </a:p>
          <a:p>
            <a:pPr marL="0" lvl="0" indent="0" algn="l" rtl="0">
              <a:lnSpc>
                <a:spcPct val="150000"/>
              </a:lnSpc>
              <a:spcBef>
                <a:spcPts val="0"/>
              </a:spcBef>
              <a:spcAft>
                <a:spcPts val="0"/>
              </a:spcAft>
              <a:buNone/>
            </a:pPr>
            <a:endParaRPr sz="1800" dirty="0">
              <a:latin typeface="Montserrat"/>
              <a:ea typeface="Montserrat"/>
              <a:cs typeface="Montserrat"/>
              <a:sym typeface="Montserrat"/>
            </a:endParaRPr>
          </a:p>
          <a:p>
            <a:pPr marL="0" lvl="0" indent="0" algn="l" rtl="0">
              <a:lnSpc>
                <a:spcPct val="150000"/>
              </a:lnSpc>
              <a:spcBef>
                <a:spcPts val="0"/>
              </a:spcBef>
              <a:spcAft>
                <a:spcPts val="0"/>
              </a:spcAft>
              <a:buNone/>
            </a:pPr>
            <a:r>
              <a:rPr lang="pt-BR" sz="1800" dirty="0">
                <a:latin typeface="Montserrat"/>
                <a:ea typeface="Montserrat"/>
                <a:cs typeface="Montserrat"/>
                <a:sym typeface="Montserrat"/>
              </a:rPr>
              <a:t>d)reforçar uma ou duas áreas mais atingidas</a:t>
            </a:r>
            <a:endParaRPr sz="1800" dirty="0">
              <a:latin typeface="Montserrat"/>
              <a:ea typeface="Montserrat"/>
              <a:cs typeface="Montserrat"/>
              <a:sym typeface="Montserrat"/>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773077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081C3001-F129-4D46-8075-70F2D4FCCB93}"/>
              </a:ext>
            </a:extLst>
          </p:cNvPr>
          <p:cNvSpPr>
            <a:spLocks noGrp="1"/>
          </p:cNvSpPr>
          <p:nvPr>
            <p:ph type="body" sz="quarter" idx="16"/>
          </p:nvPr>
        </p:nvSpPr>
        <p:spPr/>
        <p:txBody>
          <a:bodyPr/>
          <a:lstStyle/>
          <a:p>
            <a:endParaRPr lang="pt-BR"/>
          </a:p>
        </p:txBody>
      </p:sp>
      <p:pic>
        <p:nvPicPr>
          <p:cNvPr id="6" name="Google Shape;1678;g1e13ca80813_0_2218">
            <a:extLst>
              <a:ext uri="{FF2B5EF4-FFF2-40B4-BE49-F238E27FC236}">
                <a16:creationId xmlns:a16="http://schemas.microsoft.com/office/drawing/2014/main" id="{D522083E-CF56-43B0-923E-07DD16127E5D}"/>
              </a:ext>
            </a:extLst>
          </p:cNvPr>
          <p:cNvPicPr preferRelativeResize="0">
            <a:picLocks noGrp="1"/>
          </p:cNvPicPr>
          <p:nvPr>
            <p:ph type="pic" sz="quarter" idx="10"/>
          </p:nvPr>
        </p:nvPicPr>
        <p:blipFill>
          <a:blip r:embed="rId2">
            <a:alphaModFix/>
            <a:duotone>
              <a:prstClr val="black"/>
              <a:schemeClr val="accent2">
                <a:tint val="45000"/>
                <a:satMod val="400000"/>
              </a:schemeClr>
            </a:duotone>
          </a:blip>
          <a:srcRect t="2215" b="2215"/>
          <a:stretch>
            <a:fillRect/>
          </a:stretch>
        </p:blipFill>
        <p:spPr>
          <a:xfrm>
            <a:off x="344259" y="342900"/>
            <a:ext cx="11503480" cy="6172200"/>
          </a:xfrm>
          <a:prstGeom prst="rect">
            <a:avLst/>
          </a:prstGeom>
          <a:noFill/>
          <a:ln>
            <a:noFill/>
          </a:ln>
        </p:spPr>
      </p:pic>
      <p:sp>
        <p:nvSpPr>
          <p:cNvPr id="7" name="Espaço Reservado para Conteúdo 2">
            <a:extLst>
              <a:ext uri="{FF2B5EF4-FFF2-40B4-BE49-F238E27FC236}">
                <a16:creationId xmlns:a16="http://schemas.microsoft.com/office/drawing/2014/main" id="{8D5287BA-58A8-4AD9-A58D-9B37CA5E586E}"/>
              </a:ext>
            </a:extLst>
          </p:cNvPr>
          <p:cNvSpPr txBox="1">
            <a:spLocks/>
          </p:cNvSpPr>
          <p:nvPr/>
        </p:nvSpPr>
        <p:spPr>
          <a:xfrm>
            <a:off x="2127102" y="474788"/>
            <a:ext cx="5380075" cy="50878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Clr>
                <a:srgbClr val="000000"/>
              </a:buClr>
              <a:buSzPts val="3200"/>
              <a:buNone/>
            </a:pPr>
            <a:r>
              <a:rPr lang="pt-BR" dirty="0">
                <a:solidFill>
                  <a:schemeClr val="accent5">
                    <a:lumMod val="50000"/>
                  </a:schemeClr>
                </a:solidFill>
                <a:latin typeface="Rajdhani"/>
                <a:ea typeface="Rajdhani"/>
                <a:cs typeface="Rajdhani"/>
                <a:sym typeface="Rajdhani"/>
              </a:rPr>
              <a:t>Desafio da 2ª </a:t>
            </a:r>
            <a:r>
              <a:rPr lang="pt-BR" dirty="0" err="1">
                <a:solidFill>
                  <a:schemeClr val="accent5">
                    <a:lumMod val="50000"/>
                  </a:schemeClr>
                </a:solidFill>
                <a:latin typeface="Rajdhani"/>
                <a:ea typeface="Rajdhani"/>
                <a:cs typeface="Rajdhani"/>
                <a:sym typeface="Rajdhani"/>
              </a:rPr>
              <a:t>Gerra</a:t>
            </a:r>
            <a:r>
              <a:rPr lang="pt-BR" dirty="0">
                <a:solidFill>
                  <a:schemeClr val="accent5">
                    <a:lumMod val="50000"/>
                  </a:schemeClr>
                </a:solidFill>
                <a:latin typeface="Rajdhani"/>
                <a:ea typeface="Rajdhani"/>
                <a:cs typeface="Rajdhani"/>
                <a:sym typeface="Rajdhani"/>
              </a:rPr>
              <a:t> </a:t>
            </a:r>
          </a:p>
          <a:p>
            <a:pPr marL="0" indent="0">
              <a:lnSpc>
                <a:spcPct val="100000"/>
              </a:lnSpc>
              <a:spcBef>
                <a:spcPts val="0"/>
              </a:spcBef>
              <a:buClr>
                <a:srgbClr val="000000"/>
              </a:buClr>
              <a:buSzPts val="3200"/>
              <a:buNone/>
            </a:pPr>
            <a:r>
              <a:rPr lang="pt-BR" dirty="0">
                <a:solidFill>
                  <a:schemeClr val="accent5">
                    <a:lumMod val="50000"/>
                  </a:schemeClr>
                </a:solidFill>
                <a:latin typeface="Rajdhani"/>
                <a:ea typeface="Rajdhani"/>
                <a:cs typeface="Rajdhani"/>
                <a:sym typeface="Rajdhani"/>
              </a:rPr>
              <a:t>pelo exercito EUA</a:t>
            </a:r>
          </a:p>
          <a:p>
            <a:endParaRPr lang="pt-BR" dirty="0"/>
          </a:p>
        </p:txBody>
      </p:sp>
      <p:sp>
        <p:nvSpPr>
          <p:cNvPr id="8" name="Google Shape;1672;g1e13ca80813_0_2227">
            <a:extLst>
              <a:ext uri="{FF2B5EF4-FFF2-40B4-BE49-F238E27FC236}">
                <a16:creationId xmlns:a16="http://schemas.microsoft.com/office/drawing/2014/main" id="{0D3A24FE-B5EF-4563-B707-C144E4AB307A}"/>
              </a:ext>
            </a:extLst>
          </p:cNvPr>
          <p:cNvSpPr txBox="1"/>
          <p:nvPr/>
        </p:nvSpPr>
        <p:spPr>
          <a:xfrm>
            <a:off x="5122522" y="1041400"/>
            <a:ext cx="5487900" cy="1477297"/>
          </a:xfrm>
          <a:prstGeom prst="rect">
            <a:avLst/>
          </a:prstGeom>
          <a:noFill/>
          <a:ln>
            <a:noFill/>
          </a:ln>
          <a:effectLst>
            <a:glow rad="228600">
              <a:schemeClr val="accent3">
                <a:satMod val="175000"/>
                <a:alpha val="40000"/>
              </a:schemeClr>
            </a:glow>
          </a:effectLst>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lnSpc>
                <a:spcPct val="150000"/>
              </a:lnSpc>
              <a:spcBef>
                <a:spcPts val="0"/>
              </a:spcBef>
              <a:spcAft>
                <a:spcPts val="0"/>
              </a:spcAft>
              <a:buNone/>
            </a:pPr>
            <a:r>
              <a:rPr lang="pt-BR" sz="2800" dirty="0">
                <a:solidFill>
                  <a:schemeClr val="bg1"/>
                </a:solidFill>
                <a:effectLst>
                  <a:outerShdw blurRad="38100" dist="38100" dir="2700000" algn="tl">
                    <a:srgbClr val="000000">
                      <a:alpha val="43137"/>
                    </a:srgbClr>
                  </a:outerShdw>
                </a:effectLst>
                <a:latin typeface="Montserrat"/>
                <a:ea typeface="Montserrat"/>
                <a:cs typeface="Montserrat"/>
                <a:sym typeface="Montserrat"/>
              </a:rPr>
              <a:t>a)reforçar a proteção das áreas marcadas</a:t>
            </a:r>
            <a:endParaRPr dirty="0"/>
          </a:p>
        </p:txBody>
      </p:sp>
      <p:sp>
        <p:nvSpPr>
          <p:cNvPr id="9" name="Retângulo 8">
            <a:extLst>
              <a:ext uri="{FF2B5EF4-FFF2-40B4-BE49-F238E27FC236}">
                <a16:creationId xmlns:a16="http://schemas.microsoft.com/office/drawing/2014/main" id="{F6EED1D6-6D82-4DA7-85FD-DD53F576F04D}"/>
              </a:ext>
            </a:extLst>
          </p:cNvPr>
          <p:cNvSpPr/>
          <p:nvPr/>
        </p:nvSpPr>
        <p:spPr>
          <a:xfrm>
            <a:off x="711200" y="3359385"/>
            <a:ext cx="6096000" cy="671851"/>
          </a:xfrm>
          <a:prstGeom prst="rect">
            <a:avLst/>
          </a:prstGeom>
        </p:spPr>
        <p:txBody>
          <a:bodyPr>
            <a:spAutoFit/>
          </a:bodyPr>
          <a:lstStyle/>
          <a:p>
            <a:pPr lvl="0">
              <a:lnSpc>
                <a:spcPct val="150000"/>
              </a:lnSpc>
            </a:pPr>
            <a:r>
              <a:rPr lang="pt-BR" sz="2800" dirty="0">
                <a:solidFill>
                  <a:schemeClr val="bg1"/>
                </a:solidFill>
                <a:effectLst>
                  <a:outerShdw blurRad="38100" dist="38100" dir="2700000" algn="tl">
                    <a:srgbClr val="000000">
                      <a:alpha val="43137"/>
                    </a:srgbClr>
                  </a:outerShdw>
                </a:effectLst>
                <a:latin typeface="Montserrat"/>
                <a:ea typeface="Montserrat"/>
                <a:cs typeface="Montserrat"/>
                <a:sym typeface="Montserrat"/>
              </a:rPr>
              <a:t>b)proteger áreas não atingidas</a:t>
            </a:r>
            <a:endParaRPr lang="pt-BR" dirty="0">
              <a:latin typeface="Montserrat"/>
              <a:ea typeface="Montserrat"/>
              <a:cs typeface="Montserrat"/>
              <a:sym typeface="Montserrat"/>
            </a:endParaRPr>
          </a:p>
        </p:txBody>
      </p:sp>
      <p:sp>
        <p:nvSpPr>
          <p:cNvPr id="10" name="Retângulo 9">
            <a:extLst>
              <a:ext uri="{FF2B5EF4-FFF2-40B4-BE49-F238E27FC236}">
                <a16:creationId xmlns:a16="http://schemas.microsoft.com/office/drawing/2014/main" id="{D9092C66-E9F3-4D8B-9816-6FE114680289}"/>
              </a:ext>
            </a:extLst>
          </p:cNvPr>
          <p:cNvSpPr/>
          <p:nvPr/>
        </p:nvSpPr>
        <p:spPr>
          <a:xfrm>
            <a:off x="2144645" y="4456244"/>
            <a:ext cx="7562422" cy="671851"/>
          </a:xfrm>
          <a:prstGeom prst="rect">
            <a:avLst/>
          </a:prstGeom>
        </p:spPr>
        <p:txBody>
          <a:bodyPr wrap="square">
            <a:spAutoFit/>
          </a:bodyPr>
          <a:lstStyle/>
          <a:p>
            <a:pPr lvl="0">
              <a:lnSpc>
                <a:spcPct val="150000"/>
              </a:lnSpc>
            </a:pPr>
            <a:r>
              <a:rPr lang="pt-BR" sz="2800">
                <a:solidFill>
                  <a:schemeClr val="bg1"/>
                </a:solidFill>
                <a:effectLst>
                  <a:outerShdw blurRad="38100" dist="38100" dir="2700000" algn="tl">
                    <a:srgbClr val="000000">
                      <a:alpha val="43137"/>
                    </a:srgbClr>
                  </a:outerShdw>
                </a:effectLst>
                <a:latin typeface="Montserrat"/>
                <a:ea typeface="Montserrat"/>
                <a:cs typeface="Montserrat"/>
                <a:sym typeface="Montserrat"/>
              </a:rPr>
              <a:t>c)alterar layout das aeronaves diminuindo o alvo</a:t>
            </a:r>
            <a:endParaRPr lang="pt-BR" sz="2800" dirty="0">
              <a:solidFill>
                <a:schemeClr val="bg1"/>
              </a:solidFill>
              <a:effectLst>
                <a:outerShdw blurRad="38100" dist="38100" dir="2700000" algn="tl">
                  <a:srgbClr val="000000">
                    <a:alpha val="43137"/>
                  </a:srgbClr>
                </a:outerShdw>
              </a:effectLst>
              <a:latin typeface="Montserrat"/>
              <a:ea typeface="Montserrat"/>
              <a:cs typeface="Montserrat"/>
              <a:sym typeface="Montserrat"/>
            </a:endParaRPr>
          </a:p>
        </p:txBody>
      </p:sp>
      <p:sp>
        <p:nvSpPr>
          <p:cNvPr id="11" name="Retângulo 10">
            <a:extLst>
              <a:ext uri="{FF2B5EF4-FFF2-40B4-BE49-F238E27FC236}">
                <a16:creationId xmlns:a16="http://schemas.microsoft.com/office/drawing/2014/main" id="{6F0001D7-9F11-4A81-8D04-F017317893B8}"/>
              </a:ext>
            </a:extLst>
          </p:cNvPr>
          <p:cNvSpPr/>
          <p:nvPr/>
        </p:nvSpPr>
        <p:spPr>
          <a:xfrm>
            <a:off x="3187700" y="5240932"/>
            <a:ext cx="7721600" cy="1087349"/>
          </a:xfrm>
          <a:prstGeom prst="rect">
            <a:avLst/>
          </a:prstGeom>
        </p:spPr>
        <p:txBody>
          <a:bodyPr wrap="square">
            <a:spAutoFit/>
          </a:bodyPr>
          <a:lstStyle/>
          <a:p>
            <a:pPr lvl="0">
              <a:lnSpc>
                <a:spcPct val="150000"/>
              </a:lnSpc>
            </a:pPr>
            <a:endParaRPr lang="pt-BR" dirty="0">
              <a:latin typeface="Montserrat"/>
              <a:ea typeface="Montserrat"/>
              <a:cs typeface="Montserrat"/>
              <a:sym typeface="Montserrat"/>
            </a:endParaRPr>
          </a:p>
          <a:p>
            <a:pPr lvl="0">
              <a:lnSpc>
                <a:spcPct val="150000"/>
              </a:lnSpc>
            </a:pPr>
            <a:r>
              <a:rPr lang="pt-BR" sz="2800" dirty="0">
                <a:solidFill>
                  <a:schemeClr val="bg1"/>
                </a:solidFill>
                <a:latin typeface="Montserrat"/>
                <a:ea typeface="Montserrat"/>
                <a:cs typeface="Montserrat"/>
                <a:sym typeface="Montserrat"/>
              </a:rPr>
              <a:t>d)reforçar uma ou duas áreas mais atingidas</a:t>
            </a:r>
            <a:endParaRPr lang="pt-BR" sz="2800" dirty="0">
              <a:solidFill>
                <a:schemeClr val="bg1"/>
              </a:solidFill>
            </a:endParaRPr>
          </a:p>
        </p:txBody>
      </p:sp>
    </p:spTree>
    <p:extLst>
      <p:ext uri="{BB962C8B-B14F-4D97-AF65-F5344CB8AC3E}">
        <p14:creationId xmlns:p14="http://schemas.microsoft.com/office/powerpoint/2010/main" val="2463860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Texto 4"/>
          <p:cNvSpPr>
            <a:spLocks noGrp="1"/>
          </p:cNvSpPr>
          <p:nvPr>
            <p:ph type="body" sz="quarter" idx="11"/>
          </p:nvPr>
        </p:nvSpPr>
        <p:spPr/>
        <p:txBody>
          <a:bodyPr/>
          <a:lstStyle/>
          <a:p>
            <a:endParaRPr lang="pt-BR" dirty="0"/>
          </a:p>
        </p:txBody>
      </p:sp>
      <p:sp>
        <p:nvSpPr>
          <p:cNvPr id="7" name="Espaço Reservado para Texto 6"/>
          <p:cNvSpPr>
            <a:spLocks noGrp="1"/>
          </p:cNvSpPr>
          <p:nvPr>
            <p:ph type="body" sz="quarter" idx="16"/>
          </p:nvPr>
        </p:nvSpPr>
        <p:spPr/>
        <p:txBody>
          <a:bodyPr/>
          <a:lstStyle/>
          <a:p>
            <a:endParaRPr lang="pt-BR" dirty="0"/>
          </a:p>
        </p:txBody>
      </p:sp>
      <p:pic>
        <p:nvPicPr>
          <p:cNvPr id="9" name="Google Shape;1688;g1e13ca80813_0_2293">
            <a:extLst>
              <a:ext uri="{FF2B5EF4-FFF2-40B4-BE49-F238E27FC236}">
                <a16:creationId xmlns:a16="http://schemas.microsoft.com/office/drawing/2014/main" id="{EF146376-A4E2-42A6-A193-3B18CBB07142}"/>
              </a:ext>
            </a:extLst>
          </p:cNvPr>
          <p:cNvPicPr preferRelativeResize="0"/>
          <p:nvPr/>
        </p:nvPicPr>
        <p:blipFill>
          <a:blip r:embed="rId2">
            <a:alphaModFix/>
          </a:blip>
          <a:stretch>
            <a:fillRect/>
          </a:stretch>
        </p:blipFill>
        <p:spPr>
          <a:xfrm>
            <a:off x="112463" y="1703024"/>
            <a:ext cx="4552172" cy="4615925"/>
          </a:xfrm>
          <a:prstGeom prst="rect">
            <a:avLst/>
          </a:prstGeom>
          <a:noFill/>
          <a:ln>
            <a:noFill/>
          </a:ln>
        </p:spPr>
      </p:pic>
      <p:pic>
        <p:nvPicPr>
          <p:cNvPr id="10" name="Google Shape;1687;g1e13ca80813_0_2293">
            <a:extLst>
              <a:ext uri="{FF2B5EF4-FFF2-40B4-BE49-F238E27FC236}">
                <a16:creationId xmlns:a16="http://schemas.microsoft.com/office/drawing/2014/main" id="{E1D16F4B-E845-4601-8E4E-3772A8116362}"/>
              </a:ext>
            </a:extLst>
          </p:cNvPr>
          <p:cNvPicPr preferRelativeResize="0"/>
          <p:nvPr/>
        </p:nvPicPr>
        <p:blipFill>
          <a:blip r:embed="rId3">
            <a:alphaModFix/>
          </a:blip>
          <a:stretch>
            <a:fillRect/>
          </a:stretch>
        </p:blipFill>
        <p:spPr>
          <a:xfrm>
            <a:off x="5401900" y="3123096"/>
            <a:ext cx="5630000" cy="1567900"/>
          </a:xfrm>
          <a:prstGeom prst="rect">
            <a:avLst/>
          </a:prstGeom>
          <a:noFill/>
          <a:ln>
            <a:noFill/>
          </a:ln>
        </p:spPr>
      </p:pic>
      <p:sp>
        <p:nvSpPr>
          <p:cNvPr id="11" name="Espaço Reservado para Texto 33">
            <a:extLst>
              <a:ext uri="{FF2B5EF4-FFF2-40B4-BE49-F238E27FC236}">
                <a16:creationId xmlns:a16="http://schemas.microsoft.com/office/drawing/2014/main" id="{7F14D882-C2A9-46A4-8BB6-555C285F325E}"/>
              </a:ext>
            </a:extLst>
          </p:cNvPr>
          <p:cNvSpPr>
            <a:spLocks noGrp="1"/>
          </p:cNvSpPr>
          <p:nvPr>
            <p:ph type="body" sz="quarter" idx="14"/>
          </p:nvPr>
        </p:nvSpPr>
        <p:spPr>
          <a:xfrm>
            <a:off x="344258" y="267474"/>
            <a:ext cx="11503481" cy="783357"/>
          </a:xfrm>
        </p:spPr>
        <p:txBody>
          <a:bodyPr/>
          <a:lstStyle/>
          <a:p>
            <a:r>
              <a:rPr lang="pt-BR" dirty="0"/>
              <a:t>Como evitar que os aviões fossem abatidos</a:t>
            </a:r>
          </a:p>
        </p:txBody>
      </p:sp>
    </p:spTree>
    <p:extLst>
      <p:ext uri="{BB962C8B-B14F-4D97-AF65-F5344CB8AC3E}">
        <p14:creationId xmlns:p14="http://schemas.microsoft.com/office/powerpoint/2010/main" val="3172496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695;g1e13ca80813_0_2236">
            <a:extLst>
              <a:ext uri="{FF2B5EF4-FFF2-40B4-BE49-F238E27FC236}">
                <a16:creationId xmlns:a16="http://schemas.microsoft.com/office/drawing/2014/main" id="{C53BF76B-62A3-4D1C-B63C-A59B1F38BC34}"/>
              </a:ext>
            </a:extLst>
          </p:cNvPr>
          <p:cNvPicPr preferRelativeResize="0"/>
          <p:nvPr/>
        </p:nvPicPr>
        <p:blipFill rotWithShape="1">
          <a:blip r:embed="rId2">
            <a:alphaModFix/>
          </a:blip>
          <a:srcRect l="41774"/>
          <a:stretch/>
        </p:blipFill>
        <p:spPr>
          <a:xfrm>
            <a:off x="6096000" y="1432403"/>
            <a:ext cx="4508500" cy="3281994"/>
          </a:xfrm>
          <a:prstGeom prst="rect">
            <a:avLst/>
          </a:prstGeom>
          <a:noFill/>
          <a:ln>
            <a:noFill/>
          </a:ln>
        </p:spPr>
      </p:pic>
      <p:pic>
        <p:nvPicPr>
          <p:cNvPr id="4" name="Google Shape;1695;g1e13ca80813_0_2236">
            <a:extLst>
              <a:ext uri="{FF2B5EF4-FFF2-40B4-BE49-F238E27FC236}">
                <a16:creationId xmlns:a16="http://schemas.microsoft.com/office/drawing/2014/main" id="{30B660C5-E2D5-4AA4-86E0-783B412F5B7C}"/>
              </a:ext>
            </a:extLst>
          </p:cNvPr>
          <p:cNvPicPr preferRelativeResize="0"/>
          <p:nvPr/>
        </p:nvPicPr>
        <p:blipFill rotWithShape="1">
          <a:blip r:embed="rId2">
            <a:alphaModFix/>
          </a:blip>
          <a:srcRect r="56838"/>
          <a:stretch/>
        </p:blipFill>
        <p:spPr>
          <a:xfrm>
            <a:off x="1422400" y="896306"/>
            <a:ext cx="5130800" cy="4354188"/>
          </a:xfrm>
          <a:prstGeom prst="rect">
            <a:avLst/>
          </a:prstGeom>
          <a:noFill/>
          <a:ln>
            <a:noFill/>
          </a:ln>
        </p:spPr>
      </p:pic>
    </p:spTree>
    <p:extLst>
      <p:ext uri="{BB962C8B-B14F-4D97-AF65-F5344CB8AC3E}">
        <p14:creationId xmlns:p14="http://schemas.microsoft.com/office/powerpoint/2010/main" val="401001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133396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1087</TotalTime>
  <Words>484</Words>
  <Application>Microsoft Office PowerPoint</Application>
  <PresentationFormat>Widescreen</PresentationFormat>
  <Paragraphs>54</Paragraphs>
  <Slides>13</Slides>
  <Notes>1</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13</vt:i4>
      </vt:variant>
    </vt:vector>
  </HeadingPairs>
  <TitlesOfParts>
    <vt:vector size="22" baseType="lpstr">
      <vt:lpstr>Aptos</vt:lpstr>
      <vt:lpstr>Aptos Display</vt:lpstr>
      <vt:lpstr>Arial</vt:lpstr>
      <vt:lpstr>Montserrat</vt:lpstr>
      <vt:lpstr>Oswald</vt:lpstr>
      <vt:lpstr>Quattrocento Sans</vt:lpstr>
      <vt:lpstr>Rajdhani</vt:lpstr>
      <vt:lpstr>Roboto</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Luiza Briana Grether</dc:creator>
  <cp:lastModifiedBy>Rodolfo Terra | Heimdall IT</cp:lastModifiedBy>
  <cp:revision>27</cp:revision>
  <dcterms:created xsi:type="dcterms:W3CDTF">2024-11-12T12:43:34Z</dcterms:created>
  <dcterms:modified xsi:type="dcterms:W3CDTF">2025-08-12T23:03:14Z</dcterms:modified>
</cp:coreProperties>
</file>