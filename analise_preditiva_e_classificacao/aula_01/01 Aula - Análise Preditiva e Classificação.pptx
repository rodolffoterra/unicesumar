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89" r:id="rId3"/>
    <p:sldId id="277" r:id="rId4"/>
    <p:sldId id="286" r:id="rId5"/>
    <p:sldId id="287" r:id="rId6"/>
    <p:sldId id="290" r:id="rId7"/>
    <p:sldId id="28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D8D3D2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DA019-136B-4EE0-AEFA-90A2E860BCFF}" v="23" dt="2024-12-15T22:03:34.055"/>
    <p1510:client id="{9DFE6B6B-F089-4EC1-8A18-BD60DE033737}" v="24" dt="2024-12-15T22:37:08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74" autoAdjust="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Briana Grether" userId="33b05ef5-dde0-4e2c-af71-3f0410b5559e" providerId="ADAL" clId="{C4068DCB-55F7-4A3B-8D04-F04C53C775FA}"/>
    <pc:docChg chg="custSel addSld delSld modSld modMainMaster">
      <pc:chgData name="Luiza Briana Grether" userId="33b05ef5-dde0-4e2c-af71-3f0410b5559e" providerId="ADAL" clId="{C4068DCB-55F7-4A3B-8D04-F04C53C775FA}" dt="2024-11-29T19:39:18.941" v="112" actId="700"/>
      <pc:docMkLst>
        <pc:docMk/>
      </pc:docMkLst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554345591" sldId="256"/>
        </pc:sldMkLst>
      </pc:sldChg>
      <pc:sldChg chg="new">
        <pc:chgData name="Luiza Briana Grether" userId="33b05ef5-dde0-4e2c-af71-3f0410b5559e" providerId="ADAL" clId="{C4068DCB-55F7-4A3B-8D04-F04C53C775FA}" dt="2024-11-25T19:47:39.477" v="1" actId="680"/>
        <pc:sldMkLst>
          <pc:docMk/>
          <pc:sldMk cId="1019073360" sldId="256"/>
        </pc:sldMkLst>
      </pc:sldChg>
      <pc:sldChg chg="addSp delSp modSp new mod chgLayout">
        <pc:chgData name="Luiza Briana Grether" userId="33b05ef5-dde0-4e2c-af71-3f0410b5559e" providerId="ADAL" clId="{C4068DCB-55F7-4A3B-8D04-F04C53C775FA}" dt="2024-11-25T19:47:43.938" v="3" actId="700"/>
        <pc:sldMkLst>
          <pc:docMk/>
          <pc:sldMk cId="3823548911" sldId="257"/>
        </pc:sldMkLst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2" creationId="{DCB8A5FF-7D55-E963-9A1A-AA037E6C3707}"/>
          </ac:spMkLst>
        </pc:spChg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3" creationId="{A8BBE09C-F047-D6B3-04EF-3178347E4C34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4" creationId="{5AE0B6C0-39A9-BFF4-D5A5-BE45B331A9EE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5" creationId="{0A1FEE11-0A50-9D26-8131-A01DDE1E4B6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7:51.267" v="5" actId="700"/>
        <pc:sldMkLst>
          <pc:docMk/>
          <pc:sldMk cId="781846017" sldId="258"/>
        </pc:sldMkLst>
        <pc:spChg chg="del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2" creationId="{D9877DBD-5C1E-9993-D8F6-00F6E5E4FD54}"/>
          </ac:spMkLst>
        </pc:spChg>
        <pc:spChg chg="del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3" creationId="{E9ACABFC-3EB1-417D-7D80-26C19BD18283}"/>
          </ac:spMkLst>
        </pc:spChg>
        <pc:spChg chg="add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4" creationId="{787D778B-9E20-AB15-87A0-D50DC0C95E1C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707551444" sldId="259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7:54.879" v="7" actId="700"/>
        <pc:sldMkLst>
          <pc:docMk/>
          <pc:sldMk cId="3958341558" sldId="259"/>
        </pc:sldMkLst>
        <pc:spChg chg="del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2" creationId="{B14984D2-CF1E-100B-1EA5-AC6797A77F6F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3" creationId="{8BF6E717-0CF7-968C-D907-DAB24563866D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4" creationId="{8BF9F3B0-8B4C-0861-B7A2-ED5857D58DB4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01.233" v="9" actId="700"/>
        <pc:sldMkLst>
          <pc:docMk/>
          <pc:sldMk cId="2631850462" sldId="260"/>
        </pc:sldMkLst>
        <pc:spChg chg="del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2" creationId="{48D0F28D-C097-52A7-1748-5350B7E25D88}"/>
          </ac:spMkLst>
        </pc:spChg>
        <pc:spChg chg="del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3" creationId="{5AFF01C6-5A04-376E-8DE9-FF3375179720}"/>
          </ac:spMkLst>
        </pc:spChg>
        <pc:spChg chg="add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4" creationId="{3A7E8A2B-A12C-D28C-F1D0-ADCA904A22E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8514704" sldId="26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219517312" sldId="261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06.682" v="12" actId="27636"/>
        <pc:sldMkLst>
          <pc:docMk/>
          <pc:sldMk cId="3770203671" sldId="261"/>
        </pc:sldMkLst>
        <pc:spChg chg="del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2" creationId="{5EC12657-32B4-51F7-3A9A-0C5456D63325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3" creationId="{DBB5344F-8DED-789F-6B14-AA4591149DF2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4" creationId="{BB8C7752-E4F3-A6C9-5003-E037A6B72A9F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5" creationId="{A9F5B81A-2E92-84D3-057E-45BD26B2FD0B}"/>
          </ac:spMkLst>
        </pc:spChg>
        <pc:spChg chg="add mod ord">
          <ac:chgData name="Luiza Briana Grether" userId="33b05ef5-dde0-4e2c-af71-3f0410b5559e" providerId="ADAL" clId="{C4068DCB-55F7-4A3B-8D04-F04C53C775FA}" dt="2024-11-25T19:48:06.682" v="12" actId="27636"/>
          <ac:spMkLst>
            <pc:docMk/>
            <pc:sldMk cId="3770203671" sldId="261"/>
            <ac:spMk id="6" creationId="{A18866FB-41CB-C099-EA59-77D314181E6F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11.777" v="15" actId="27636"/>
        <pc:sldMkLst>
          <pc:docMk/>
          <pc:sldMk cId="1060996210" sldId="262"/>
        </pc:sldMkLst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2" creationId="{A057C781-F3F2-D082-650F-2F9F6E8B2251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3" creationId="{17203F47-86C5-5755-963D-C3770ED1A6BD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4" creationId="{7050265E-4F18-F6A4-E142-0F36B7C58250}"/>
          </ac:spMkLst>
        </pc:spChg>
        <pc:spChg chg="del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5" creationId="{BD55E640-9280-508C-5F48-A02C5B4028C7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6" creationId="{9A1212DF-1B63-9C64-259E-A095C4320C2D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7" creationId="{6F9982BB-85FD-0653-53B1-2199EEFA1030}"/>
          </ac:spMkLst>
        </pc:spChg>
        <pc:spChg chg="add mod ord">
          <ac:chgData name="Luiza Briana Grether" userId="33b05ef5-dde0-4e2c-af71-3f0410b5559e" providerId="ADAL" clId="{C4068DCB-55F7-4A3B-8D04-F04C53C775FA}" dt="2024-11-25T19:48:11.777" v="15" actId="27636"/>
          <ac:spMkLst>
            <pc:docMk/>
            <pc:sldMk cId="1060996210" sldId="262"/>
            <ac:spMk id="8" creationId="{60BD3EAB-808B-F931-7AE0-9A8B1957BD9B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48572485" sldId="26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27.662" v="18" actId="27636"/>
        <pc:sldMkLst>
          <pc:docMk/>
          <pc:sldMk cId="735048995" sldId="263"/>
        </pc:sldMkLst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2" creationId="{8DA91084-7478-85F8-790D-AD787E2BA687}"/>
          </ac:spMkLst>
        </pc:spChg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3" creationId="{A3935190-D18D-5B9D-26AE-079AA3D2459A}"/>
          </ac:spMkLst>
        </pc:spChg>
        <pc:spChg chg="del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4" creationId="{CE9EC4B8-582B-7E2E-518E-B704CBAD029B}"/>
          </ac:spMkLst>
        </pc:spChg>
        <pc:spChg chg="add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5" creationId="{D8BB1817-98B1-F9C5-4E2C-C50238AF5913}"/>
          </ac:spMkLst>
        </pc:spChg>
        <pc:spChg chg="add mod ord">
          <ac:chgData name="Luiza Briana Grether" userId="33b05ef5-dde0-4e2c-af71-3f0410b5559e" providerId="ADAL" clId="{C4068DCB-55F7-4A3B-8D04-F04C53C775FA}" dt="2024-11-25T19:48:27.662" v="18" actId="27636"/>
          <ac:spMkLst>
            <pc:docMk/>
            <pc:sldMk cId="735048995" sldId="263"/>
            <ac:spMk id="6" creationId="{C1DBF017-2301-37AA-F715-1826442FDD2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35208750" sldId="263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2.184" v="21" actId="27636"/>
        <pc:sldMkLst>
          <pc:docMk/>
          <pc:sldMk cId="1132087079" sldId="264"/>
        </pc:sldMkLst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2" creationId="{CEFDE020-2C57-469A-25E2-98106209E5EC}"/>
          </ac:spMkLst>
        </pc:spChg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3" creationId="{7128BE82-99E6-4D1C-9687-E37CF296EEBA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4" creationId="{4288B767-13DD-7127-1930-2D440019E314}"/>
          </ac:spMkLst>
        </pc:spChg>
        <pc:spChg chg="add mod ord">
          <ac:chgData name="Luiza Briana Grether" userId="33b05ef5-dde0-4e2c-af71-3f0410b5559e" providerId="ADAL" clId="{C4068DCB-55F7-4A3B-8D04-F04C53C775FA}" dt="2024-11-25T19:48:32.184" v="21" actId="27636"/>
          <ac:spMkLst>
            <pc:docMk/>
            <pc:sldMk cId="1132087079" sldId="264"/>
            <ac:spMk id="5" creationId="{2C6B3690-2A76-D144-E71F-37A4CCF6B5B5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6" creationId="{A16CF019-AD09-1295-E6FB-A1B6A359051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764548526" sldId="264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6.653" v="25" actId="27636"/>
        <pc:sldMkLst>
          <pc:docMk/>
          <pc:sldMk cId="2584547635" sldId="265"/>
        </pc:sldMkLst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2" creationId="{941D53B5-4F86-CDCF-93AC-1E11D1600238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3" creationId="{E2717ECB-CFC0-3047-7EDB-BCE5D3E4A2EB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4" creationId="{40E87A5B-B5C0-2947-E99F-6061D6EFCE9E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5" creationId="{8CA8999B-E6A1-D4CC-5EC1-BDEF59175A5D}"/>
          </ac:spMkLst>
        </pc:spChg>
        <pc:spChg chg="add mod ord">
          <ac:chgData name="Luiza Briana Grether" userId="33b05ef5-dde0-4e2c-af71-3f0410b5559e" providerId="ADAL" clId="{C4068DCB-55F7-4A3B-8D04-F04C53C775FA}" dt="2024-11-25T19:48:36.652" v="24" actId="27636"/>
          <ac:spMkLst>
            <pc:docMk/>
            <pc:sldMk cId="2584547635" sldId="265"/>
            <ac:spMk id="6" creationId="{A0D53907-C4C0-B3DE-457A-5B5D5C3B662A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7" creationId="{3384CC13-F93D-FFC0-E47F-32C08DA8388B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8" creationId="{C34C45D9-BE38-122D-2911-6C2EF3F41001}"/>
          </ac:spMkLst>
        </pc:spChg>
        <pc:spChg chg="add mod ord">
          <ac:chgData name="Luiza Briana Grether" userId="33b05ef5-dde0-4e2c-af71-3f0410b5559e" providerId="ADAL" clId="{C4068DCB-55F7-4A3B-8D04-F04C53C775FA}" dt="2024-11-25T19:48:36.653" v="25" actId="27636"/>
          <ac:spMkLst>
            <pc:docMk/>
            <pc:sldMk cId="2584547635" sldId="265"/>
            <ac:spMk id="9" creationId="{DDF77502-8193-D651-F33D-59CE5A6070C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0.768" v="29" actId="27636"/>
        <pc:sldMkLst>
          <pc:docMk/>
          <pc:sldMk cId="2001626292" sldId="266"/>
        </pc:sldMkLst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2" creationId="{F4457E5C-A9ED-CE02-43B4-140A17C0F805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3" creationId="{5104D852-971E-330F-FEDB-058FFA2AD979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4" creationId="{3AA96649-E27B-C9F1-2C12-AF132C04A6A0}"/>
          </ac:spMkLst>
        </pc:spChg>
        <pc:spChg chg="del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5" creationId="{52D0A06F-2D0E-E61A-5DD6-2CA22AA01A86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6" creationId="{DECC02AA-40A8-A3A3-3318-D6A9A48C8CD4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7" creationId="{C2EE64B7-B55A-12AC-FBC9-29EEF6BB3EB6}"/>
          </ac:spMkLst>
        </pc:spChg>
        <pc:spChg chg="add mod ord">
          <ac:chgData name="Luiza Briana Grether" userId="33b05ef5-dde0-4e2c-af71-3f0410b5559e" providerId="ADAL" clId="{C4068DCB-55F7-4A3B-8D04-F04C53C775FA}" dt="2024-11-25T19:48:40.767" v="28" actId="27636"/>
          <ac:spMkLst>
            <pc:docMk/>
            <pc:sldMk cId="2001626292" sldId="266"/>
            <ac:spMk id="8" creationId="{65141697-A20E-9E91-08FB-947B0432DCE2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9" creationId="{3E1666A9-7C7E-1A42-E428-3D7FF82DBFA1}"/>
          </ac:spMkLst>
        </pc:spChg>
        <pc:spChg chg="add mod ord">
          <ac:chgData name="Luiza Briana Grether" userId="33b05ef5-dde0-4e2c-af71-3f0410b5559e" providerId="ADAL" clId="{C4068DCB-55F7-4A3B-8D04-F04C53C775FA}" dt="2024-11-25T19:48:40.768" v="29" actId="27636"/>
          <ac:spMkLst>
            <pc:docMk/>
            <pc:sldMk cId="2001626292" sldId="266"/>
            <ac:spMk id="10" creationId="{A42FCF28-DDCD-E0FA-0DA3-BEE06A2AFD75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5.549" v="32" actId="27636"/>
        <pc:sldMkLst>
          <pc:docMk/>
          <pc:sldMk cId="1971869915" sldId="267"/>
        </pc:sldMkLst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2" creationId="{6629D2D7-D58D-3EF5-7E1B-2B73D14CD56D}"/>
          </ac:spMkLst>
        </pc:spChg>
        <pc:spChg chg="del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3" creationId="{B132D1F6-D775-A4D9-2CDD-38DA0A25A4F2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4" creationId="{2F55D1EE-0471-DAE5-E45D-13ABBFF51B5A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5" creationId="{48DF2B42-E76E-21EE-AE2B-195834D2CCCC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6" creationId="{2B89812B-42B9-8BA0-8B3C-7481491686F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7" creationId="{ECA2A5C7-DB39-3A45-4EC4-DEE68895F0A3}"/>
          </ac:spMkLst>
        </pc:spChg>
        <pc:spChg chg="add mod ord">
          <ac:chgData name="Luiza Briana Grether" userId="33b05ef5-dde0-4e2c-af71-3f0410b5559e" providerId="ADAL" clId="{C4068DCB-55F7-4A3B-8D04-F04C53C775FA}" dt="2024-11-25T19:48:45.549" v="32" actId="27636"/>
          <ac:spMkLst>
            <pc:docMk/>
            <pc:sldMk cId="1971869915" sldId="267"/>
            <ac:spMk id="8" creationId="{37C2CD53-9A24-F762-B137-B9737E7CC6D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9" creationId="{B608D1AC-D78F-0621-4EE5-304C21EA4CF4}"/>
          </ac:spMkLst>
        </pc:spChg>
      </pc:sldChg>
      <pc:sldChg chg="delSp new mod modClrScheme chgLayout">
        <pc:chgData name="Luiza Briana Grether" userId="33b05ef5-dde0-4e2c-af71-3f0410b5559e" providerId="ADAL" clId="{C4068DCB-55F7-4A3B-8D04-F04C53C775FA}" dt="2024-11-25T19:48:51.026" v="34" actId="700"/>
        <pc:sldMkLst>
          <pc:docMk/>
          <pc:sldMk cId="1205183785" sldId="268"/>
        </pc:sldMkLst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2" creationId="{0D6BF7EF-886B-B472-AC57-96ECFB702E4D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3" creationId="{AB5A1ABC-8058-2385-007F-82A8EA590E02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4" creationId="{8E9941C4-7EA0-0242-B513-A70F7AF3A1B5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5" creationId="{0E7DCD93-5380-22EB-55E5-BF17F87B0AE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8T17:52:52.007" v="62" actId="700"/>
        <pc:sldMkLst>
          <pc:docMk/>
          <pc:sldMk cId="1072377310" sldId="269"/>
        </pc:sldMkLst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2" creationId="{7C303318-007E-01C7-0E1F-F27F9E8D63BB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3" creationId="{3B41686B-9C0A-FF15-4277-F2AC7FF7C1A7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4" creationId="{D5637586-3BF3-FC2C-6969-2AF47CE77611}"/>
          </ac:spMkLst>
        </pc:spChg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5" creationId="{3AE32E95-2F10-C375-05E2-F662F419DA2B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6" creationId="{305905EC-C8F5-CD76-ABA8-F3A6186D2FFF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7" creationId="{A120FF19-74A9-7DAF-A111-421B2A2A145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412891661" sldId="270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8T17:52:58.102" v="64" actId="700"/>
        <pc:sldMkLst>
          <pc:docMk/>
          <pc:sldMk cId="3979635850" sldId="270"/>
        </pc:sldMkLst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2" creationId="{83987A68-248A-74F7-66B1-3F7D4912BB93}"/>
          </ac:spMkLst>
        </pc:spChg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3" creationId="{3886FE88-EADF-7587-1B8D-F8CE657273E3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4" creationId="{C2C48471-4771-DCFA-E66A-2FFF2239E328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5" creationId="{8C66D9E1-B560-5661-5A80-29D60D15175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9T19:39:13.429" v="110" actId="700"/>
        <pc:sldMkLst>
          <pc:docMk/>
          <pc:sldMk cId="727386013" sldId="271"/>
        </pc:sldMkLst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2" creationId="{948A2F32-1967-83DE-1C9C-BD187D4EA98A}"/>
          </ac:spMkLst>
        </pc:spChg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3" creationId="{20FC28D3-3D58-9085-D29C-911C3FAF86F8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4" creationId="{A0F5F277-79DE-4811-C45F-C897DF9C396E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5" creationId="{C4A4F6A4-D60C-CEB8-DC83-C60593C38778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67870009" sldId="27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9T19:39:18.941" v="112" actId="700"/>
        <pc:sldMkLst>
          <pc:docMk/>
          <pc:sldMk cId="2727648028" sldId="272"/>
        </pc:sldMkLst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2" creationId="{34B63779-7A73-2BF4-99F3-5D387CFDBE0E}"/>
          </ac:spMkLst>
        </pc:spChg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3" creationId="{D604E95A-0762-F38B-12F8-BD84E473E59E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4" creationId="{8CEA4A7B-BE04-3D7A-89C8-61881DB9D3A9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5" creationId="{2D085772-43C0-60B4-0855-859E6408A13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035553123" sldId="27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3507567" sldId="274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985988881" sldId="275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509315260" sldId="276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24382213" sldId="277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3472297" sldId="278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915515541" sldId="279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68067680" sldId="28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217400491" sldId="281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862050276" sldId="282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08726786" sldId="28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773479272" sldId="284"/>
        </pc:sldMkLst>
      </pc:sldChg>
      <pc:sldMasterChg chg="addSldLayout modSldLayout">
        <pc:chgData name="Luiza Briana Grether" userId="33b05ef5-dde0-4e2c-af71-3f0410b5559e" providerId="ADAL" clId="{C4068DCB-55F7-4A3B-8D04-F04C53C775FA}" dt="2024-11-29T19:39:02.021" v="1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C4068DCB-55F7-4A3B-8D04-F04C53C775FA}" dt="2024-11-29T19:34:17.340" v="69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C4068DCB-55F7-4A3B-8D04-F04C53C775FA}" dt="2024-11-29T19:34:17.340" v="69" actId="478"/>
            <ac:picMkLst>
              <pc:docMk/>
              <pc:sldMasterMk cId="3332300950" sldId="2147483648"/>
              <pc:sldLayoutMk cId="254971135" sldId="2147483653"/>
              <ac:picMk id="3" creationId="{D606BFC1-956A-1A1A-22F0-E7F8E4B0BF0C}"/>
            </ac:picMkLst>
          </pc:picChg>
          <pc:picChg chg="add mod ord">
            <ac:chgData name="Luiza Briana Grether" userId="33b05ef5-dde0-4e2c-af71-3f0410b5559e" providerId="ADAL" clId="{C4068DCB-55F7-4A3B-8D04-F04C53C775FA}" dt="2024-11-29T19:34:15.190" v="68" actId="167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33.162" v="84" actId="167"/>
          <pc:sldLayoutMkLst>
            <pc:docMk/>
            <pc:sldMasterMk cId="3332300950" sldId="2147483648"/>
            <pc:sldLayoutMk cId="1640369259" sldId="2147483658"/>
          </pc:sldLayoutMkLst>
          <pc:picChg chg="add del mod ord">
            <ac:chgData name="Luiza Briana Grether" userId="33b05ef5-dde0-4e2c-af71-3f0410b5559e" providerId="ADAL" clId="{C4068DCB-55F7-4A3B-8D04-F04C53C775FA}" dt="2024-11-29T19:37:28.826" v="80" actId="478"/>
            <ac:picMkLst>
              <pc:docMk/>
              <pc:sldMasterMk cId="3332300950" sldId="2147483648"/>
              <pc:sldLayoutMk cId="1640369259" sldId="2147483658"/>
              <ac:picMk id="4" creationId="{92E0F152-C192-8C29-E468-AD85DF7B6752}"/>
            </ac:picMkLst>
          </pc:picChg>
          <pc:picChg chg="del">
            <ac:chgData name="Luiza Briana Grether" userId="33b05ef5-dde0-4e2c-af71-3f0410b5559e" providerId="ADAL" clId="{C4068DCB-55F7-4A3B-8D04-F04C53C775FA}" dt="2024-11-29T19:34:41.373" v="74" actId="478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  <pc:picChg chg="add del mod ord">
            <ac:chgData name="Luiza Briana Grether" userId="33b05ef5-dde0-4e2c-af71-3f0410b5559e" providerId="ADAL" clId="{C4068DCB-55F7-4A3B-8D04-F04C53C775FA}" dt="2024-11-29T19:37:26.363" v="79" actId="478"/>
            <ac:picMkLst>
              <pc:docMk/>
              <pc:sldMasterMk cId="3332300950" sldId="2147483648"/>
              <pc:sldLayoutMk cId="1640369259" sldId="2147483658"/>
              <ac:picMk id="11" creationId="{FF01DA7B-1CC7-30C2-F2D9-F5D8A2300FBE}"/>
            </ac:picMkLst>
          </pc:picChg>
          <pc:picChg chg="add mod ord">
            <ac:chgData name="Luiza Briana Grether" userId="33b05ef5-dde0-4e2c-af71-3f0410b5559e" providerId="ADAL" clId="{C4068DCB-55F7-4A3B-8D04-F04C53C775FA}" dt="2024-11-29T19:37:33.162" v="84" actId="167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46.532" v="89" actId="167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C4068DCB-55F7-4A3B-8D04-F04C53C775FA}" dt="2024-11-29T19:37:40.779" v="85" actId="478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add mod ord">
            <ac:chgData name="Luiza Briana Grether" userId="33b05ef5-dde0-4e2c-af71-3f0410b5559e" providerId="ADAL" clId="{C4068DCB-55F7-4A3B-8D04-F04C53C775FA}" dt="2024-11-29T19:37:46.532" v="89" actId="167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8T17:52:34.073" v="59" actId="14100"/>
          <pc:sldLayoutMkLst>
            <pc:docMk/>
            <pc:sldMasterMk cId="3332300950" sldId="2147483648"/>
            <pc:sldLayoutMk cId="875419224" sldId="2147483662"/>
          </pc:sldLayoutMkLst>
          <pc:spChg chg="del">
            <ac:chgData name="Luiza Briana Grether" userId="33b05ef5-dde0-4e2c-af71-3f0410b5559e" providerId="ADAL" clId="{C4068DCB-55F7-4A3B-8D04-F04C53C775FA}" dt="2024-11-28T17:50:10.689" v="36" actId="478"/>
            <ac:spMkLst>
              <pc:docMk/>
              <pc:sldMasterMk cId="3332300950" sldId="2147483648"/>
              <pc:sldLayoutMk cId="875419224" sldId="2147483662"/>
              <ac:spMk id="2" creationId="{8498AEEF-BA22-0410-E6A0-594A00C80B7F}"/>
            </ac:spMkLst>
          </pc:spChg>
          <pc:spChg chg="del">
            <ac:chgData name="Luiza Briana Grether" userId="33b05ef5-dde0-4e2c-af71-3f0410b5559e" providerId="ADAL" clId="{C4068DCB-55F7-4A3B-8D04-F04C53C775FA}" dt="2024-11-28T17:50:11.537" v="37" actId="478"/>
            <ac:spMkLst>
              <pc:docMk/>
              <pc:sldMasterMk cId="3332300950" sldId="2147483648"/>
              <pc:sldLayoutMk cId="875419224" sldId="2147483662"/>
              <ac:spMk id="3" creationId="{EFEC0052-B1F7-FE5A-A3CF-B449B09A0CE2}"/>
            </ac:spMkLst>
          </pc:spChg>
          <pc:spChg chg="del">
            <ac:chgData name="Luiza Briana Grether" userId="33b05ef5-dde0-4e2c-af71-3f0410b5559e" providerId="ADAL" clId="{C4068DCB-55F7-4A3B-8D04-F04C53C775FA}" dt="2024-11-28T17:50:12.161" v="38" actId="478"/>
            <ac:spMkLst>
              <pc:docMk/>
              <pc:sldMasterMk cId="3332300950" sldId="2147483648"/>
              <pc:sldLayoutMk cId="875419224" sldId="2147483662"/>
              <ac:spMk id="4" creationId="{8DBBDC2C-3710-30F1-03AD-244FA99DFEB9}"/>
            </ac:spMkLst>
          </pc:spChg>
          <pc:spChg chg="del">
            <ac:chgData name="Luiza Briana Grether" userId="33b05ef5-dde0-4e2c-af71-3f0410b5559e" providerId="ADAL" clId="{C4068DCB-55F7-4A3B-8D04-F04C53C775FA}" dt="2024-11-28T17:50:12.921" v="39" actId="478"/>
            <ac:spMkLst>
              <pc:docMk/>
              <pc:sldMasterMk cId="3332300950" sldId="2147483648"/>
              <pc:sldLayoutMk cId="875419224" sldId="2147483662"/>
              <ac:spMk id="5" creationId="{A8BE75D6-C54A-878C-351F-63BA5313D1A1}"/>
            </ac:spMkLst>
          </pc:spChg>
          <pc:spChg chg="add mod">
            <ac:chgData name="Luiza Briana Grether" userId="33b05ef5-dde0-4e2c-af71-3f0410b5559e" providerId="ADAL" clId="{C4068DCB-55F7-4A3B-8D04-F04C53C775FA}" dt="2024-11-28T17:52:34.073" v="59" actId="14100"/>
            <ac:spMkLst>
              <pc:docMk/>
              <pc:sldMasterMk cId="3332300950" sldId="2147483648"/>
              <pc:sldLayoutMk cId="875419224" sldId="2147483662"/>
              <ac:spMk id="10" creationId="{32FAA423-0D2F-7FA2-E708-574E3761DB81}"/>
            </ac:spMkLst>
          </pc:spChg>
          <pc:spChg chg="add mod">
            <ac:chgData name="Luiza Briana Grether" userId="33b05ef5-dde0-4e2c-af71-3f0410b5559e" providerId="ADAL" clId="{C4068DCB-55F7-4A3B-8D04-F04C53C775FA}" dt="2024-11-28T17:52:23.056" v="56" actId="14100"/>
            <ac:spMkLst>
              <pc:docMk/>
              <pc:sldMasterMk cId="3332300950" sldId="2147483648"/>
              <pc:sldLayoutMk cId="875419224" sldId="2147483662"/>
              <ac:spMk id="11" creationId="{4D9C9758-BE37-A03A-B81D-29754A02B9BA}"/>
            </ac:spMkLst>
          </pc:spChg>
          <pc:picChg chg="add mod">
            <ac:chgData name="Luiza Briana Grether" userId="33b05ef5-dde0-4e2c-af71-3f0410b5559e" providerId="ADAL" clId="{C4068DCB-55F7-4A3B-8D04-F04C53C775FA}" dt="2024-11-28T17:51:19.638" v="42" actId="962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  <pc:picChg chg="add del mod">
            <ac:chgData name="Luiza Briana Grether" userId="33b05ef5-dde0-4e2c-af71-3f0410b5559e" providerId="ADAL" clId="{C4068DCB-55F7-4A3B-8D04-F04C53C775FA}" dt="2024-11-28T17:52:25.857" v="57" actId="478"/>
            <ac:picMkLst>
              <pc:docMk/>
              <pc:sldMasterMk cId="3332300950" sldId="2147483648"/>
              <pc:sldLayoutMk cId="875419224" sldId="2147483662"/>
              <ac:picMk id="9" creationId="{72C374C9-B780-0376-3F46-410EE6DC3316}"/>
            </ac:picMkLst>
          </pc:picChg>
        </pc:sldLayoutChg>
        <pc:sldLayoutChg chg="addSp delSp modSp add mod modTransition">
          <pc:chgData name="Luiza Briana Grether" userId="33b05ef5-dde0-4e2c-af71-3f0410b5559e" providerId="ADAL" clId="{C4068DCB-55F7-4A3B-8D04-F04C53C775FA}" dt="2024-11-28T17:52:40.056" v="60"/>
          <pc:sldLayoutMkLst>
            <pc:docMk/>
            <pc:sldMasterMk cId="3332300950" sldId="2147483648"/>
            <pc:sldLayoutMk cId="1156684718" sldId="2147483663"/>
          </pc:sldLayoutMkLst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4" creationId="{1F7C454A-7CAA-2FF2-DC61-522F56E5FF6F}"/>
            </ac:spMkLst>
          </pc:spChg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5" creationId="{CABAF94D-7DB0-1956-3209-3001D211FD4C}"/>
            </ac:spMkLst>
          </pc:spChg>
          <pc:picChg chg="add mod">
            <ac:chgData name="Luiza Briana Grether" userId="33b05ef5-dde0-4e2c-af71-3f0410b5559e" providerId="ADAL" clId="{C4068DCB-55F7-4A3B-8D04-F04C53C775FA}" dt="2024-11-28T17:51:24.523" v="47" actId="962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del">
            <ac:chgData name="Luiza Briana Grether" userId="33b05ef5-dde0-4e2c-af71-3f0410b5559e" providerId="ADAL" clId="{C4068DCB-55F7-4A3B-8D04-F04C53C775FA}" dt="2024-11-28T17:51:22.915" v="44" actId="478"/>
            <ac:picMkLst>
              <pc:docMk/>
              <pc:sldMasterMk cId="3332300950" sldId="2147483648"/>
              <pc:sldLayoutMk cId="1156684718" sldId="2147483663"/>
              <ac:picMk id="7" creationId="{CC2E13CA-3D75-1519-7DAE-DA72631C1E4B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8:53.437" v="107" actId="14100"/>
          <pc:sldLayoutMkLst>
            <pc:docMk/>
            <pc:sldMasterMk cId="3332300950" sldId="2147483648"/>
            <pc:sldLayoutMk cId="2537778495" sldId="2147483664"/>
          </pc:sldLayoutMkLst>
          <pc:spChg chg="del">
            <ac:chgData name="Luiza Briana Grether" userId="33b05ef5-dde0-4e2c-af71-3f0410b5559e" providerId="ADAL" clId="{C4068DCB-55F7-4A3B-8D04-F04C53C775FA}" dt="2024-11-29T19:38:20.131" v="94" actId="478"/>
            <ac:spMkLst>
              <pc:docMk/>
              <pc:sldMasterMk cId="3332300950" sldId="2147483648"/>
              <pc:sldLayoutMk cId="2537778495" sldId="2147483664"/>
              <ac:spMk id="2" creationId="{289ACB41-4491-107D-A788-22C7BCEF9D62}"/>
            </ac:spMkLst>
          </pc:spChg>
          <pc:spChg chg="del">
            <ac:chgData name="Luiza Briana Grether" userId="33b05ef5-dde0-4e2c-af71-3f0410b5559e" providerId="ADAL" clId="{C4068DCB-55F7-4A3B-8D04-F04C53C775FA}" dt="2024-11-29T19:38:18.025" v="92" actId="478"/>
            <ac:spMkLst>
              <pc:docMk/>
              <pc:sldMasterMk cId="3332300950" sldId="2147483648"/>
              <pc:sldLayoutMk cId="2537778495" sldId="2147483664"/>
              <ac:spMk id="3" creationId="{9AFE1254-6B50-19E9-4678-3C748BE7047A}"/>
            </ac:spMkLst>
          </pc:spChg>
          <pc:spChg chg="del">
            <ac:chgData name="Luiza Briana Grether" userId="33b05ef5-dde0-4e2c-af71-3f0410b5559e" providerId="ADAL" clId="{C4068DCB-55F7-4A3B-8D04-F04C53C775FA}" dt="2024-11-29T19:38:17.028" v="91" actId="478"/>
            <ac:spMkLst>
              <pc:docMk/>
              <pc:sldMasterMk cId="3332300950" sldId="2147483648"/>
              <pc:sldLayoutMk cId="2537778495" sldId="2147483664"/>
              <ac:spMk id="4" creationId="{5A9AC283-F02C-1AE9-4537-63E07B0EE6F1}"/>
            </ac:spMkLst>
          </pc:spChg>
          <pc:spChg chg="del">
            <ac:chgData name="Luiza Briana Grether" userId="33b05ef5-dde0-4e2c-af71-3f0410b5559e" providerId="ADAL" clId="{C4068DCB-55F7-4A3B-8D04-F04C53C775FA}" dt="2024-11-29T19:38:19.074" v="93" actId="478"/>
            <ac:spMkLst>
              <pc:docMk/>
              <pc:sldMasterMk cId="3332300950" sldId="2147483648"/>
              <pc:sldLayoutMk cId="2537778495" sldId="2147483664"/>
              <ac:spMk id="5" creationId="{E68B5B8F-F34A-5DE4-C7DB-E6328F3CB44E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8" creationId="{62169643-8DD2-FD43-3074-2EFA536626BD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9" creationId="{46314C32-24E1-4AF3-4384-3BB8F47AFC0B}"/>
            </ac:spMkLst>
          </pc:spChg>
          <pc:picChg chg="add mod">
            <ac:chgData name="Luiza Briana Grether" userId="33b05ef5-dde0-4e2c-af71-3f0410b5559e" providerId="ADAL" clId="{C4068DCB-55F7-4A3B-8D04-F04C53C775FA}" dt="2024-11-29T19:38:23.088" v="97" actId="962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9:02.021" v="108"/>
          <pc:sldLayoutMkLst>
            <pc:docMk/>
            <pc:sldMasterMk cId="3332300950" sldId="2147483648"/>
            <pc:sldLayoutMk cId="2556291329" sldId="2147483665"/>
          </pc:sldLayoutMkLst>
          <pc:spChg chg="del">
            <ac:chgData name="Luiza Briana Grether" userId="33b05ef5-dde0-4e2c-af71-3f0410b5559e" providerId="ADAL" clId="{C4068DCB-55F7-4A3B-8D04-F04C53C775FA}" dt="2024-11-29T19:38:27.789" v="99" actId="478"/>
            <ac:spMkLst>
              <pc:docMk/>
              <pc:sldMasterMk cId="3332300950" sldId="2147483648"/>
              <pc:sldLayoutMk cId="2556291329" sldId="2147483665"/>
              <ac:spMk id="2" creationId="{4F2DE768-6B74-6139-8B38-12DF97C8F0AE}"/>
            </ac:spMkLst>
          </pc:spChg>
          <pc:spChg chg="del">
            <ac:chgData name="Luiza Briana Grether" userId="33b05ef5-dde0-4e2c-af71-3f0410b5559e" providerId="ADAL" clId="{C4068DCB-55F7-4A3B-8D04-F04C53C775FA}" dt="2024-11-29T19:38:30.219" v="101" actId="478"/>
            <ac:spMkLst>
              <pc:docMk/>
              <pc:sldMasterMk cId="3332300950" sldId="2147483648"/>
              <pc:sldLayoutMk cId="2556291329" sldId="2147483665"/>
              <ac:spMk id="3" creationId="{4D1EE6F6-8B6D-D597-9CA7-E7F5436492ED}"/>
            </ac:spMkLst>
          </pc:spChg>
          <pc:spChg chg="del">
            <ac:chgData name="Luiza Briana Grether" userId="33b05ef5-dde0-4e2c-af71-3f0410b5559e" providerId="ADAL" clId="{C4068DCB-55F7-4A3B-8D04-F04C53C775FA}" dt="2024-11-29T19:38:29.770" v="100" actId="478"/>
            <ac:spMkLst>
              <pc:docMk/>
              <pc:sldMasterMk cId="3332300950" sldId="2147483648"/>
              <pc:sldLayoutMk cId="2556291329" sldId="2147483665"/>
              <ac:spMk id="4" creationId="{03954E98-4BC5-6F38-FC20-BA17AB9FE2E1}"/>
            </ac:spMkLst>
          </pc:spChg>
          <pc:spChg chg="del">
            <ac:chgData name="Luiza Briana Grether" userId="33b05ef5-dde0-4e2c-af71-3f0410b5559e" providerId="ADAL" clId="{C4068DCB-55F7-4A3B-8D04-F04C53C775FA}" dt="2024-11-29T19:38:30.907" v="102" actId="478"/>
            <ac:spMkLst>
              <pc:docMk/>
              <pc:sldMasterMk cId="3332300950" sldId="2147483648"/>
              <pc:sldLayoutMk cId="2556291329" sldId="2147483665"/>
              <ac:spMk id="5" creationId="{59757748-B272-F4BC-57B7-8602BADFB3CA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8" creationId="{59B51597-730B-A004-9BC8-C14D3DC908F9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9" creationId="{7EF14CD3-8E2B-D78F-5470-66862BE0EA25}"/>
            </ac:spMkLst>
          </pc:spChg>
          <pc:picChg chg="add mod">
            <ac:chgData name="Luiza Briana Grether" userId="33b05ef5-dde0-4e2c-af71-3f0410b5559e" providerId="ADAL" clId="{C4068DCB-55F7-4A3B-8D04-F04C53C775FA}" dt="2024-11-29T19:38:35.054" v="105" actId="962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  <pc:docChgLst>
    <pc:chgData name="Luiza Briana Grether" userId="33b05ef5-dde0-4e2c-af71-3f0410b5559e" providerId="ADAL" clId="{1B1701A9-191B-433E-A851-CC2A19DBA54E}"/>
    <pc:docChg chg="undo custSel addSld delSld modSld sldOrd modMainMaster">
      <pc:chgData name="Luiza Briana Grether" userId="33b05ef5-dde0-4e2c-af71-3f0410b5559e" providerId="ADAL" clId="{1B1701A9-191B-433E-A851-CC2A19DBA54E}" dt="2024-11-25T19:30:37.966" v="531" actId="27636"/>
      <pc:docMkLst>
        <pc:docMk/>
      </pc:docMkLst>
      <pc:sldChg chg="modSp mod">
        <pc:chgData name="Luiza Briana Grether" userId="33b05ef5-dde0-4e2c-af71-3f0410b5559e" providerId="ADAL" clId="{1B1701A9-191B-433E-A851-CC2A19DBA54E}" dt="2024-11-25T14:18:42.792" v="342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1B1701A9-191B-433E-A851-CC2A19DBA54E}" dt="2024-11-25T14:18:42.792" v="342" actId="20577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1B1701A9-191B-433E-A851-CC2A19DBA54E}" dt="2024-11-25T14:18:42.200" v="339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53:24.189" v="210" actId="96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2" creationId="{B7AB2E3D-42FB-CFFE-AD2A-EEE33DA69AB3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3" creationId="{93F613EB-1912-2EE8-305A-4F7CCA7BE5F6}"/>
          </ac:spMkLst>
        </pc:spChg>
        <pc:spChg chg="mod ord">
          <ac:chgData name="Luiza Briana Grether" userId="33b05ef5-dde0-4e2c-af71-3f0410b5559e" providerId="ADAL" clId="{1B1701A9-191B-433E-A851-CC2A19DBA54E}" dt="2024-11-25T13:43:42.245" v="38" actId="27636"/>
          <ac:spMkLst>
            <pc:docMk/>
            <pc:sldMk cId="1707551444" sldId="259"/>
            <ac:spMk id="4" creationId="{7D6BD109-E32E-E646-5A0F-513277833929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5" creationId="{93F62E54-9324-C628-53F0-4BF15F0E2010}"/>
          </ac:spMkLst>
        </pc:spChg>
        <pc:spChg chg="add del mod">
          <ac:chgData name="Luiza Briana Grether" userId="33b05ef5-dde0-4e2c-af71-3f0410b5559e" providerId="ADAL" clId="{1B1701A9-191B-433E-A851-CC2A19DBA54E}" dt="2024-11-25T13:50:30.644" v="175" actId="931"/>
          <ac:spMkLst>
            <pc:docMk/>
            <pc:sldMk cId="1707551444" sldId="259"/>
            <ac:spMk id="8" creationId="{E5258C5D-5112-E2C6-A115-D289EFC1349F}"/>
          </ac:spMkLst>
        </pc:spChg>
        <pc:spChg chg="mod ord">
          <ac:chgData name="Luiza Briana Grether" userId="33b05ef5-dde0-4e2c-af71-3f0410b5559e" providerId="ADAL" clId="{1B1701A9-191B-433E-A851-CC2A19DBA54E}" dt="2024-11-25T13:46:49.710" v="120" actId="20577"/>
          <ac:spMkLst>
            <pc:docMk/>
            <pc:sldMk cId="1707551444" sldId="259"/>
            <ac:spMk id="12" creationId="{448BAEE2-C01B-2FDE-E519-CE3B4C41A69B}"/>
          </ac:spMkLst>
        </pc:spChg>
        <pc:spChg chg="add del mod">
          <ac:chgData name="Luiza Briana Grether" userId="33b05ef5-dde0-4e2c-af71-3f0410b5559e" providerId="ADAL" clId="{1B1701A9-191B-433E-A851-CC2A19DBA54E}" dt="2024-11-25T13:51:05.822" v="186"/>
          <ac:spMkLst>
            <pc:docMk/>
            <pc:sldMk cId="1707551444" sldId="259"/>
            <ac:spMk id="14" creationId="{1845B320-D5EF-C5D5-DDBA-861CF7379A9E}"/>
          </ac:spMkLst>
        </pc:spChg>
        <pc:spChg chg="add del mod">
          <ac:chgData name="Luiza Briana Grether" userId="33b05ef5-dde0-4e2c-af71-3f0410b5559e" providerId="ADAL" clId="{1B1701A9-191B-433E-A851-CC2A19DBA54E}" dt="2024-11-25T13:51:34.888" v="188" actId="931"/>
          <ac:spMkLst>
            <pc:docMk/>
            <pc:sldMk cId="1707551444" sldId="259"/>
            <ac:spMk id="17" creationId="{AB10833A-37F5-0E14-50EA-7F54A8CE6CAE}"/>
          </ac:spMkLst>
        </pc:spChg>
        <pc:spChg chg="add del mod">
          <ac:chgData name="Luiza Briana Grether" userId="33b05ef5-dde0-4e2c-af71-3f0410b5559e" providerId="ADAL" clId="{1B1701A9-191B-433E-A851-CC2A19DBA54E}" dt="2024-11-25T13:53:23.182" v="208" actId="931"/>
          <ac:spMkLst>
            <pc:docMk/>
            <pc:sldMk cId="1707551444" sldId="259"/>
            <ac:spMk id="21" creationId="{79127A30-3E31-D3FD-1D6F-CD038839BA15}"/>
          </ac:spMkLst>
        </pc:spChg>
        <pc:picChg chg="del mod ord">
          <ac:chgData name="Luiza Briana Grether" userId="33b05ef5-dde0-4e2c-af71-3f0410b5559e" providerId="ADAL" clId="{1B1701A9-191B-433E-A851-CC2A19DBA54E}" dt="2024-11-25T13:48:47.040" v="147" actId="478"/>
          <ac:picMkLst>
            <pc:docMk/>
            <pc:sldMk cId="1707551444" sldId="259"/>
            <ac:picMk id="6" creationId="{2857F8B6-8D1D-E91B-30CA-FF80C612C1DE}"/>
          </ac:picMkLst>
        </pc:picChg>
        <pc:picChg chg="add del mod">
          <ac:chgData name="Luiza Briana Grether" userId="33b05ef5-dde0-4e2c-af71-3f0410b5559e" providerId="ADAL" clId="{1B1701A9-191B-433E-A851-CC2A19DBA54E}" dt="2024-11-25T13:50:25.711" v="174" actId="478"/>
          <ac:picMkLst>
            <pc:docMk/>
            <pc:sldMk cId="1707551444" sldId="259"/>
            <ac:picMk id="9" creationId="{94BD12B5-786D-806A-589B-7C409AFE5AFB}"/>
          </ac:picMkLst>
        </pc:picChg>
        <pc:picChg chg="add del mod modCrop">
          <ac:chgData name="Luiza Briana Grether" userId="33b05ef5-dde0-4e2c-af71-3f0410b5559e" providerId="ADAL" clId="{1B1701A9-191B-433E-A851-CC2A19DBA54E}" dt="2024-11-25T13:51:02.240" v="185" actId="478"/>
          <ac:picMkLst>
            <pc:docMk/>
            <pc:sldMk cId="1707551444" sldId="259"/>
            <ac:picMk id="11" creationId="{1F20FC81-A936-C720-A53C-BCA820992E58}"/>
          </ac:picMkLst>
        </pc:picChg>
        <pc:picChg chg="add del mod">
          <ac:chgData name="Luiza Briana Grether" userId="33b05ef5-dde0-4e2c-af71-3f0410b5559e" providerId="ADAL" clId="{1B1701A9-191B-433E-A851-CC2A19DBA54E}" dt="2024-11-25T13:51:11.123" v="187" actId="478"/>
          <ac:picMkLst>
            <pc:docMk/>
            <pc:sldMk cId="1707551444" sldId="259"/>
            <ac:picMk id="15" creationId="{6C2B16A4-B15E-315D-8750-850759FC01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20.871" v="205" actId="478"/>
          <ac:picMkLst>
            <pc:docMk/>
            <pc:sldMk cId="1707551444" sldId="259"/>
            <ac:picMk id="19" creationId="{45D347BC-3870-D2CA-919D-7F6305130D27}"/>
          </ac:picMkLst>
        </pc:picChg>
        <pc:picChg chg="add mod">
          <ac:chgData name="Luiza Briana Grether" userId="33b05ef5-dde0-4e2c-af71-3f0410b5559e" providerId="ADAL" clId="{1B1701A9-191B-433E-A851-CC2A19DBA54E}" dt="2024-11-25T13:53:24.189" v="210" actId="962"/>
          <ac:picMkLst>
            <pc:docMk/>
            <pc:sldMk cId="1707551444" sldId="259"/>
            <ac:picMk id="23" creationId="{76EE7D49-F50F-FB3F-350F-A3F09E11C3B8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44:00.377" v="46" actId="20577"/>
        <pc:sldMkLst>
          <pc:docMk/>
          <pc:sldMk cId="3308514704" sldId="260"/>
        </pc:sldMkLst>
        <pc:spChg chg="mod">
          <ac:chgData name="Luiza Briana Grether" userId="33b05ef5-dde0-4e2c-af71-3f0410b5559e" providerId="ADAL" clId="{1B1701A9-191B-433E-A851-CC2A19DBA54E}" dt="2024-11-25T13:44:00.377" v="46" actId="20577"/>
          <ac:spMkLst>
            <pc:docMk/>
            <pc:sldMk cId="3308514704" sldId="260"/>
            <ac:spMk id="6" creationId="{82A76196-C88B-BE49-356F-8FA5D45F576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44:23.060" v="63" actId="27636"/>
        <pc:sldMkLst>
          <pc:docMk/>
          <pc:sldMk cId="3219517312" sldId="261"/>
        </pc:sldMkLst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2" creationId="{A79595C1-0F2E-70D3-24A0-5B09583F5ADF}"/>
          </ac:spMkLst>
        </pc:spChg>
        <pc:spChg chg="mod or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3" creationId="{6B469735-0F94-1DCF-3761-F56499DA6C4E}"/>
          </ac:spMkLst>
        </pc:spChg>
        <pc:spChg chg="mod ord">
          <ac:chgData name="Luiza Briana Grether" userId="33b05ef5-dde0-4e2c-af71-3f0410b5559e" providerId="ADAL" clId="{1B1701A9-191B-433E-A851-CC2A19DBA54E}" dt="2024-11-25T13:44:23.060" v="63" actId="27636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5" creationId="{9D02A84F-4B4A-F0A2-3B0C-92F2C0B234C4}"/>
          </ac:spMkLst>
        </pc:spChg>
      </pc:sldChg>
      <pc:sldChg chg="addSp delSp modSp mod ord">
        <pc:chgData name="Luiza Briana Grether" userId="33b05ef5-dde0-4e2c-af71-3f0410b5559e" providerId="ADAL" clId="{1B1701A9-191B-433E-A851-CC2A19DBA54E}" dt="2024-11-25T13:53:18.564" v="207" actId="27614"/>
        <pc:sldMkLst>
          <pc:docMk/>
          <pc:sldMk cId="1648572485" sldId="262"/>
        </pc:sldMkLst>
        <pc:spChg chg="add del mod">
          <ac:chgData name="Luiza Briana Grether" userId="33b05ef5-dde0-4e2c-af71-3f0410b5559e" providerId="ADAL" clId="{1B1701A9-191B-433E-A851-CC2A19DBA54E}" dt="2024-11-25T13:49:09.049" v="150" actId="931"/>
          <ac:spMkLst>
            <pc:docMk/>
            <pc:sldMk cId="1648572485" sldId="262"/>
            <ac:spMk id="3" creationId="{0A51155E-B1FD-E7EE-9029-E9D323AC94BD}"/>
          </ac:spMkLst>
        </pc:spChg>
        <pc:spChg chg="mod">
          <ac:chgData name="Luiza Briana Grether" userId="33b05ef5-dde0-4e2c-af71-3f0410b5559e" providerId="ADAL" clId="{1B1701A9-191B-433E-A851-CC2A19DBA54E}" dt="2024-11-25T13:44:31.191" v="69" actId="20577"/>
          <ac:spMkLst>
            <pc:docMk/>
            <pc:sldMk cId="1648572485" sldId="262"/>
            <ac:spMk id="4" creationId="{61791FE0-C0E8-FBEF-E2DB-8CF14621A8B2}"/>
          </ac:spMkLst>
        </pc:spChg>
        <pc:spChg chg="mod">
          <ac:chgData name="Luiza Briana Grether" userId="33b05ef5-dde0-4e2c-af71-3f0410b5559e" providerId="ADAL" clId="{1B1701A9-191B-433E-A851-CC2A19DBA54E}" dt="2024-11-25T13:44:37.654" v="70"/>
          <ac:spMkLst>
            <pc:docMk/>
            <pc:sldMk cId="1648572485" sldId="262"/>
            <ac:spMk id="5" creationId="{FD13C09D-73F5-CF36-5A89-C2FCC65E8315}"/>
          </ac:spMkLst>
        </pc:spChg>
        <pc:spChg chg="mod">
          <ac:chgData name="Luiza Briana Grether" userId="33b05ef5-dde0-4e2c-af71-3f0410b5559e" providerId="ADAL" clId="{1B1701A9-191B-433E-A851-CC2A19DBA54E}" dt="2024-11-25T13:46:54.004" v="121"/>
          <ac:spMkLst>
            <pc:docMk/>
            <pc:sldMk cId="1648572485" sldId="262"/>
            <ac:spMk id="7" creationId="{60BF9D02-EAA8-EAF9-16FD-B8F58FC8BB81}"/>
          </ac:spMkLst>
        </pc:spChg>
        <pc:spChg chg="add del mod">
          <ac:chgData name="Luiza Briana Grether" userId="33b05ef5-dde0-4e2c-af71-3f0410b5559e" providerId="ADAL" clId="{1B1701A9-191B-433E-A851-CC2A19DBA54E}" dt="2024-11-25T13:49:25.255" v="154" actId="931"/>
          <ac:spMkLst>
            <pc:docMk/>
            <pc:sldMk cId="1648572485" sldId="262"/>
            <ac:spMk id="11" creationId="{847470B9-C6E2-D10B-CCB1-AC45115CEBA9}"/>
          </ac:spMkLst>
        </pc:spChg>
        <pc:spChg chg="add del mod">
          <ac:chgData name="Luiza Briana Grether" userId="33b05ef5-dde0-4e2c-af71-3f0410b5559e" providerId="ADAL" clId="{1B1701A9-191B-433E-A851-CC2A19DBA54E}" dt="2024-11-25T13:49:43.348" v="158" actId="931"/>
          <ac:spMkLst>
            <pc:docMk/>
            <pc:sldMk cId="1648572485" sldId="262"/>
            <ac:spMk id="15" creationId="{53B0DD52-E40E-EE14-DBC7-408FA83F2ED9}"/>
          </ac:spMkLst>
        </pc:spChg>
        <pc:spChg chg="add del mod">
          <ac:chgData name="Luiza Briana Grether" userId="33b05ef5-dde0-4e2c-af71-3f0410b5559e" providerId="ADAL" clId="{1B1701A9-191B-433E-A851-CC2A19DBA54E}" dt="2024-11-25T13:49:53.177" v="160" actId="931"/>
          <ac:spMkLst>
            <pc:docMk/>
            <pc:sldMk cId="1648572485" sldId="262"/>
            <ac:spMk id="19" creationId="{3539F69F-E715-6705-3E28-F5EAC76D9D7B}"/>
          </ac:spMkLst>
        </pc:spChg>
        <pc:spChg chg="add del mod">
          <ac:chgData name="Luiza Briana Grether" userId="33b05ef5-dde0-4e2c-af71-3f0410b5559e" providerId="ADAL" clId="{1B1701A9-191B-433E-A851-CC2A19DBA54E}" dt="2024-11-25T13:53:16.778" v="206" actId="931"/>
          <ac:spMkLst>
            <pc:docMk/>
            <pc:sldMk cId="1648572485" sldId="262"/>
            <ac:spMk id="23" creationId="{25253632-3224-1702-AE66-FD89F2CA35F4}"/>
          </ac:spMkLst>
        </pc:spChg>
        <pc:picChg chg="add del mod">
          <ac:chgData name="Luiza Briana Grether" userId="33b05ef5-dde0-4e2c-af71-3f0410b5559e" providerId="ADAL" clId="{1B1701A9-191B-433E-A851-CC2A19DBA54E}" dt="2024-11-25T13:49:18.521" v="153" actId="478"/>
          <ac:picMkLst>
            <pc:docMk/>
            <pc:sldMk cId="1648572485" sldId="262"/>
            <ac:picMk id="8" creationId="{09DAE281-CAF2-AEC0-DD7F-D34248FCEA16}"/>
          </ac:picMkLst>
        </pc:picChg>
        <pc:picChg chg="del">
          <ac:chgData name="Luiza Briana Grether" userId="33b05ef5-dde0-4e2c-af71-3f0410b5559e" providerId="ADAL" clId="{1B1701A9-191B-433E-A851-CC2A19DBA54E}" dt="2024-11-25T13:48:48.215" v="148" actId="478"/>
          <ac:picMkLst>
            <pc:docMk/>
            <pc:sldMk cId="1648572485" sldId="262"/>
            <ac:picMk id="9" creationId="{9A40D980-8314-3FF2-60CF-51BDE9EA010C}"/>
          </ac:picMkLst>
        </pc:picChg>
        <pc:picChg chg="add del mod">
          <ac:chgData name="Luiza Briana Grether" userId="33b05ef5-dde0-4e2c-af71-3f0410b5559e" providerId="ADAL" clId="{1B1701A9-191B-433E-A851-CC2A19DBA54E}" dt="2024-11-25T13:49:28.129" v="157" actId="478"/>
          <ac:picMkLst>
            <pc:docMk/>
            <pc:sldMk cId="1648572485" sldId="262"/>
            <ac:picMk id="13" creationId="{1D117609-4CA5-2621-C80B-FE4BD0B315E2}"/>
          </ac:picMkLst>
        </pc:picChg>
        <pc:picChg chg="add del mod">
          <ac:chgData name="Luiza Briana Grether" userId="33b05ef5-dde0-4e2c-af71-3f0410b5559e" providerId="ADAL" clId="{1B1701A9-191B-433E-A851-CC2A19DBA54E}" dt="2024-11-25T13:49:45.336" v="159" actId="478"/>
          <ac:picMkLst>
            <pc:docMk/>
            <pc:sldMk cId="1648572485" sldId="262"/>
            <ac:picMk id="17" creationId="{8E1C38DC-5E8F-DF79-37FE-790F8DCA68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19.177" v="204" actId="478"/>
          <ac:picMkLst>
            <pc:docMk/>
            <pc:sldMk cId="1648572485" sldId="262"/>
            <ac:picMk id="21" creationId="{D11236AE-99CD-68A1-AB2D-06D4AE27D3E3}"/>
          </ac:picMkLst>
        </pc:picChg>
        <pc:picChg chg="add mod">
          <ac:chgData name="Luiza Briana Grether" userId="33b05ef5-dde0-4e2c-af71-3f0410b5559e" providerId="ADAL" clId="{1B1701A9-191B-433E-A851-CC2A19DBA54E}" dt="2024-11-25T13:53:18.564" v="207" actId="27614"/>
          <ac:picMkLst>
            <pc:docMk/>
            <pc:sldMk cId="1648572485" sldId="262"/>
            <ac:picMk id="25" creationId="{6BEB5C80-9156-8B2A-AB20-4C29B16C5166}"/>
          </ac:picMkLst>
        </pc:picChg>
      </pc:sldChg>
      <pc:sldChg chg="modSp mod">
        <pc:chgData name="Luiza Briana Grether" userId="33b05ef5-dde0-4e2c-af71-3f0410b5559e" providerId="ADAL" clId="{1B1701A9-191B-433E-A851-CC2A19DBA54E}" dt="2024-11-25T17:54:09.969" v="470" actId="20577"/>
        <pc:sldMkLst>
          <pc:docMk/>
          <pc:sldMk cId="3935208750" sldId="263"/>
        </pc:sldMkLst>
        <pc:spChg chg="mod">
          <ac:chgData name="Luiza Briana Grether" userId="33b05ef5-dde0-4e2c-af71-3f0410b5559e" providerId="ADAL" clId="{1B1701A9-191B-433E-A851-CC2A19DBA54E}" dt="2024-11-25T17:54:09.969" v="470" actId="20577"/>
          <ac:spMkLst>
            <pc:docMk/>
            <pc:sldMk cId="3935208750" sldId="263"/>
            <ac:spMk id="10" creationId="{60FC964B-074A-7921-A7C5-F4450A1D8673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8:00:00.527" v="484" actId="6264"/>
        <pc:sldMkLst>
          <pc:docMk/>
          <pc:sldMk cId="2764548526" sldId="264"/>
        </pc:sldMkLst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" creationId="{DCAE89B1-957A-439F-2FD6-92541950101D}"/>
          </ac:spMkLst>
        </pc:spChg>
        <pc:spChg chg="add del mod">
          <ac:chgData name="Luiza Briana Grether" userId="33b05ef5-dde0-4e2c-af71-3f0410b5559e" providerId="ADAL" clId="{1B1701A9-191B-433E-A851-CC2A19DBA54E}" dt="2024-11-25T13:52:01.563" v="198" actId="931"/>
          <ac:spMkLst>
            <pc:docMk/>
            <pc:sldMk cId="2764548526" sldId="264"/>
            <ac:spMk id="3" creationId="{36043FAD-3EE9-0D30-B902-B8D125B9CE5A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3" creationId="{BF51330A-A15F-9257-8156-34B151CCFB2B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4" creationId="{990B896D-EB4E-B5BF-75D8-04260CF6CE6C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5" creationId="{96636678-0B69-C35E-E571-8389EBFFCEBD}"/>
          </ac:spMkLst>
        </pc:spChg>
        <pc:spChg chg="add del mod">
          <ac:chgData name="Luiza Briana Grether" userId="33b05ef5-dde0-4e2c-af71-3f0410b5559e" providerId="ADAL" clId="{1B1701A9-191B-433E-A851-CC2A19DBA54E}" dt="2024-11-25T13:55:34.065" v="212" actId="931"/>
          <ac:spMkLst>
            <pc:docMk/>
            <pc:sldMk cId="2764548526" sldId="264"/>
            <ac:spMk id="6" creationId="{66E3BFCD-EE4B-6033-DD2E-D5C378779CC9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6" creationId="{F7DD4D12-E7B8-512B-2ABD-915F4668A87F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7" creationId="{3F5450DD-00A2-9DE5-E455-68DFD2A46F4E}"/>
          </ac:spMkLst>
        </pc:spChg>
        <pc:spChg chg="add del mod">
          <ac:chgData name="Luiza Briana Grether" userId="33b05ef5-dde0-4e2c-af71-3f0410b5559e" providerId="ADAL" clId="{1B1701A9-191B-433E-A851-CC2A19DBA54E}" dt="2024-11-25T13:55:31.051" v="211" actId="931"/>
          <ac:spMkLst>
            <pc:docMk/>
            <pc:sldMk cId="2764548526" sldId="264"/>
            <ac:spMk id="11" creationId="{6D59557E-FD6D-BB68-E66D-0C8027C63300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0" creationId="{CC6432CB-0B43-25FD-2F14-35855C4F5D68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1" creationId="{97CEF02E-6A99-C5AF-91B8-5881D469B69D}"/>
          </ac:spMkLst>
        </pc:spChg>
        <pc:picChg chg="add del mod modCrop">
          <ac:chgData name="Luiza Briana Grether" userId="33b05ef5-dde0-4e2c-af71-3f0410b5559e" providerId="ADAL" clId="{1B1701A9-191B-433E-A851-CC2A19DBA54E}" dt="2024-11-25T13:52:14.239" v="203" actId="478"/>
          <ac:picMkLst>
            <pc:docMk/>
            <pc:sldMk cId="2764548526" sldId="264"/>
            <ac:picMk id="8" creationId="{C93624EF-D986-0E03-EA79-21BF11B341F6}"/>
          </ac:picMkLst>
        </pc:picChg>
        <pc:picChg chg="del">
          <ac:chgData name="Luiza Briana Grether" userId="33b05ef5-dde0-4e2c-af71-3f0410b5559e" providerId="ADAL" clId="{1B1701A9-191B-433E-A851-CC2A19DBA54E}" dt="2024-11-25T13:48:44.622" v="145" actId="478"/>
          <ac:picMkLst>
            <pc:docMk/>
            <pc:sldMk cId="2764548526" sldId="264"/>
            <ac:picMk id="9" creationId="{8508F8AA-8DFF-6BE8-A5F1-164B51EBDF91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3" creationId="{B0A80554-E46F-575C-23DB-16B0E26CD6FF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5" creationId="{A97D586B-FB67-B5EE-9493-6E85FEC3A704}"/>
          </ac:picMkLst>
        </pc:picChg>
        <pc:picChg chg="del">
          <ac:chgData name="Luiza Briana Grether" userId="33b05ef5-dde0-4e2c-af71-3f0410b5559e" providerId="ADAL" clId="{1B1701A9-191B-433E-A851-CC2A19DBA54E}" dt="2024-11-25T13:48:45.121" v="146" actId="478"/>
          <ac:picMkLst>
            <pc:docMk/>
            <pc:sldMk cId="2764548526" sldId="264"/>
            <ac:picMk id="16" creationId="{4F1B291A-069D-EA9C-7CD3-252684CF7B17}"/>
          </ac:picMkLst>
        </pc:picChg>
      </pc:sldChg>
      <pc:sldChg chg="modSp del mod">
        <pc:chgData name="Luiza Briana Grether" userId="33b05ef5-dde0-4e2c-af71-3f0410b5559e" providerId="ADAL" clId="{1B1701A9-191B-433E-A851-CC2A19DBA54E}" dt="2024-11-25T13:45:16.467" v="98" actId="47"/>
        <pc:sldMkLst>
          <pc:docMk/>
          <pc:sldMk cId="4233346620" sldId="266"/>
        </pc:sldMkLst>
        <pc:spChg chg="mod">
          <ac:chgData name="Luiza Briana Grether" userId="33b05ef5-dde0-4e2c-af71-3f0410b5559e" providerId="ADAL" clId="{1B1701A9-191B-433E-A851-CC2A19DBA54E}" dt="2024-11-25T13:45:13.347" v="97" actId="20577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1B1701A9-191B-433E-A851-CC2A19DBA54E}" dt="2024-11-25T13:45:07.855" v="91" actId="27636"/>
          <ac:spMkLst>
            <pc:docMk/>
            <pc:sldMk cId="4233346620" sldId="266"/>
            <ac:spMk id="3" creationId="{83E9997E-38BC-C2ED-57F3-C4C24F228011}"/>
          </ac:spMkLst>
        </pc:spChg>
      </pc:sldChg>
      <pc:sldChg chg="del">
        <pc:chgData name="Luiza Briana Grether" userId="33b05ef5-dde0-4e2c-af71-3f0410b5559e" providerId="ADAL" clId="{1B1701A9-191B-433E-A851-CC2A19DBA54E}" dt="2024-11-25T13:45:20.371" v="99" actId="47"/>
        <pc:sldMkLst>
          <pc:docMk/>
          <pc:sldMk cId="2653190169" sldId="267"/>
        </pc:sldMkLst>
      </pc:sldChg>
      <pc:sldChg chg="del">
        <pc:chgData name="Luiza Briana Grether" userId="33b05ef5-dde0-4e2c-af71-3f0410b5559e" providerId="ADAL" clId="{1B1701A9-191B-433E-A851-CC2A19DBA54E}" dt="2024-11-25T13:45:25.832" v="100" actId="47"/>
        <pc:sldMkLst>
          <pc:docMk/>
          <pc:sldMk cId="1386092570" sldId="269"/>
        </pc:sldMkLst>
      </pc:sldChg>
      <pc:sldChg chg="addSp delSp modSp mod">
        <pc:chgData name="Luiza Briana Grether" userId="33b05ef5-dde0-4e2c-af71-3f0410b5559e" providerId="ADAL" clId="{1B1701A9-191B-433E-A851-CC2A19DBA54E}" dt="2024-11-25T13:55:43.424" v="219" actId="962"/>
        <pc:sldMkLst>
          <pc:docMk/>
          <pc:sldMk cId="3412891661" sldId="270"/>
        </pc:sldMkLst>
        <pc:spChg chg="add del mod">
          <ac:chgData name="Luiza Briana Grether" userId="33b05ef5-dde0-4e2c-af71-3f0410b5559e" providerId="ADAL" clId="{1B1701A9-191B-433E-A851-CC2A19DBA54E}" dt="2024-11-25T13:55:42.312" v="217" actId="931"/>
          <ac:spMkLst>
            <pc:docMk/>
            <pc:sldMk cId="3412891661" sldId="270"/>
            <ac:spMk id="3" creationId="{5439E848-9F34-3A5F-0FF2-1EA05D0CF1E7}"/>
          </ac:spMkLst>
        </pc:spChg>
        <pc:spChg chg="mod">
          <ac:chgData name="Luiza Briana Grether" userId="33b05ef5-dde0-4e2c-af71-3f0410b5559e" providerId="ADAL" clId="{1B1701A9-191B-433E-A851-CC2A19DBA54E}" dt="2024-11-25T13:47:01.798" v="124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1B1701A9-191B-433E-A851-CC2A19DBA54E}" dt="2024-11-25T13:55:43.424" v="219" actId="962"/>
          <ac:picMkLst>
            <pc:docMk/>
            <pc:sldMk cId="3412891661" sldId="270"/>
            <ac:picMk id="5" creationId="{20929B4F-1B09-C66C-D4F1-C78652E26AE8}"/>
          </ac:picMkLst>
        </pc:picChg>
        <pc:picChg chg="del">
          <ac:chgData name="Luiza Briana Grether" userId="33b05ef5-dde0-4e2c-af71-3f0410b5559e" providerId="ADAL" clId="{1B1701A9-191B-433E-A851-CC2A19DBA54E}" dt="2024-11-25T13:48:42.512" v="144" actId="478"/>
          <ac:picMkLst>
            <pc:docMk/>
            <pc:sldMk cId="3412891661" sldId="270"/>
            <ac:picMk id="7" creationId="{C0E9C5D4-686C-7734-4CC8-C223D61C4822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56:17.751" v="228" actId="27636"/>
        <pc:sldMkLst>
          <pc:docMk/>
          <pc:sldMk cId="2567870009" sldId="272"/>
        </pc:sldMkLst>
        <pc:spChg chg="mod">
          <ac:chgData name="Luiza Briana Grether" userId="33b05ef5-dde0-4e2c-af71-3f0410b5559e" providerId="ADAL" clId="{1B1701A9-191B-433E-A851-CC2A19DBA54E}" dt="2024-11-25T13:48:07.878" v="130" actId="20577"/>
          <ac:spMkLst>
            <pc:docMk/>
            <pc:sldMk cId="2567870009" sldId="272"/>
            <ac:spMk id="4" creationId="{B7F1DC20-780B-9E5F-A494-2FD0CE244211}"/>
          </ac:spMkLst>
        </pc:spChg>
        <pc:spChg chg="mod">
          <ac:chgData name="Luiza Briana Grether" userId="33b05ef5-dde0-4e2c-af71-3f0410b5559e" providerId="ADAL" clId="{1B1701A9-191B-433E-A851-CC2A19DBA54E}" dt="2024-11-25T13:56:17.751" v="228" actId="27636"/>
          <ac:spMkLst>
            <pc:docMk/>
            <pc:sldMk cId="2567870009" sldId="272"/>
            <ac:spMk id="5" creationId="{37CAB9E5-AC07-1A75-49E4-1DE2BCE6FBD3}"/>
          </ac:spMkLst>
        </pc:spChg>
      </pc:sldChg>
      <pc:sldChg chg="addSp delSp modSp mod">
        <pc:chgData name="Luiza Briana Grether" userId="33b05ef5-dde0-4e2c-af71-3f0410b5559e" providerId="ADAL" clId="{1B1701A9-191B-433E-A851-CC2A19DBA54E}" dt="2024-11-25T13:56:14.351" v="226" actId="1076"/>
        <pc:sldMkLst>
          <pc:docMk/>
          <pc:sldMk cId="163507567" sldId="274"/>
        </pc:sldMkLst>
        <pc:spChg chg="add del mod">
          <ac:chgData name="Luiza Briana Grether" userId="33b05ef5-dde0-4e2c-af71-3f0410b5559e" providerId="ADAL" clId="{1B1701A9-191B-433E-A851-CC2A19DBA54E}" dt="2024-11-25T13:55:51.058" v="220" actId="931"/>
          <ac:spMkLst>
            <pc:docMk/>
            <pc:sldMk cId="163507567" sldId="274"/>
            <ac:spMk id="3" creationId="{585EB664-E2EC-3430-EE33-E1C005570C5C}"/>
          </ac:spMkLst>
        </pc:spChg>
        <pc:spChg chg="mod">
          <ac:chgData name="Luiza Briana Grether" userId="33b05ef5-dde0-4e2c-af71-3f0410b5559e" providerId="ADAL" clId="{1B1701A9-191B-433E-A851-CC2A19DBA54E}" dt="2024-11-25T13:56:14.351" v="226" actId="1076"/>
          <ac:spMkLst>
            <pc:docMk/>
            <pc:sldMk cId="163507567" sldId="274"/>
            <ac:spMk id="11" creationId="{725FA4EF-C6B1-A11C-7075-93DFD4481BC5}"/>
          </ac:spMkLst>
        </pc:spChg>
        <pc:spChg chg="mod">
          <ac:chgData name="Luiza Briana Grether" userId="33b05ef5-dde0-4e2c-af71-3f0410b5559e" providerId="ADAL" clId="{1B1701A9-191B-433E-A851-CC2A19DBA54E}" dt="2024-11-25T13:47:04.863" v="125"/>
          <ac:spMkLst>
            <pc:docMk/>
            <pc:sldMk cId="163507567" sldId="274"/>
            <ac:spMk id="12" creationId="{065CFC56-19CD-C088-C2BB-18F3DF70B635}"/>
          </ac:spMkLst>
        </pc:spChg>
        <pc:spChg chg="mod">
          <ac:chgData name="Luiza Briana Grether" userId="33b05ef5-dde0-4e2c-af71-3f0410b5559e" providerId="ADAL" clId="{1B1701A9-191B-433E-A851-CC2A19DBA54E}" dt="2024-11-25T13:48:29.967" v="143" actId="20577"/>
          <ac:spMkLst>
            <pc:docMk/>
            <pc:sldMk cId="163507567" sldId="274"/>
            <ac:spMk id="13" creationId="{3A227CCC-C8CB-566C-5D86-E4380A7135B7}"/>
          </ac:spMkLst>
        </pc:spChg>
        <pc:picChg chg="add mod modCrop">
          <ac:chgData name="Luiza Briana Grether" userId="33b05ef5-dde0-4e2c-af71-3f0410b5559e" providerId="ADAL" clId="{1B1701A9-191B-433E-A851-CC2A19DBA54E}" dt="2024-11-25T13:55:56.287" v="224" actId="18131"/>
          <ac:picMkLst>
            <pc:docMk/>
            <pc:sldMk cId="163507567" sldId="274"/>
            <ac:picMk id="5" creationId="{AEDF952E-CF81-2798-6B94-DD16704B284F}"/>
          </ac:picMkLst>
        </pc:picChg>
        <pc:picChg chg="del">
          <ac:chgData name="Luiza Briana Grether" userId="33b05ef5-dde0-4e2c-af71-3f0410b5559e" providerId="ADAL" clId="{1B1701A9-191B-433E-A851-CC2A19DBA54E}" dt="2024-11-25T13:48:50.442" v="149" actId="478"/>
          <ac:picMkLst>
            <pc:docMk/>
            <pc:sldMk cId="163507567" sldId="274"/>
            <ac:picMk id="9" creationId="{B0A8039E-9C7A-B069-DBE1-D7798A6271DB}"/>
          </ac:picMkLst>
        </pc:picChg>
      </pc:sldChg>
      <pc:sldChg chg="modSp new mod">
        <pc:chgData name="Luiza Briana Grether" userId="33b05ef5-dde0-4e2c-af71-3f0410b5559e" providerId="ADAL" clId="{1B1701A9-191B-433E-A851-CC2A19DBA54E}" dt="2024-11-25T14:20:08.349" v="398" actId="20577"/>
        <pc:sldMkLst>
          <pc:docMk/>
          <pc:sldMk cId="1985988881" sldId="275"/>
        </pc:sldMkLst>
        <pc:spChg chg="mod">
          <ac:chgData name="Luiza Briana Grether" userId="33b05ef5-dde0-4e2c-af71-3f0410b5559e" providerId="ADAL" clId="{1B1701A9-191B-433E-A851-CC2A19DBA54E}" dt="2024-11-25T14:19:48.238" v="380" actId="20577"/>
          <ac:spMkLst>
            <pc:docMk/>
            <pc:sldMk cId="1985988881" sldId="275"/>
            <ac:spMk id="2" creationId="{68A540A7-582F-45CF-0991-11C3B1591050}"/>
          </ac:spMkLst>
        </pc:spChg>
        <pc:spChg chg="mod">
          <ac:chgData name="Luiza Briana Grether" userId="33b05ef5-dde0-4e2c-af71-3f0410b5559e" providerId="ADAL" clId="{1B1701A9-191B-433E-A851-CC2A19DBA54E}" dt="2024-11-25T14:20:08.349" v="398" actId="20577"/>
          <ac:spMkLst>
            <pc:docMk/>
            <pc:sldMk cId="1985988881" sldId="275"/>
            <ac:spMk id="3" creationId="{1FC80BF6-551F-6CE0-E3D9-50711418ED3D}"/>
          </ac:spMkLst>
        </pc:spChg>
      </pc:sldChg>
      <pc:sldChg chg="new add del">
        <pc:chgData name="Luiza Briana Grether" userId="33b05ef5-dde0-4e2c-af71-3f0410b5559e" providerId="ADAL" clId="{1B1701A9-191B-433E-A851-CC2A19DBA54E}" dt="2024-11-25T14:18:43.012" v="343" actId="680"/>
        <pc:sldMkLst>
          <pc:docMk/>
          <pc:sldMk cId="2874953724" sldId="275"/>
        </pc:sldMkLst>
      </pc:sldChg>
      <pc:sldChg chg="addSp delSp modSp new del mod modClrScheme chgLayout">
        <pc:chgData name="Luiza Briana Grether" userId="33b05ef5-dde0-4e2c-af71-3f0410b5559e" providerId="ADAL" clId="{1B1701A9-191B-433E-A851-CC2A19DBA54E}" dt="2024-11-25T14:18:39.664" v="331" actId="680"/>
        <pc:sldMkLst>
          <pc:docMk/>
          <pc:sldMk cId="784558655" sldId="276"/>
        </pc:sldMkLst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2" creationId="{799B5938-2597-C948-CE97-D0B68DC8B803}"/>
          </ac:spMkLst>
        </pc:spChg>
        <pc:spChg chg="add del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3" creationId="{89E8DBD9-F376-8B40-96F1-6368DC806EB8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4" creationId="{D44B4304-7606-24A6-7657-99F37FA8BA69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5" creationId="{BCC14CBC-1806-9CA2-638C-89DA35151282}"/>
          </ac:spMkLst>
        </pc:spChg>
      </pc:sldChg>
      <pc:sldChg chg="addSp delSp modSp new mod ord modClrScheme chgLayout">
        <pc:chgData name="Luiza Briana Grether" userId="33b05ef5-dde0-4e2c-af71-3f0410b5559e" providerId="ADAL" clId="{1B1701A9-191B-433E-A851-CC2A19DBA54E}" dt="2024-11-25T17:36:39.699" v="467"/>
        <pc:sldMkLst>
          <pc:docMk/>
          <pc:sldMk cId="3509315260" sldId="276"/>
        </pc:sldMkLst>
        <pc:spChg chg="del mod ord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2" creationId="{E14C37FC-1878-3492-3333-9B8DBE4B9564}"/>
          </ac:spMkLst>
        </pc:spChg>
        <pc:spChg chg="del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3" creationId="{473B165F-C253-EE50-271F-6E57DD6202A5}"/>
          </ac:spMkLst>
        </pc:spChg>
        <pc:spChg chg="add del mod ord">
          <ac:chgData name="Luiza Briana Grether" userId="33b05ef5-dde0-4e2c-af71-3f0410b5559e" providerId="ADAL" clId="{1B1701A9-191B-433E-A851-CC2A19DBA54E}" dt="2024-11-25T14:20:22.428" v="402"/>
          <ac:spMkLst>
            <pc:docMk/>
            <pc:sldMk cId="3509315260" sldId="276"/>
            <ac:spMk id="4" creationId="{A67624E8-4E01-E6C1-59E3-37EF6357F378}"/>
          </ac:spMkLst>
        </pc:spChg>
        <pc:spChg chg="add mod ord">
          <ac:chgData name="Luiza Briana Grether" userId="33b05ef5-dde0-4e2c-af71-3f0410b5559e" providerId="ADAL" clId="{1B1701A9-191B-433E-A851-CC2A19DBA54E}" dt="2024-11-25T14:20:28.267" v="418" actId="20577"/>
          <ac:spMkLst>
            <pc:docMk/>
            <pc:sldMk cId="3509315260" sldId="276"/>
            <ac:spMk id="5" creationId="{04E12360-9C0A-0A47-E9D0-FD781B6F4913}"/>
          </ac:spMkLst>
        </pc:spChg>
        <pc:picChg chg="add mod">
          <ac:chgData name="Luiza Briana Grether" userId="33b05ef5-dde0-4e2c-af71-3f0410b5559e" providerId="ADAL" clId="{1B1701A9-191B-433E-A851-CC2A19DBA54E}" dt="2024-11-25T14:20:23.334" v="404" actId="962"/>
          <ac:picMkLst>
            <pc:docMk/>
            <pc:sldMk cId="3509315260" sldId="276"/>
            <ac:picMk id="7" creationId="{9930BC2B-6AE8-85CE-66BB-D5C7B0467D6D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2.834" v="453" actId="20577"/>
        <pc:sldMkLst>
          <pc:docMk/>
          <pc:sldMk cId="3924382213" sldId="277"/>
        </pc:sldMkLst>
        <pc:spChg chg="del">
          <ac:chgData name="Luiza Briana Grether" userId="33b05ef5-dde0-4e2c-af71-3f0410b5559e" providerId="ADAL" clId="{1B1701A9-191B-433E-A851-CC2A19DBA54E}" dt="2024-11-25T14:20:40.556" v="420"/>
          <ac:spMkLst>
            <pc:docMk/>
            <pc:sldMk cId="3924382213" sldId="277"/>
            <ac:spMk id="2" creationId="{B91A9581-297C-7F9B-6B36-12011023B72F}"/>
          </ac:spMkLst>
        </pc:spChg>
        <pc:spChg chg="mod">
          <ac:chgData name="Luiza Briana Grether" userId="33b05ef5-dde0-4e2c-af71-3f0410b5559e" providerId="ADAL" clId="{1B1701A9-191B-433E-A851-CC2A19DBA54E}" dt="2024-11-25T17:32:22.834" v="453" actId="20577"/>
          <ac:spMkLst>
            <pc:docMk/>
            <pc:sldMk cId="3924382213" sldId="277"/>
            <ac:spMk id="3" creationId="{77FF75B8-7F23-9994-A33A-A962104EE409}"/>
          </ac:spMkLst>
        </pc:spChg>
        <pc:picChg chg="add mod">
          <ac:chgData name="Luiza Briana Grether" userId="33b05ef5-dde0-4e2c-af71-3f0410b5559e" providerId="ADAL" clId="{1B1701A9-191B-433E-A851-CC2A19DBA54E}" dt="2024-11-25T14:20:41.748" v="423" actId="962"/>
          <ac:picMkLst>
            <pc:docMk/>
            <pc:sldMk cId="3924382213" sldId="277"/>
            <ac:picMk id="5" creationId="{059F587D-D6F0-A679-C279-C27BE676BC70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7.899" v="455" actId="20577"/>
        <pc:sldMkLst>
          <pc:docMk/>
          <pc:sldMk cId="3303472297" sldId="278"/>
        </pc:sldMkLst>
        <pc:spChg chg="del">
          <ac:chgData name="Luiza Briana Grether" userId="33b05ef5-dde0-4e2c-af71-3f0410b5559e" providerId="ADAL" clId="{1B1701A9-191B-433E-A851-CC2A19DBA54E}" dt="2024-11-25T14:20:48.381" v="425"/>
          <ac:spMkLst>
            <pc:docMk/>
            <pc:sldMk cId="3303472297" sldId="278"/>
            <ac:spMk id="2" creationId="{4A427EB8-937E-0D57-9959-65E7FF744E2A}"/>
          </ac:spMkLst>
        </pc:spChg>
        <pc:spChg chg="mod">
          <ac:chgData name="Luiza Briana Grether" userId="33b05ef5-dde0-4e2c-af71-3f0410b5559e" providerId="ADAL" clId="{1B1701A9-191B-433E-A851-CC2A19DBA54E}" dt="2024-11-25T17:32:27.899" v="455" actId="20577"/>
          <ac:spMkLst>
            <pc:docMk/>
            <pc:sldMk cId="3303472297" sldId="278"/>
            <ac:spMk id="3" creationId="{631A82A6-9317-C1B2-E932-64EE56B61E62}"/>
          </ac:spMkLst>
        </pc:spChg>
        <pc:picChg chg="add mod">
          <ac:chgData name="Luiza Briana Grether" userId="33b05ef5-dde0-4e2c-af71-3f0410b5559e" providerId="ADAL" clId="{1B1701A9-191B-433E-A851-CC2A19DBA54E}" dt="2024-11-25T14:20:49.432" v="428" actId="962"/>
          <ac:picMkLst>
            <pc:docMk/>
            <pc:sldMk cId="3303472297" sldId="278"/>
            <ac:picMk id="5" creationId="{B43550A1-7ECD-7878-D5D3-D7A5C44A1AC1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9.916" v="457" actId="20577"/>
        <pc:sldMkLst>
          <pc:docMk/>
          <pc:sldMk cId="2915515541" sldId="279"/>
        </pc:sldMkLst>
        <pc:spChg chg="del">
          <ac:chgData name="Luiza Briana Grether" userId="33b05ef5-dde0-4e2c-af71-3f0410b5559e" providerId="ADAL" clId="{1B1701A9-191B-433E-A851-CC2A19DBA54E}" dt="2024-11-25T14:21:05.171" v="430"/>
          <ac:spMkLst>
            <pc:docMk/>
            <pc:sldMk cId="2915515541" sldId="279"/>
            <ac:spMk id="2" creationId="{71A07DDB-1613-C536-AA5B-9001D02DA3FC}"/>
          </ac:spMkLst>
        </pc:spChg>
        <pc:spChg chg="mod">
          <ac:chgData name="Luiza Briana Grether" userId="33b05ef5-dde0-4e2c-af71-3f0410b5559e" providerId="ADAL" clId="{1B1701A9-191B-433E-A851-CC2A19DBA54E}" dt="2024-11-25T17:32:29.916" v="457" actId="20577"/>
          <ac:spMkLst>
            <pc:docMk/>
            <pc:sldMk cId="2915515541" sldId="279"/>
            <ac:spMk id="3" creationId="{E846DAC5-362B-66E4-124F-D44244FCC581}"/>
          </ac:spMkLst>
        </pc:spChg>
        <pc:picChg chg="add mod">
          <ac:chgData name="Luiza Briana Grether" userId="33b05ef5-dde0-4e2c-af71-3f0410b5559e" providerId="ADAL" clId="{1B1701A9-191B-433E-A851-CC2A19DBA54E}" dt="2024-11-25T14:21:06.060" v="433" actId="962"/>
          <ac:picMkLst>
            <pc:docMk/>
            <pc:sldMk cId="2915515541" sldId="279"/>
            <ac:picMk id="5" creationId="{29899096-9D89-7287-63C5-263E69EC5E36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32.194" v="459" actId="20577"/>
        <pc:sldMkLst>
          <pc:docMk/>
          <pc:sldMk cId="68067680" sldId="280"/>
        </pc:sldMkLst>
        <pc:spChg chg="del">
          <ac:chgData name="Luiza Briana Grether" userId="33b05ef5-dde0-4e2c-af71-3f0410b5559e" providerId="ADAL" clId="{1B1701A9-191B-433E-A851-CC2A19DBA54E}" dt="2024-11-25T14:21:12.900" v="435"/>
          <ac:spMkLst>
            <pc:docMk/>
            <pc:sldMk cId="68067680" sldId="280"/>
            <ac:spMk id="2" creationId="{73548A42-B132-578B-2F1F-1460DF5DE4C8}"/>
          </ac:spMkLst>
        </pc:spChg>
        <pc:spChg chg="mod">
          <ac:chgData name="Luiza Briana Grether" userId="33b05ef5-dde0-4e2c-af71-3f0410b5559e" providerId="ADAL" clId="{1B1701A9-191B-433E-A851-CC2A19DBA54E}" dt="2024-11-25T17:32:32.194" v="459" actId="20577"/>
          <ac:spMkLst>
            <pc:docMk/>
            <pc:sldMk cId="68067680" sldId="280"/>
            <ac:spMk id="3" creationId="{823E620E-0A29-5B47-F3E9-E7FB054958FB}"/>
          </ac:spMkLst>
        </pc:spChg>
        <pc:picChg chg="add mod">
          <ac:chgData name="Luiza Briana Grether" userId="33b05ef5-dde0-4e2c-af71-3f0410b5559e" providerId="ADAL" clId="{1B1701A9-191B-433E-A851-CC2A19DBA54E}" dt="2024-11-25T14:21:13.812" v="438" actId="962"/>
          <ac:picMkLst>
            <pc:docMk/>
            <pc:sldMk cId="68067680" sldId="280"/>
            <ac:picMk id="5" creationId="{CD2E5138-0DD3-63E5-AEAD-EAD00A21DB96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8:00:28.554" v="486"/>
        <pc:sldMkLst>
          <pc:docMk/>
          <pc:sldMk cId="4217400491" sldId="281"/>
        </pc:sldMkLst>
        <pc:spChg chg="del">
          <ac:chgData name="Luiza Briana Grether" userId="33b05ef5-dde0-4e2c-af71-3f0410b5559e" providerId="ADAL" clId="{1B1701A9-191B-433E-A851-CC2A19DBA54E}" dt="2024-11-25T17:30:04.866" v="440" actId="931"/>
          <ac:spMkLst>
            <pc:docMk/>
            <pc:sldMk cId="4217400491" sldId="281"/>
            <ac:spMk id="2" creationId="{7459AEAA-F245-1968-378C-2B2F6A23B93F}"/>
          </ac:spMkLst>
        </pc:spChg>
        <pc:spChg chg="mod">
          <ac:chgData name="Luiza Briana Grether" userId="33b05ef5-dde0-4e2c-af71-3f0410b5559e" providerId="ADAL" clId="{1B1701A9-191B-433E-A851-CC2A19DBA54E}" dt="2024-11-25T17:32:35.754" v="461" actId="20577"/>
          <ac:spMkLst>
            <pc:docMk/>
            <pc:sldMk cId="4217400491" sldId="281"/>
            <ac:spMk id="3" creationId="{FD78774C-2196-3E8D-A6CD-3A83673137E2}"/>
          </ac:spMkLst>
        </pc:spChg>
        <pc:picChg chg="add mod">
          <ac:chgData name="Luiza Briana Grether" userId="33b05ef5-dde0-4e2c-af71-3f0410b5559e" providerId="ADAL" clId="{1B1701A9-191B-433E-A851-CC2A19DBA54E}" dt="2024-11-25T17:30:05.967" v="442" actId="27614"/>
          <ac:picMkLst>
            <pc:docMk/>
            <pc:sldMk cId="4217400491" sldId="281"/>
            <ac:picMk id="5" creationId="{B665477C-5A05-567D-1B84-B447BF5537D8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7:54:59.468" v="474"/>
        <pc:sldMkLst>
          <pc:docMk/>
          <pc:sldMk cId="862050276" sldId="282"/>
        </pc:sldMkLst>
        <pc:spChg chg="del">
          <ac:chgData name="Luiza Briana Grether" userId="33b05ef5-dde0-4e2c-af71-3f0410b5559e" providerId="ADAL" clId="{1B1701A9-191B-433E-A851-CC2A19DBA54E}" dt="2024-11-25T17:30:14.411" v="444" actId="931"/>
          <ac:spMkLst>
            <pc:docMk/>
            <pc:sldMk cId="862050276" sldId="282"/>
            <ac:spMk id="2" creationId="{1D347107-EEE5-DBCA-177D-64BBB5063F99}"/>
          </ac:spMkLst>
        </pc:spChg>
        <pc:spChg chg="mod">
          <ac:chgData name="Luiza Briana Grether" userId="33b05ef5-dde0-4e2c-af71-3f0410b5559e" providerId="ADAL" clId="{1B1701A9-191B-433E-A851-CC2A19DBA54E}" dt="2024-11-25T17:30:14.542" v="445" actId="27636"/>
          <ac:spMkLst>
            <pc:docMk/>
            <pc:sldMk cId="862050276" sldId="282"/>
            <ac:spMk id="3" creationId="{C6BF498D-EF19-8ADE-F57D-A27F32A5755C}"/>
          </ac:spMkLst>
        </pc:spChg>
        <pc:picChg chg="add mod">
          <ac:chgData name="Luiza Briana Grether" userId="33b05ef5-dde0-4e2c-af71-3f0410b5559e" providerId="ADAL" clId="{1B1701A9-191B-433E-A851-CC2A19DBA54E}" dt="2024-11-25T17:30:14.997" v="446" actId="27614"/>
          <ac:picMkLst>
            <pc:docMk/>
            <pc:sldMk cId="862050276" sldId="282"/>
            <ac:picMk id="5" creationId="{325FA532-5F83-26C5-5ED7-60CBCA4C9317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9:29:57.937" v="522" actId="27614"/>
        <pc:sldMkLst>
          <pc:docMk/>
          <pc:sldMk cId="2508726786" sldId="283"/>
        </pc:sldMkLst>
        <pc:spChg chg="del">
          <ac:chgData name="Luiza Briana Grether" userId="33b05ef5-dde0-4e2c-af71-3f0410b5559e" providerId="ADAL" clId="{1B1701A9-191B-433E-A851-CC2A19DBA54E}" dt="2024-11-25T17:30:20.071" v="448" actId="931"/>
          <ac:spMkLst>
            <pc:docMk/>
            <pc:sldMk cId="2508726786" sldId="283"/>
            <ac:spMk id="2" creationId="{339C78C9-E69A-F3E8-DBB5-EA374FE4B8A0}"/>
          </ac:spMkLst>
        </pc:spChg>
        <pc:spChg chg="mod">
          <ac:chgData name="Luiza Briana Grether" userId="33b05ef5-dde0-4e2c-af71-3f0410b5559e" providerId="ADAL" clId="{1B1701A9-191B-433E-A851-CC2A19DBA54E}" dt="2024-11-25T17:33:03.954" v="463" actId="20577"/>
          <ac:spMkLst>
            <pc:docMk/>
            <pc:sldMk cId="2508726786" sldId="283"/>
            <ac:spMk id="3" creationId="{C6ED1CD5-25D6-3511-7EF3-63F0EDA0675B}"/>
          </ac:spMkLst>
        </pc:spChg>
        <pc:spChg chg="add del mod">
          <ac:chgData name="Luiza Briana Grether" userId="33b05ef5-dde0-4e2c-af71-3f0410b5559e" providerId="ADAL" clId="{1B1701A9-191B-433E-A851-CC2A19DBA54E}" dt="2024-11-25T19:29:53.936" v="521" actId="931"/>
          <ac:spMkLst>
            <pc:docMk/>
            <pc:sldMk cId="2508726786" sldId="283"/>
            <ac:spMk id="7" creationId="{F69389A7-5055-F159-4018-78F2C690BEF3}"/>
          </ac:spMkLst>
        </pc:spChg>
        <pc:picChg chg="add del mod">
          <ac:chgData name="Luiza Briana Grether" userId="33b05ef5-dde0-4e2c-af71-3f0410b5559e" providerId="ADAL" clId="{1B1701A9-191B-433E-A851-CC2A19DBA54E}" dt="2024-11-25T19:29:44.266" v="520" actId="478"/>
          <ac:picMkLst>
            <pc:docMk/>
            <pc:sldMk cId="2508726786" sldId="283"/>
            <ac:picMk id="5" creationId="{431B780E-CFD3-7380-2C11-A4B7C02D8775}"/>
          </ac:picMkLst>
        </pc:picChg>
        <pc:picChg chg="add mod">
          <ac:chgData name="Luiza Briana Grether" userId="33b05ef5-dde0-4e2c-af71-3f0410b5559e" providerId="ADAL" clId="{1B1701A9-191B-433E-A851-CC2A19DBA54E}" dt="2024-11-25T19:29:57.937" v="522" actId="27614"/>
          <ac:picMkLst>
            <pc:docMk/>
            <pc:sldMk cId="2508726786" sldId="283"/>
            <ac:picMk id="9" creationId="{646A9AC4-FEEB-2EB1-9323-E5AFADCA5B2B}"/>
          </ac:picMkLst>
        </pc:picChg>
      </pc:sldChg>
      <pc:sldChg chg="addSp delSp modSp new mod modClrScheme chgLayout">
        <pc:chgData name="Luiza Briana Grether" userId="33b05ef5-dde0-4e2c-af71-3f0410b5559e" providerId="ADAL" clId="{1B1701A9-191B-433E-A851-CC2A19DBA54E}" dt="2024-11-25T19:30:37.966" v="531" actId="27636"/>
        <pc:sldMkLst>
          <pc:docMk/>
          <pc:sldMk cId="773479272" sldId="284"/>
        </pc:sldMkLst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2" creationId="{2EF688A0-C145-65DB-3C09-330A516E6B8B}"/>
          </ac:spMkLst>
        </pc:spChg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3" creationId="{088397D0-FD21-9DA6-F7EB-B91FBF16EE54}"/>
          </ac:spMkLst>
        </pc:spChg>
        <pc:spChg chg="add mod or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4" creationId="{A2730A6F-EB53-9324-EE6E-97E5ABB2F7FB}"/>
          </ac:spMkLst>
        </pc:spChg>
        <pc:spChg chg="add mod ord">
          <ac:chgData name="Luiza Briana Grether" userId="33b05ef5-dde0-4e2c-af71-3f0410b5559e" providerId="ADAL" clId="{1B1701A9-191B-433E-A851-CC2A19DBA54E}" dt="2024-11-25T19:30:37.966" v="531" actId="27636"/>
          <ac:spMkLst>
            <pc:docMk/>
            <pc:sldMk cId="773479272" sldId="284"/>
            <ac:spMk id="5" creationId="{AEC7FBAA-828B-DC41-B34B-4D818B39E26F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6" creationId="{2663F6FB-0CE3-8379-C7D4-6FD158F64A94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7" creationId="{316ACDFA-C9A3-6D79-1E7E-D606BD9F1158}"/>
          </ac:spMkLst>
        </pc:spChg>
      </pc:sldChg>
      <pc:sldMasterChg chg="modSldLayout">
        <pc:chgData name="Luiza Briana Grether" userId="33b05ef5-dde0-4e2c-af71-3f0410b5559e" providerId="ADAL" clId="{1B1701A9-191B-433E-A851-CC2A19DBA54E}" dt="2024-11-25T17:59:34.982" v="483"/>
        <pc:sldMasterMkLst>
          <pc:docMk/>
          <pc:sldMasterMk cId="3332300950" sldId="2147483648"/>
        </pc:sldMasterMkLst>
        <pc:sldLayoutChg chg="modSp mod">
          <pc:chgData name="Luiza Briana Grether" userId="33b05ef5-dde0-4e2c-af71-3f0410b5559e" providerId="ADAL" clId="{1B1701A9-191B-433E-A851-CC2A19DBA54E}" dt="2024-11-25T17:59:24.952" v="481" actId="1076"/>
          <pc:sldLayoutMkLst>
            <pc:docMk/>
            <pc:sldMasterMk cId="3332300950" sldId="2147483648"/>
            <pc:sldLayoutMk cId="2057250987" sldId="2147483657"/>
          </pc:sldLayoutMkLst>
          <pc:spChg chg="mod">
            <ac:chgData name="Luiza Briana Grether" userId="33b05ef5-dde0-4e2c-af71-3f0410b5559e" providerId="ADAL" clId="{1B1701A9-191B-433E-A851-CC2A19DBA54E}" dt="2024-11-25T17:59:24.952" v="481" actId="107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</pc:sldLayoutChg>
        <pc:sldLayoutChg chg="addSp delSp modSp mod">
          <pc:chgData name="Luiza Briana Grether" userId="33b05ef5-dde0-4e2c-af71-3f0410b5559e" providerId="ADAL" clId="{1B1701A9-191B-433E-A851-CC2A19DBA54E}" dt="2024-11-25T17:59:34.982" v="483"/>
          <pc:sldLayoutMkLst>
            <pc:docMk/>
            <pc:sldMasterMk cId="3332300950" sldId="2147483648"/>
            <pc:sldLayoutMk cId="1640369259" sldId="2147483658"/>
          </pc:sldLayoutMkLst>
          <pc:spChg chg="add mod">
            <ac:chgData name="Luiza Briana Grether" userId="33b05ef5-dde0-4e2c-af71-3f0410b5559e" providerId="ADAL" clId="{1B1701A9-191B-433E-A851-CC2A19DBA54E}" dt="2024-11-25T17:59:34.982" v="483"/>
            <ac:spMkLst>
              <pc:docMk/>
              <pc:sldMasterMk cId="3332300950" sldId="2147483648"/>
              <pc:sldLayoutMk cId="1640369259" sldId="2147483658"/>
              <ac:spMk id="2" creationId="{A6DAFF80-5242-640A-C617-6C9212C6124B}"/>
            </ac:spMkLst>
          </pc:spChg>
          <pc:spChg chg="del mod">
            <ac:chgData name="Luiza Briana Grether" userId="33b05ef5-dde0-4e2c-af71-3f0410b5559e" providerId="ADAL" clId="{1B1701A9-191B-433E-A851-CC2A19DBA54E}" dt="2024-11-25T17:59:34.593" v="482" actId="478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</pc:sldLayoutChg>
      </pc:sldMasterChg>
    </pc:docChg>
  </pc:docChgLst>
  <pc:docChgLst>
    <pc:chgData name="Luiza Briana Grether" userId="33b05ef5-dde0-4e2c-af71-3f0410b5559e" providerId="ADAL" clId="{9DFE6B6B-F089-4EC1-8A18-BD60DE033737}"/>
    <pc:docChg chg="custSel addSld delSld modSld">
      <pc:chgData name="Luiza Briana Grether" userId="33b05ef5-dde0-4e2c-af71-3f0410b5559e" providerId="ADAL" clId="{9DFE6B6B-F089-4EC1-8A18-BD60DE033737}" dt="2024-12-15T22:37:51.029" v="166" actId="700"/>
      <pc:docMkLst>
        <pc:docMk/>
      </pc:docMkLst>
      <pc:sldChg chg="addSp modSp">
        <pc:chgData name="Luiza Briana Grether" userId="33b05ef5-dde0-4e2c-af71-3f0410b5559e" providerId="ADAL" clId="{9DFE6B6B-F089-4EC1-8A18-BD60DE033737}" dt="2024-12-15T22:24:28.846" v="0"/>
        <pc:sldMkLst>
          <pc:docMk/>
          <pc:sldMk cId="1019073360" sldId="256"/>
        </pc:sldMkLst>
        <pc:picChg chg="add mod">
          <ac:chgData name="Luiza Briana Grether" userId="33b05ef5-dde0-4e2c-af71-3f0410b5559e" providerId="ADAL" clId="{9DFE6B6B-F089-4EC1-8A18-BD60DE033737}" dt="2024-12-15T22:24:28.846" v="0"/>
          <ac:picMkLst>
            <pc:docMk/>
            <pc:sldMk cId="1019073360" sldId="256"/>
            <ac:picMk id="2" creationId="{B6119A45-6281-762E-30A8-FFCC58ED821E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24:51.056" v="8" actId="20577"/>
        <pc:sldMkLst>
          <pc:docMk/>
          <pc:sldMk cId="2528182625" sldId="257"/>
        </pc:sldMkLst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2" creationId="{25FA15FE-91FA-71AD-96AC-A99E658AE786}"/>
          </ac:spMkLst>
        </pc:spChg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3" creationId="{2FE45A97-7957-D257-2FB6-69D15438F4C3}"/>
          </ac:spMkLst>
        </pc:spChg>
        <pc:spChg chg="add mod ord">
          <ac:chgData name="Luiza Briana Grether" userId="33b05ef5-dde0-4e2c-af71-3f0410b5559e" providerId="ADAL" clId="{9DFE6B6B-F089-4EC1-8A18-BD60DE033737}" dt="2024-12-15T22:24:46.361" v="5" actId="20577"/>
          <ac:spMkLst>
            <pc:docMk/>
            <pc:sldMk cId="2528182625" sldId="257"/>
            <ac:spMk id="4" creationId="{F05A8BD7-6B49-7073-B4AB-3B3D743613FA}"/>
          </ac:spMkLst>
        </pc:spChg>
        <pc:spChg chg="add mod ord">
          <ac:chgData name="Luiza Briana Grether" userId="33b05ef5-dde0-4e2c-af71-3f0410b5559e" providerId="ADAL" clId="{9DFE6B6B-F089-4EC1-8A18-BD60DE033737}" dt="2024-12-15T22:24:51.056" v="8" actId="20577"/>
          <ac:spMkLst>
            <pc:docMk/>
            <pc:sldMk cId="2528182625" sldId="257"/>
            <ac:spMk id="5" creationId="{973F4612-AE2B-7388-5889-10F3F2E15064}"/>
          </ac:spMkLst>
        </pc:sp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823548911" sldId="257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81846017" sldId="258"/>
        </pc:sldMkLst>
      </pc:sldChg>
      <pc:sldChg chg="addSp modSp new mod">
        <pc:chgData name="Luiza Briana Grether" userId="33b05ef5-dde0-4e2c-af71-3f0410b5559e" providerId="ADAL" clId="{9DFE6B6B-F089-4EC1-8A18-BD60DE033737}" dt="2024-12-15T22:25:04.533" v="12" actId="962"/>
        <pc:sldMkLst>
          <pc:docMk/>
          <pc:sldMk cId="1745408993" sldId="258"/>
        </pc:sldMkLst>
        <pc:picChg chg="add mod">
          <ac:chgData name="Luiza Briana Grether" userId="33b05ef5-dde0-4e2c-af71-3f0410b5559e" providerId="ADAL" clId="{9DFE6B6B-F089-4EC1-8A18-BD60DE033737}" dt="2024-12-15T22:25:04.533" v="12" actId="962"/>
          <ac:picMkLst>
            <pc:docMk/>
            <pc:sldMk cId="1745408993" sldId="258"/>
            <ac:picMk id="5" creationId="{70279CAD-0929-845A-2474-C02FFB2EAC4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30.394" v="16" actId="27614"/>
        <pc:sldMkLst>
          <pc:docMk/>
          <pc:sldMk cId="1368692720" sldId="259"/>
        </pc:sldMkLst>
        <pc:picChg chg="add mod">
          <ac:chgData name="Luiza Briana Grether" userId="33b05ef5-dde0-4e2c-af71-3f0410b5559e" providerId="ADAL" clId="{9DFE6B6B-F089-4EC1-8A18-BD60DE033737}" dt="2024-12-15T22:31:30.394" v="16" actId="27614"/>
          <ac:picMkLst>
            <pc:docMk/>
            <pc:sldMk cId="1368692720" sldId="259"/>
            <ac:picMk id="5" creationId="{4657C2F7-987D-2B5C-7408-FAC34642709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58341558" sldId="259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631850462" sldId="260"/>
        </pc:sldMkLst>
      </pc:sldChg>
      <pc:sldChg chg="addSp modSp new mod">
        <pc:chgData name="Luiza Briana Grether" userId="33b05ef5-dde0-4e2c-af71-3f0410b5559e" providerId="ADAL" clId="{9DFE6B6B-F089-4EC1-8A18-BD60DE033737}" dt="2024-12-15T22:31:38.586" v="20" actId="27614"/>
        <pc:sldMkLst>
          <pc:docMk/>
          <pc:sldMk cId="3751108855" sldId="260"/>
        </pc:sldMkLst>
        <pc:picChg chg="add mod">
          <ac:chgData name="Luiza Briana Grether" userId="33b05ef5-dde0-4e2c-af71-3f0410b5559e" providerId="ADAL" clId="{9DFE6B6B-F089-4EC1-8A18-BD60DE033737}" dt="2024-12-15T22:31:38.586" v="20" actId="27614"/>
          <ac:picMkLst>
            <pc:docMk/>
            <pc:sldMk cId="3751108855" sldId="260"/>
            <ac:picMk id="5" creationId="{023027BF-0BED-DECD-7A5B-FC76A0F9F4B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41.263" v="23" actId="27614"/>
        <pc:sldMkLst>
          <pc:docMk/>
          <pc:sldMk cId="2798828515" sldId="261"/>
        </pc:sldMkLst>
        <pc:picChg chg="add mod">
          <ac:chgData name="Luiza Briana Grether" userId="33b05ef5-dde0-4e2c-af71-3f0410b5559e" providerId="ADAL" clId="{9DFE6B6B-F089-4EC1-8A18-BD60DE033737}" dt="2024-12-15T22:31:41.263" v="23" actId="27614"/>
          <ac:picMkLst>
            <pc:docMk/>
            <pc:sldMk cId="2798828515" sldId="261"/>
            <ac:picMk id="5" creationId="{F4831AA2-CD6B-6CA4-BAA7-983F5A6FD75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770203671" sldId="261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60996210" sldId="262"/>
        </pc:sldMkLst>
      </pc:sldChg>
      <pc:sldChg chg="addSp modSp new mod">
        <pc:chgData name="Luiza Briana Grether" userId="33b05ef5-dde0-4e2c-af71-3f0410b5559e" providerId="ADAL" clId="{9DFE6B6B-F089-4EC1-8A18-BD60DE033737}" dt="2024-12-15T22:31:46.506" v="26" actId="27614"/>
        <pc:sldMkLst>
          <pc:docMk/>
          <pc:sldMk cId="1684926294" sldId="262"/>
        </pc:sldMkLst>
        <pc:picChg chg="add mod">
          <ac:chgData name="Luiza Briana Grether" userId="33b05ef5-dde0-4e2c-af71-3f0410b5559e" providerId="ADAL" clId="{9DFE6B6B-F089-4EC1-8A18-BD60DE033737}" dt="2024-12-15T22:31:46.506" v="26" actId="27614"/>
          <ac:picMkLst>
            <pc:docMk/>
            <pc:sldMk cId="1684926294" sldId="262"/>
            <ac:picMk id="5" creationId="{D0B54E0C-9D8D-8447-CE73-66F77BDD9BF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35048995" sldId="263"/>
        </pc:sldMkLst>
      </pc:sldChg>
      <pc:sldChg chg="addSp modSp new mod">
        <pc:chgData name="Luiza Briana Grether" userId="33b05ef5-dde0-4e2c-af71-3f0410b5559e" providerId="ADAL" clId="{9DFE6B6B-F089-4EC1-8A18-BD60DE033737}" dt="2024-12-15T22:31:51.206" v="29" actId="962"/>
        <pc:sldMkLst>
          <pc:docMk/>
          <pc:sldMk cId="3084504835" sldId="263"/>
        </pc:sldMkLst>
        <pc:picChg chg="add mod">
          <ac:chgData name="Luiza Briana Grether" userId="33b05ef5-dde0-4e2c-af71-3f0410b5559e" providerId="ADAL" clId="{9DFE6B6B-F089-4EC1-8A18-BD60DE033737}" dt="2024-12-15T22:31:51.206" v="29" actId="962"/>
          <ac:picMkLst>
            <pc:docMk/>
            <pc:sldMk cId="3084504835" sldId="263"/>
            <ac:picMk id="5" creationId="{C7B0B814-05E6-7ED5-D399-A937A59880A3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132087079" sldId="264"/>
        </pc:sldMkLst>
      </pc:sldChg>
      <pc:sldChg chg="addSp modSp new mod">
        <pc:chgData name="Luiza Briana Grether" userId="33b05ef5-dde0-4e2c-af71-3f0410b5559e" providerId="ADAL" clId="{9DFE6B6B-F089-4EC1-8A18-BD60DE033737}" dt="2024-12-15T22:32:09.624" v="32" actId="27614"/>
        <pc:sldMkLst>
          <pc:docMk/>
          <pc:sldMk cId="3934099269" sldId="264"/>
        </pc:sldMkLst>
        <pc:picChg chg="add mod">
          <ac:chgData name="Luiza Briana Grether" userId="33b05ef5-dde0-4e2c-af71-3f0410b5559e" providerId="ADAL" clId="{9DFE6B6B-F089-4EC1-8A18-BD60DE033737}" dt="2024-12-15T22:32:09.624" v="32" actId="27614"/>
          <ac:picMkLst>
            <pc:docMk/>
            <pc:sldMk cId="3934099269" sldId="264"/>
            <ac:picMk id="5" creationId="{5FA7072F-F4DE-EC89-FEB1-76F8BEB777F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584547635" sldId="265"/>
        </pc:sldMkLst>
      </pc:sldChg>
      <pc:sldChg chg="addSp modSp new mod">
        <pc:chgData name="Luiza Briana Grether" userId="33b05ef5-dde0-4e2c-af71-3f0410b5559e" providerId="ADAL" clId="{9DFE6B6B-F089-4EC1-8A18-BD60DE033737}" dt="2024-12-15T22:32:12.614" v="35" actId="27614"/>
        <pc:sldMkLst>
          <pc:docMk/>
          <pc:sldMk cId="3308737555" sldId="265"/>
        </pc:sldMkLst>
        <pc:picChg chg="add mod">
          <ac:chgData name="Luiza Briana Grether" userId="33b05ef5-dde0-4e2c-af71-3f0410b5559e" providerId="ADAL" clId="{9DFE6B6B-F089-4EC1-8A18-BD60DE033737}" dt="2024-12-15T22:32:12.614" v="35" actId="27614"/>
          <ac:picMkLst>
            <pc:docMk/>
            <pc:sldMk cId="3308737555" sldId="265"/>
            <ac:picMk id="5" creationId="{5AF81524-246D-3C30-B715-B3282F52072F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001626292" sldId="266"/>
        </pc:sldMkLst>
      </pc:sldChg>
      <pc:sldChg chg="addSp modSp new mod">
        <pc:chgData name="Luiza Briana Grether" userId="33b05ef5-dde0-4e2c-af71-3f0410b5559e" providerId="ADAL" clId="{9DFE6B6B-F089-4EC1-8A18-BD60DE033737}" dt="2024-12-15T22:32:21.374" v="39" actId="27614"/>
        <pc:sldMkLst>
          <pc:docMk/>
          <pc:sldMk cId="3161124614" sldId="266"/>
        </pc:sldMkLst>
        <pc:picChg chg="add mod">
          <ac:chgData name="Luiza Briana Grether" userId="33b05ef5-dde0-4e2c-af71-3f0410b5559e" providerId="ADAL" clId="{9DFE6B6B-F089-4EC1-8A18-BD60DE033737}" dt="2024-12-15T22:32:21.374" v="39" actId="27614"/>
          <ac:picMkLst>
            <pc:docMk/>
            <pc:sldMk cId="3161124614" sldId="266"/>
            <ac:picMk id="5" creationId="{4FBDD951-2F3D-6342-B4CB-B9DF2305041E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971869915" sldId="267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2:53.992" v="50"/>
        <pc:sldMkLst>
          <pc:docMk/>
          <pc:sldMk cId="3468190303" sldId="267"/>
        </pc:sldMkLst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2" creationId="{0D6C252C-228C-2167-DFB7-93C59505C979}"/>
          </ac:spMkLst>
        </pc:spChg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3" creationId="{449EFA52-7777-972B-394A-41BE48DAF46B}"/>
          </ac:spMkLst>
        </pc:spChg>
        <pc:spChg chg="add mod ord">
          <ac:chgData name="Luiza Briana Grether" userId="33b05ef5-dde0-4e2c-af71-3f0410b5559e" providerId="ADAL" clId="{9DFE6B6B-F089-4EC1-8A18-BD60DE033737}" dt="2024-12-15T22:32:42.974" v="45" actId="403"/>
          <ac:spMkLst>
            <pc:docMk/>
            <pc:sldMk cId="3468190303" sldId="267"/>
            <ac:spMk id="4" creationId="{18081A5D-F9A4-BFD9-72B7-71F13AC6F5FB}"/>
          </ac:spMkLst>
        </pc:spChg>
        <pc:spChg chg="add del mod ord">
          <ac:chgData name="Luiza Briana Grether" userId="33b05ef5-dde0-4e2c-af71-3f0410b5559e" providerId="ADAL" clId="{9DFE6B6B-F089-4EC1-8A18-BD60DE033737}" dt="2024-12-15T22:32:53.992" v="50"/>
          <ac:spMkLst>
            <pc:docMk/>
            <pc:sldMk cId="3468190303" sldId="267"/>
            <ac:spMk id="5" creationId="{209B5B38-C70D-98CC-C309-159C2577724A}"/>
          </ac:spMkLst>
        </pc:spChg>
        <pc:spChg chg="add mod ord">
          <ac:chgData name="Luiza Briana Grether" userId="33b05ef5-dde0-4e2c-af71-3f0410b5559e" providerId="ADAL" clId="{9DFE6B6B-F089-4EC1-8A18-BD60DE033737}" dt="2024-12-15T22:32:48.198" v="47" actId="20577"/>
          <ac:spMkLst>
            <pc:docMk/>
            <pc:sldMk cId="3468190303" sldId="267"/>
            <ac:spMk id="6" creationId="{B11361DC-7251-2B3B-DB25-35FE607BB0E7}"/>
          </ac:spMkLst>
        </pc:spChg>
        <pc:picChg chg="add del mod">
          <ac:chgData name="Luiza Briana Grether" userId="33b05ef5-dde0-4e2c-af71-3f0410b5559e" providerId="ADAL" clId="{9DFE6B6B-F089-4EC1-8A18-BD60DE033737}" dt="2024-12-15T22:32:53.479" v="49" actId="21"/>
          <ac:picMkLst>
            <pc:docMk/>
            <pc:sldMk cId="3468190303" sldId="267"/>
            <ac:picMk id="7" creationId="{4B221115-D2FC-18F4-1F1F-5E43CFCBE92A}"/>
          </ac:picMkLst>
        </pc:picChg>
        <pc:picChg chg="add mod">
          <ac:chgData name="Luiza Briana Grether" userId="33b05ef5-dde0-4e2c-af71-3f0410b5559e" providerId="ADAL" clId="{9DFE6B6B-F089-4EC1-8A18-BD60DE033737}" dt="2024-12-15T22:32:53.992" v="50"/>
          <ac:picMkLst>
            <pc:docMk/>
            <pc:sldMk cId="3468190303" sldId="267"/>
            <ac:picMk id="8" creationId="{4B221115-D2FC-18F4-1F1F-5E43CFCBE92A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3:14.381" v="58"/>
        <pc:sldMkLst>
          <pc:docMk/>
          <pc:sldMk cId="310857222" sldId="268"/>
        </pc:sldMkLst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2" creationId="{B13B0AF6-4EBC-B2F0-23AD-DD66A81BED55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3" creationId="{8EE8138B-3F0A-7D7D-7A0C-7236B79A4E3D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4" creationId="{3D25C4FD-D155-F96F-4802-8BC4502F1676}"/>
          </ac:spMkLst>
        </pc:spChg>
        <pc:spChg chg="add del mod ord">
          <ac:chgData name="Luiza Briana Grether" userId="33b05ef5-dde0-4e2c-af71-3f0410b5559e" providerId="ADAL" clId="{9DFE6B6B-F089-4EC1-8A18-BD60DE033737}" dt="2024-12-15T22:33:03.966" v="54" actId="478"/>
          <ac:spMkLst>
            <pc:docMk/>
            <pc:sldMk cId="310857222" sldId="268"/>
            <ac:spMk id="5" creationId="{D9388541-3621-2D46-D1A0-E4E4B6DAF9B6}"/>
          </ac:spMkLst>
        </pc:spChg>
        <pc:spChg chg="add del mod ord">
          <ac:chgData name="Luiza Briana Grether" userId="33b05ef5-dde0-4e2c-af71-3f0410b5559e" providerId="ADAL" clId="{9DFE6B6B-F089-4EC1-8A18-BD60DE033737}" dt="2024-12-15T22:33:04.795" v="55" actId="478"/>
          <ac:spMkLst>
            <pc:docMk/>
            <pc:sldMk cId="310857222" sldId="268"/>
            <ac:spMk id="6" creationId="{A9215A65-4B71-4CCF-8E03-B6CCD3DDD872}"/>
          </ac:spMkLst>
        </pc:spChg>
        <pc:spChg chg="add del mod ord">
          <ac:chgData name="Luiza Briana Grether" userId="33b05ef5-dde0-4e2c-af71-3f0410b5559e" providerId="ADAL" clId="{9DFE6B6B-F089-4EC1-8A18-BD60DE033737}" dt="2024-12-15T22:33:06.597" v="57" actId="478"/>
          <ac:spMkLst>
            <pc:docMk/>
            <pc:sldMk cId="310857222" sldId="268"/>
            <ac:spMk id="7" creationId="{D8424BAA-0812-E737-5BE2-9CDD83496598}"/>
          </ac:spMkLst>
        </pc:spChg>
        <pc:spChg chg="add del mod ord">
          <ac:chgData name="Luiza Briana Grether" userId="33b05ef5-dde0-4e2c-af71-3f0410b5559e" providerId="ADAL" clId="{9DFE6B6B-F089-4EC1-8A18-BD60DE033737}" dt="2024-12-15T22:33:05.965" v="56" actId="478"/>
          <ac:spMkLst>
            <pc:docMk/>
            <pc:sldMk cId="310857222" sldId="268"/>
            <ac:spMk id="8" creationId="{0E597B0F-B3E9-153C-EDCC-BB7F2B03A99C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9" creationId="{FFC308F7-BCFB-9E22-ECC2-E7C0BF3D3DB5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10" creationId="{E7CC6151-5446-0249-1033-5EA8AA312A19}"/>
          </ac:spMkLst>
        </pc:spChg>
        <pc:picChg chg="add mod">
          <ac:chgData name="Luiza Briana Grether" userId="33b05ef5-dde0-4e2c-af71-3f0410b5559e" providerId="ADAL" clId="{9DFE6B6B-F089-4EC1-8A18-BD60DE033737}" dt="2024-12-15T22:33:14.381" v="58"/>
          <ac:picMkLst>
            <pc:docMk/>
            <pc:sldMk cId="310857222" sldId="268"/>
            <ac:picMk id="11" creationId="{BEC1D876-2871-5256-6727-7A0493008F35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205183785" sldId="268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72377310" sldId="269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3:35.357" v="65" actId="27614"/>
        <pc:sldMkLst>
          <pc:docMk/>
          <pc:sldMk cId="2714862983" sldId="269"/>
        </pc:sldMkLst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2" creationId="{87A83AEF-7231-D688-CAEE-124D5C4883E3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3" creationId="{D899EFA3-00E8-002D-BE14-7BBB3CC6C9AA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4" creationId="{5C42E7B5-C3E0-03F5-6424-9C594C3C4851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5" creationId="{B41EA38E-A6B9-DAF0-E4EE-A712BCA71BB4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6" creationId="{0055F05D-BFC4-F0E4-F7AA-224B701509CC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7" creationId="{212ABF85-821A-6CF9-E80E-85FA7222601D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8" creationId="{29DBC99C-344D-96DD-EE17-942BDBB80463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9" creationId="{DD947FFB-B3F2-1710-4DFD-CFACBF9A4FE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0" creationId="{1BC07642-FECC-EBDB-5E50-6C03A7A78B7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1" creationId="{66A2C3F5-27F2-48F0-94EB-DAE2F76DD4D2}"/>
          </ac:spMkLst>
        </pc:spChg>
        <pc:picChg chg="add mod">
          <ac:chgData name="Luiza Briana Grether" userId="33b05ef5-dde0-4e2c-af71-3f0410b5559e" providerId="ADAL" clId="{9DFE6B6B-F089-4EC1-8A18-BD60DE033737}" dt="2024-12-15T22:33:35.357" v="65" actId="27614"/>
          <ac:picMkLst>
            <pc:docMk/>
            <pc:sldMk cId="2714862983" sldId="269"/>
            <ac:picMk id="13" creationId="{4DFEA4EF-6157-DE85-EF94-4F7EDB37B0D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41.444" v="68" actId="962"/>
        <pc:sldMkLst>
          <pc:docMk/>
          <pc:sldMk cId="937987017" sldId="270"/>
        </pc:sldMkLst>
        <pc:picChg chg="add mod">
          <ac:chgData name="Luiza Briana Grether" userId="33b05ef5-dde0-4e2c-af71-3f0410b5559e" providerId="ADAL" clId="{9DFE6B6B-F089-4EC1-8A18-BD60DE033737}" dt="2024-12-15T22:33:41.444" v="68" actId="962"/>
          <ac:picMkLst>
            <pc:docMk/>
            <pc:sldMk cId="937987017" sldId="270"/>
            <ac:picMk id="5" creationId="{97BCF58E-DC4D-EA86-05B4-29CB89A50D3D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79635850" sldId="270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27386013" sldId="271"/>
        </pc:sldMkLst>
      </pc:sldChg>
      <pc:sldChg chg="addSp modSp new mod">
        <pc:chgData name="Luiza Briana Grether" userId="33b05ef5-dde0-4e2c-af71-3f0410b5559e" providerId="ADAL" clId="{9DFE6B6B-F089-4EC1-8A18-BD60DE033737}" dt="2024-12-15T22:33:59.609" v="73" actId="27614"/>
        <pc:sldMkLst>
          <pc:docMk/>
          <pc:sldMk cId="2781532611" sldId="271"/>
        </pc:sldMkLst>
        <pc:picChg chg="add mod">
          <ac:chgData name="Luiza Briana Grether" userId="33b05ef5-dde0-4e2c-af71-3f0410b5559e" providerId="ADAL" clId="{9DFE6B6B-F089-4EC1-8A18-BD60DE033737}" dt="2024-12-15T22:33:59.609" v="73" actId="27614"/>
          <ac:picMkLst>
            <pc:docMk/>
            <pc:sldMk cId="2781532611" sldId="271"/>
            <ac:picMk id="5" creationId="{52FD7618-D08D-13B8-E3E8-4EFF9286D6A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59.719" v="76" actId="962"/>
        <pc:sldMkLst>
          <pc:docMk/>
          <pc:sldMk cId="109675811" sldId="272"/>
        </pc:sldMkLst>
        <pc:picChg chg="add mod">
          <ac:chgData name="Luiza Briana Grether" userId="33b05ef5-dde0-4e2c-af71-3f0410b5559e" providerId="ADAL" clId="{9DFE6B6B-F089-4EC1-8A18-BD60DE033737}" dt="2024-12-15T22:33:59.719" v="76" actId="962"/>
          <ac:picMkLst>
            <pc:docMk/>
            <pc:sldMk cId="109675811" sldId="272"/>
            <ac:picMk id="5" creationId="{93D4F779-0F2F-DDA0-71F8-A73C0E083EF7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727648028" sldId="272"/>
        </pc:sldMkLst>
      </pc:sldChg>
      <pc:sldChg chg="addSp modSp new mod">
        <pc:chgData name="Luiza Briana Grether" userId="33b05ef5-dde0-4e2c-af71-3f0410b5559e" providerId="ADAL" clId="{9DFE6B6B-F089-4EC1-8A18-BD60DE033737}" dt="2024-12-15T22:34:06.408" v="80" actId="27614"/>
        <pc:sldMkLst>
          <pc:docMk/>
          <pc:sldMk cId="3575293656" sldId="273"/>
        </pc:sldMkLst>
        <pc:picChg chg="add mod">
          <ac:chgData name="Luiza Briana Grether" userId="33b05ef5-dde0-4e2c-af71-3f0410b5559e" providerId="ADAL" clId="{9DFE6B6B-F089-4EC1-8A18-BD60DE033737}" dt="2024-12-15T22:34:06.408" v="80" actId="27614"/>
          <ac:picMkLst>
            <pc:docMk/>
            <pc:sldMk cId="3575293656" sldId="273"/>
            <ac:picMk id="5" creationId="{D811FACF-FC83-A97D-B816-C4E04EC462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4:24.279" v="85" actId="20577"/>
        <pc:sldMkLst>
          <pc:docMk/>
          <pc:sldMk cId="3486429054" sldId="274"/>
        </pc:sldMkLst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2" creationId="{846B078D-473E-D000-FCD2-F1B46519DA86}"/>
          </ac:spMkLst>
        </pc:spChg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3" creationId="{54EACF4D-CB03-43A8-2A7A-C76AD30F02EB}"/>
          </ac:spMkLst>
        </pc:spChg>
        <pc:spChg chg="add mod ord">
          <ac:chgData name="Luiza Briana Grether" userId="33b05ef5-dde0-4e2c-af71-3f0410b5559e" providerId="ADAL" clId="{9DFE6B6B-F089-4EC1-8A18-BD60DE033737}" dt="2024-12-15T22:34:21.487" v="83" actId="20577"/>
          <ac:spMkLst>
            <pc:docMk/>
            <pc:sldMk cId="3486429054" sldId="274"/>
            <ac:spMk id="4" creationId="{A631CAD1-3191-352B-0DA5-7A9A6228EA96}"/>
          </ac:spMkLst>
        </pc:spChg>
        <pc:spChg chg="add mod ord">
          <ac:chgData name="Luiza Briana Grether" userId="33b05ef5-dde0-4e2c-af71-3f0410b5559e" providerId="ADAL" clId="{9DFE6B6B-F089-4EC1-8A18-BD60DE033737}" dt="2024-12-15T22:34:24.279" v="85" actId="20577"/>
          <ac:spMkLst>
            <pc:docMk/>
            <pc:sldMk cId="3486429054" sldId="274"/>
            <ac:spMk id="5" creationId="{BD6219C9-8C06-81B8-0465-2149E2E0B384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01.635" v="96" actId="27614"/>
        <pc:sldMkLst>
          <pc:docMk/>
          <pc:sldMk cId="2118186121" sldId="275"/>
        </pc:sldMkLst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2" creationId="{39B9B2A2-92D9-8B6F-8CF5-0EECE5C9ADD3}"/>
          </ac:spMkLst>
        </pc:spChg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3" creationId="{1D756319-1562-FD5B-91A7-9237EB25E9BA}"/>
          </ac:spMkLst>
        </pc:spChg>
        <pc:spChg chg="add mod ord">
          <ac:chgData name="Luiza Briana Grether" userId="33b05ef5-dde0-4e2c-af71-3f0410b5559e" providerId="ADAL" clId="{9DFE6B6B-F089-4EC1-8A18-BD60DE033737}" dt="2024-12-15T22:34:36.102" v="90" actId="20577"/>
          <ac:spMkLst>
            <pc:docMk/>
            <pc:sldMk cId="2118186121" sldId="275"/>
            <ac:spMk id="4" creationId="{DC7B835B-DE5B-1098-6141-70D5FAC6F7A3}"/>
          </ac:spMkLst>
        </pc:spChg>
        <pc:spChg chg="add mod ord">
          <ac:chgData name="Luiza Briana Grether" userId="33b05ef5-dde0-4e2c-af71-3f0410b5559e" providerId="ADAL" clId="{9DFE6B6B-F089-4EC1-8A18-BD60DE033737}" dt="2024-12-15T22:34:39.637" v="92" actId="20577"/>
          <ac:spMkLst>
            <pc:docMk/>
            <pc:sldMk cId="2118186121" sldId="275"/>
            <ac:spMk id="5" creationId="{87DC9821-2099-F774-C55A-5697E250D736}"/>
          </ac:spMkLst>
        </pc:spChg>
        <pc:spChg chg="add del mod ord">
          <ac:chgData name="Luiza Briana Grether" userId="33b05ef5-dde0-4e2c-af71-3f0410b5559e" providerId="ADAL" clId="{9DFE6B6B-F089-4EC1-8A18-BD60DE033737}" dt="2024-12-15T22:35:00.748" v="95" actId="931"/>
          <ac:spMkLst>
            <pc:docMk/>
            <pc:sldMk cId="2118186121" sldId="275"/>
            <ac:spMk id="6" creationId="{54E94269-0A7F-A2D0-4320-48F508A43463}"/>
          </ac:spMkLst>
        </pc:spChg>
        <pc:spChg chg="add mod ord">
          <ac:chgData name="Luiza Briana Grether" userId="33b05ef5-dde0-4e2c-af71-3f0410b5559e" providerId="ADAL" clId="{9DFE6B6B-F089-4EC1-8A18-BD60DE033737}" dt="2024-12-15T22:34:46.062" v="94" actId="20577"/>
          <ac:spMkLst>
            <pc:docMk/>
            <pc:sldMk cId="2118186121" sldId="275"/>
            <ac:spMk id="7" creationId="{E28A1C0A-EC0B-9880-8E3A-3A107F295DCF}"/>
          </ac:spMkLst>
        </pc:spChg>
        <pc:picChg chg="add mod">
          <ac:chgData name="Luiza Briana Grether" userId="33b05ef5-dde0-4e2c-af71-3f0410b5559e" providerId="ADAL" clId="{9DFE6B6B-F089-4EC1-8A18-BD60DE033737}" dt="2024-12-15T22:35:01.635" v="96" actId="27614"/>
          <ac:picMkLst>
            <pc:docMk/>
            <pc:sldMk cId="2118186121" sldId="275"/>
            <ac:picMk id="9" creationId="{EB8EC409-F7F7-758E-2A4D-41BD27C701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25.934" v="105" actId="27614"/>
        <pc:sldMkLst>
          <pc:docMk/>
          <pc:sldMk cId="1789589743" sldId="276"/>
        </pc:sldMkLst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2" creationId="{C6FF3E81-D377-1FE1-D79C-9ACA280DCC7C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3" creationId="{563EDD6A-2B94-BC16-38B3-DD8957D4D1F0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4" creationId="{FD8BFFE2-DAA0-B2F3-F0A6-5C013F97D01D}"/>
          </ac:spMkLst>
        </pc:spChg>
        <pc:spChg chg="del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5" creationId="{104651A2-19B5-84A1-2E1C-565E60275C38}"/>
          </ac:spMkLst>
        </pc:spChg>
        <pc:spChg chg="add mod ord">
          <ac:chgData name="Luiza Briana Grether" userId="33b05ef5-dde0-4e2c-af71-3f0410b5559e" providerId="ADAL" clId="{9DFE6B6B-F089-4EC1-8A18-BD60DE033737}" dt="2024-12-15T22:35:13.807" v="101" actId="20577"/>
          <ac:spMkLst>
            <pc:docMk/>
            <pc:sldMk cId="1789589743" sldId="276"/>
            <ac:spMk id="6" creationId="{6CF823EE-2854-F54C-236E-3A4B3677E9F2}"/>
          </ac:spMkLst>
        </pc:spChg>
        <pc:spChg chg="add del mod ord">
          <ac:chgData name="Luiza Briana Grether" userId="33b05ef5-dde0-4e2c-af71-3f0410b5559e" providerId="ADAL" clId="{9DFE6B6B-F089-4EC1-8A18-BD60DE033737}" dt="2024-12-15T22:35:25.052" v="104" actId="931"/>
          <ac:spMkLst>
            <pc:docMk/>
            <pc:sldMk cId="1789589743" sldId="276"/>
            <ac:spMk id="7" creationId="{711A003D-AA77-FECE-C1A2-EA7F4CCF6ACF}"/>
          </ac:spMkLst>
        </pc:spChg>
        <pc:spChg chg="add mod ord">
          <ac:chgData name="Luiza Briana Grether" userId="33b05ef5-dde0-4e2c-af71-3f0410b5559e" providerId="ADAL" clId="{9DFE6B6B-F089-4EC1-8A18-BD60DE033737}" dt="2024-12-15T22:35:19.646" v="103" actId="20577"/>
          <ac:spMkLst>
            <pc:docMk/>
            <pc:sldMk cId="1789589743" sldId="276"/>
            <ac:spMk id="8" creationId="{0E002FF8-26A9-C5AC-41C3-E0663F9BAA8D}"/>
          </ac:spMkLst>
        </pc:spChg>
        <pc:picChg chg="add mod">
          <ac:chgData name="Luiza Briana Grether" userId="33b05ef5-dde0-4e2c-af71-3f0410b5559e" providerId="ADAL" clId="{9DFE6B6B-F089-4EC1-8A18-BD60DE033737}" dt="2024-12-15T22:35:25.934" v="105" actId="27614"/>
          <ac:picMkLst>
            <pc:docMk/>
            <pc:sldMk cId="1789589743" sldId="276"/>
            <ac:picMk id="10" creationId="{0C8D6D5D-0DB6-4088-1D3E-087BA4BD07F0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35.879" v="110" actId="20577"/>
        <pc:sldMkLst>
          <pc:docMk/>
          <pc:sldMk cId="2073751393" sldId="277"/>
        </pc:sldMkLst>
        <pc:spChg chg="del mod ord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2" creationId="{82D56585-68C1-BDD0-4BA8-61254BCFECAF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3" creationId="{907F84DD-D0DE-25EB-8075-CD2FC94D376D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4" creationId="{CFE98B4A-786B-B57D-6D94-853B3A0EF128}"/>
          </ac:spMkLst>
        </pc:spChg>
        <pc:spChg chg="add mod ord">
          <ac:chgData name="Luiza Briana Grether" userId="33b05ef5-dde0-4e2c-af71-3f0410b5559e" providerId="ADAL" clId="{9DFE6B6B-F089-4EC1-8A18-BD60DE033737}" dt="2024-12-15T22:35:35.879" v="110" actId="20577"/>
          <ac:spMkLst>
            <pc:docMk/>
            <pc:sldMk cId="2073751393" sldId="277"/>
            <ac:spMk id="5" creationId="{BC809640-E67F-5F13-AEFB-6B58F34C445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57.008" v="117" actId="20577"/>
        <pc:sldMkLst>
          <pc:docMk/>
          <pc:sldMk cId="450313438" sldId="278"/>
        </pc:sldMkLst>
        <pc:spChg chg="del mod ord">
          <ac:chgData name="Luiza Briana Grether" userId="33b05ef5-dde0-4e2c-af71-3f0410b5559e" providerId="ADAL" clId="{9DFE6B6B-F089-4EC1-8A18-BD60DE033737}" dt="2024-12-15T22:35:49.672" v="112" actId="700"/>
          <ac:spMkLst>
            <pc:docMk/>
            <pc:sldMk cId="450313438" sldId="278"/>
            <ac:spMk id="2" creationId="{87CE6FA2-623D-8FA3-9330-1A5DF1A1BB16}"/>
          </ac:spMkLst>
        </pc:spChg>
        <pc:spChg chg="add mod ord">
          <ac:chgData name="Luiza Briana Grether" userId="33b05ef5-dde0-4e2c-af71-3f0410b5559e" providerId="ADAL" clId="{9DFE6B6B-F089-4EC1-8A18-BD60DE033737}" dt="2024-12-15T22:35:53.847" v="114" actId="20577"/>
          <ac:spMkLst>
            <pc:docMk/>
            <pc:sldMk cId="450313438" sldId="278"/>
            <ac:spMk id="3" creationId="{0AA265F5-A972-9D13-7813-9AFC1446CFA6}"/>
          </ac:spMkLst>
        </pc:spChg>
        <pc:spChg chg="add mod ord">
          <ac:chgData name="Luiza Briana Grether" userId="33b05ef5-dde0-4e2c-af71-3f0410b5559e" providerId="ADAL" clId="{9DFE6B6B-F089-4EC1-8A18-BD60DE033737}" dt="2024-12-15T22:35:57.008" v="117" actId="20577"/>
          <ac:spMkLst>
            <pc:docMk/>
            <pc:sldMk cId="450313438" sldId="278"/>
            <ac:spMk id="4" creationId="{DA0DAE90-A394-078E-6A0A-753AC95C6245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07.956" v="121" actId="20577"/>
        <pc:sldMkLst>
          <pc:docMk/>
          <pc:sldMk cId="115469361" sldId="279"/>
        </pc:sldMkLst>
        <pc:spChg chg="del mod ord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2" creationId="{3B5C38E5-75FE-F8EC-164B-84E27A5A8E62}"/>
          </ac:spMkLst>
        </pc:spChg>
        <pc:spChg chg="del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3" creationId="{C59A7E89-BF77-93B8-F9FA-B29D20B152EF}"/>
          </ac:spMkLst>
        </pc:spChg>
        <pc:spChg chg="add mod ord">
          <ac:chgData name="Luiza Briana Grether" userId="33b05ef5-dde0-4e2c-af71-3f0410b5559e" providerId="ADAL" clId="{9DFE6B6B-F089-4EC1-8A18-BD60DE033737}" dt="2024-12-15T22:36:07.956" v="121" actId="20577"/>
          <ac:spMkLst>
            <pc:docMk/>
            <pc:sldMk cId="115469361" sldId="279"/>
            <ac:spMk id="4" creationId="{D3AF7764-AA65-F3B4-46C8-83EDD717CD1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34.133" v="137" actId="20577"/>
        <pc:sldMkLst>
          <pc:docMk/>
          <pc:sldMk cId="3574281932" sldId="280"/>
        </pc:sldMkLst>
        <pc:spChg chg="del mod ord">
          <ac:chgData name="Luiza Briana Grether" userId="33b05ef5-dde0-4e2c-af71-3f0410b5559e" providerId="ADAL" clId="{9DFE6B6B-F089-4EC1-8A18-BD60DE033737}" dt="2024-12-15T22:36:17.066" v="123" actId="700"/>
          <ac:spMkLst>
            <pc:docMk/>
            <pc:sldMk cId="3574281932" sldId="280"/>
            <ac:spMk id="2" creationId="{949B1473-EF0F-A999-64F3-2D94455BBD29}"/>
          </ac:spMkLst>
        </pc:spChg>
        <pc:spChg chg="add del mod ord">
          <ac:chgData name="Luiza Briana Grether" userId="33b05ef5-dde0-4e2c-af71-3f0410b5559e" providerId="ADAL" clId="{9DFE6B6B-F089-4EC1-8A18-BD60DE033737}" dt="2024-12-15T22:36:25.102" v="128" actId="931"/>
          <ac:spMkLst>
            <pc:docMk/>
            <pc:sldMk cId="3574281932" sldId="280"/>
            <ac:spMk id="3" creationId="{6558C87E-4767-86E8-77C3-909BDBC4FA20}"/>
          </ac:spMkLst>
        </pc:spChg>
        <pc:spChg chg="add mod ord">
          <ac:chgData name="Luiza Briana Grether" userId="33b05ef5-dde0-4e2c-af71-3f0410b5559e" providerId="ADAL" clId="{9DFE6B6B-F089-4EC1-8A18-BD60DE033737}" dt="2024-12-15T22:36:32.446" v="135" actId="20577"/>
          <ac:spMkLst>
            <pc:docMk/>
            <pc:sldMk cId="3574281932" sldId="280"/>
            <ac:spMk id="4" creationId="{EB4733F4-47D6-1AAF-BF85-AA2CAFBAA5FB}"/>
          </ac:spMkLst>
        </pc:spChg>
        <pc:spChg chg="add mod ord">
          <ac:chgData name="Luiza Briana Grether" userId="33b05ef5-dde0-4e2c-af71-3f0410b5559e" providerId="ADAL" clId="{9DFE6B6B-F089-4EC1-8A18-BD60DE033737}" dt="2024-12-15T22:36:20.093" v="127" actId="20577"/>
          <ac:spMkLst>
            <pc:docMk/>
            <pc:sldMk cId="3574281932" sldId="280"/>
            <ac:spMk id="5" creationId="{85EC01FF-5D0F-815B-1ED0-FBB62ACA0385}"/>
          </ac:spMkLst>
        </pc:spChg>
        <pc:spChg chg="add del mod ord">
          <ac:chgData name="Luiza Briana Grether" userId="33b05ef5-dde0-4e2c-af71-3f0410b5559e" providerId="ADAL" clId="{9DFE6B6B-F089-4EC1-8A18-BD60DE033737}" dt="2024-12-15T22:36:28.244" v="129" actId="931"/>
          <ac:spMkLst>
            <pc:docMk/>
            <pc:sldMk cId="3574281932" sldId="280"/>
            <ac:spMk id="6" creationId="{FBE244CB-CB69-E624-BD39-5896D4D86D22}"/>
          </ac:spMkLst>
        </pc:spChg>
        <pc:spChg chg="add mod ord">
          <ac:chgData name="Luiza Briana Grether" userId="33b05ef5-dde0-4e2c-af71-3f0410b5559e" providerId="ADAL" clId="{9DFE6B6B-F089-4EC1-8A18-BD60DE033737}" dt="2024-12-15T22:36:34.133" v="137" actId="20577"/>
          <ac:spMkLst>
            <pc:docMk/>
            <pc:sldMk cId="3574281932" sldId="280"/>
            <ac:spMk id="7" creationId="{C4A93D03-25B2-47DF-4CBF-55BE7B051B56}"/>
          </ac:spMkLst>
        </pc:spChg>
        <pc:picChg chg="add mod">
          <ac:chgData name="Luiza Briana Grether" userId="33b05ef5-dde0-4e2c-af71-3f0410b5559e" providerId="ADAL" clId="{9DFE6B6B-F089-4EC1-8A18-BD60DE033737}" dt="2024-12-15T22:36:28.734" v="130" actId="27614"/>
          <ac:picMkLst>
            <pc:docMk/>
            <pc:sldMk cId="3574281932" sldId="280"/>
            <ac:picMk id="9" creationId="{715C7DF0-807E-ED4A-B7EB-EAB0E146703E}"/>
          </ac:picMkLst>
        </pc:picChg>
        <pc:picChg chg="add mod">
          <ac:chgData name="Luiza Briana Grether" userId="33b05ef5-dde0-4e2c-af71-3f0410b5559e" providerId="ADAL" clId="{9DFE6B6B-F089-4EC1-8A18-BD60DE033737}" dt="2024-12-15T22:36:29.841" v="133" actId="962"/>
          <ac:picMkLst>
            <pc:docMk/>
            <pc:sldMk cId="3574281932" sldId="280"/>
            <ac:picMk id="11" creationId="{559636AB-ED45-8A45-94D9-BA26D4E0CFA9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6:52.143" v="145" actId="20577"/>
        <pc:sldMkLst>
          <pc:docMk/>
          <pc:sldMk cId="216951016" sldId="281"/>
        </pc:sldMkLst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2" creationId="{3E6503D6-1728-9358-0DBF-E823908F24A2}"/>
          </ac:spMkLst>
        </pc:spChg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3" creationId="{3943DEE7-A3C5-79DF-02A0-2526301A9944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4" creationId="{536134D5-66A9-EE8B-C34B-A523BCA7A75B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5" creationId="{922FDEAA-DE4B-6066-A043-A27F1D97D6B2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6" creationId="{42B0DB97-2442-F745-B082-C99B0B7EDBBF}"/>
          </ac:spMkLst>
        </pc:spChg>
        <pc:spChg chg="add del mod ord">
          <ac:chgData name="Luiza Briana Grether" userId="33b05ef5-dde0-4e2c-af71-3f0410b5559e" providerId="ADAL" clId="{9DFE6B6B-F089-4EC1-8A18-BD60DE033737}" dt="2024-12-15T22:36:47.144" v="141" actId="931"/>
          <ac:spMkLst>
            <pc:docMk/>
            <pc:sldMk cId="216951016" sldId="281"/>
            <ac:spMk id="7" creationId="{DCF0B2B9-5258-ECA4-2592-7CBC75837488}"/>
          </ac:spMkLst>
        </pc:spChg>
        <pc:spChg chg="add mod ord">
          <ac:chgData name="Luiza Briana Grether" userId="33b05ef5-dde0-4e2c-af71-3f0410b5559e" providerId="ADAL" clId="{9DFE6B6B-F089-4EC1-8A18-BD60DE033737}" dt="2024-12-15T22:36:52.143" v="145" actId="20577"/>
          <ac:spMkLst>
            <pc:docMk/>
            <pc:sldMk cId="216951016" sldId="281"/>
            <ac:spMk id="8" creationId="{E0C8A3F9-8BEE-9408-44BD-1045A436107E}"/>
          </ac:spMkLst>
        </pc:spChg>
        <pc:picChg chg="add mod">
          <ac:chgData name="Luiza Briana Grether" userId="33b05ef5-dde0-4e2c-af71-3f0410b5559e" providerId="ADAL" clId="{9DFE6B6B-F089-4EC1-8A18-BD60DE033737}" dt="2024-12-15T22:36:48.192" v="143" actId="962"/>
          <ac:picMkLst>
            <pc:docMk/>
            <pc:sldMk cId="216951016" sldId="281"/>
            <ac:picMk id="10" creationId="{A4A9C68D-F677-234F-08E9-20C7E9FEF706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31.238" v="158" actId="20577"/>
        <pc:sldMkLst>
          <pc:docMk/>
          <pc:sldMk cId="1506407050" sldId="282"/>
        </pc:sldMkLst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2" creationId="{4943C52D-F475-1AC9-2D3C-95352F07B04A}"/>
          </ac:spMkLst>
        </pc:spChg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3" creationId="{B4E4DE4B-FA1C-1910-7A3B-320949531D3F}"/>
          </ac:spMkLst>
        </pc:spChg>
        <pc:spChg chg="add del mod ord">
          <ac:chgData name="Luiza Briana Grether" userId="33b05ef5-dde0-4e2c-af71-3f0410b5559e" providerId="ADAL" clId="{9DFE6B6B-F089-4EC1-8A18-BD60DE033737}" dt="2024-12-15T22:37:08.206" v="149" actId="931"/>
          <ac:spMkLst>
            <pc:docMk/>
            <pc:sldMk cId="1506407050" sldId="282"/>
            <ac:spMk id="4" creationId="{62C92D77-0B78-DAF7-98D5-10B4F7A222D9}"/>
          </ac:spMkLst>
        </pc:spChg>
        <pc:spChg chg="add mod ord">
          <ac:chgData name="Luiza Briana Grether" userId="33b05ef5-dde0-4e2c-af71-3f0410b5559e" providerId="ADAL" clId="{9DFE6B6B-F089-4EC1-8A18-BD60DE033737}" dt="2024-12-15T22:37:25.286" v="156" actId="20577"/>
          <ac:spMkLst>
            <pc:docMk/>
            <pc:sldMk cId="1506407050" sldId="282"/>
            <ac:spMk id="5" creationId="{E16C74CC-F0AC-4896-2400-2A9CD6943EA2}"/>
          </ac:spMkLst>
        </pc:spChg>
        <pc:spChg chg="add mod ord">
          <ac:chgData name="Luiza Briana Grether" userId="33b05ef5-dde0-4e2c-af71-3f0410b5559e" providerId="ADAL" clId="{9DFE6B6B-F089-4EC1-8A18-BD60DE033737}" dt="2024-12-15T22:37:31.238" v="158" actId="20577"/>
          <ac:spMkLst>
            <pc:docMk/>
            <pc:sldMk cId="1506407050" sldId="282"/>
            <ac:spMk id="6" creationId="{9EEE653C-B6CB-E76D-8B09-2F107F38FE78}"/>
          </ac:spMkLst>
        </pc:spChg>
        <pc:spChg chg="add mod ord">
          <ac:chgData name="Luiza Briana Grether" userId="33b05ef5-dde0-4e2c-af71-3f0410b5559e" providerId="ADAL" clId="{9DFE6B6B-F089-4EC1-8A18-BD60DE033737}" dt="2024-12-15T22:37:21.764" v="154" actId="20577"/>
          <ac:spMkLst>
            <pc:docMk/>
            <pc:sldMk cId="1506407050" sldId="282"/>
            <ac:spMk id="7" creationId="{8B25BD1C-48BC-A624-BD3B-91F6E87DD68B}"/>
          </ac:spMkLst>
        </pc:spChg>
        <pc:picChg chg="add mod modCrop">
          <ac:chgData name="Luiza Briana Grether" userId="33b05ef5-dde0-4e2c-af71-3f0410b5559e" providerId="ADAL" clId="{9DFE6B6B-F089-4EC1-8A18-BD60DE033737}" dt="2024-12-15T22:37:17.173" v="152" actId="18131"/>
          <ac:picMkLst>
            <pc:docMk/>
            <pc:sldMk cId="1506407050" sldId="282"/>
            <ac:picMk id="9" creationId="{6A7255F4-491A-E2B4-29C9-2402A6E2F63F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46.683" v="164" actId="20577"/>
        <pc:sldMkLst>
          <pc:docMk/>
          <pc:sldMk cId="401001668" sldId="283"/>
        </pc:sldMkLst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2" creationId="{61624493-BBA5-3D08-2B12-A1B87EC6B9F6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3" creationId="{74C9D1BA-0A49-A01C-DD89-28DF5F945565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4" creationId="{A977A3AD-A18C-7F9C-90AD-53A90E8B458C}"/>
          </ac:spMkLst>
        </pc:spChg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5" creationId="{E528B20B-04CF-A09B-61B6-79EE513E2EB1}"/>
          </ac:spMkLst>
        </pc:spChg>
        <pc:spChg chg="add mod ord">
          <ac:chgData name="Luiza Briana Grether" userId="33b05ef5-dde0-4e2c-af71-3f0410b5559e" providerId="ADAL" clId="{9DFE6B6B-F089-4EC1-8A18-BD60DE033737}" dt="2024-12-15T22:37:42.845" v="162" actId="20577"/>
          <ac:spMkLst>
            <pc:docMk/>
            <pc:sldMk cId="401001668" sldId="283"/>
            <ac:spMk id="6" creationId="{3DAEA0C3-920E-B46B-DC0F-A1B25B4C18EB}"/>
          </ac:spMkLst>
        </pc:spChg>
        <pc:spChg chg="add mod ord">
          <ac:chgData name="Luiza Briana Grether" userId="33b05ef5-dde0-4e2c-af71-3f0410b5559e" providerId="ADAL" clId="{9DFE6B6B-F089-4EC1-8A18-BD60DE033737}" dt="2024-12-15T22:37:46.683" v="164" actId="20577"/>
          <ac:spMkLst>
            <pc:docMk/>
            <pc:sldMk cId="401001668" sldId="283"/>
            <ac:spMk id="7" creationId="{A51ABEF7-5DA5-6A28-F0CB-A498E19C140E}"/>
          </ac:spMkLst>
        </pc:spChg>
      </pc:sldChg>
      <pc:sldChg chg="delSp new mod modClrScheme chgLayout">
        <pc:chgData name="Luiza Briana Grether" userId="33b05ef5-dde0-4e2c-af71-3f0410b5559e" providerId="ADAL" clId="{9DFE6B6B-F089-4EC1-8A18-BD60DE033737}" dt="2024-12-15T22:37:51.029" v="166" actId="700"/>
        <pc:sldMkLst>
          <pc:docMk/>
          <pc:sldMk cId="1191333966" sldId="284"/>
        </pc:sldMkLst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2" creationId="{C2C07846-35E2-B540-01EF-D63010209E86}"/>
          </ac:spMkLst>
        </pc:spChg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3" creationId="{76746C68-9235-132E-344F-40ECE3BA525F}"/>
          </ac:spMkLst>
        </pc:spChg>
      </pc:sldChg>
    </pc:docChg>
  </pc:docChgLst>
  <pc:docChgLst>
    <pc:chgData name="Luiza Briana Grether" userId="33b05ef5-dde0-4e2c-af71-3f0410b5559e" providerId="ADAL" clId="{BD690F32-6A11-4ACD-8ECA-649441D692A8}"/>
    <pc:docChg chg="undo custSel addSld delSld modSld addMainMaster delMainMaster modMainMaster">
      <pc:chgData name="Luiza Briana Grether" userId="33b05ef5-dde0-4e2c-af71-3f0410b5559e" providerId="ADAL" clId="{BD690F32-6A11-4ACD-8ECA-649441D692A8}" dt="2024-11-25T11:59:03.312" v="1088" actId="47"/>
      <pc:docMkLst>
        <pc:docMk/>
      </pc:docMkLst>
      <pc:sldChg chg="modSp new mod">
        <pc:chgData name="Luiza Briana Grether" userId="33b05ef5-dde0-4e2c-af71-3f0410b5559e" providerId="ADAL" clId="{BD690F32-6A11-4ACD-8ECA-649441D692A8}" dt="2024-11-12T14:09:28.089" v="738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BD690F32-6A11-4ACD-8ECA-649441D692A8}" dt="2024-11-12T14:09:21.085" v="736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BD690F32-6A11-4ACD-8ECA-649441D692A8}" dt="2024-11-12T14:09:28.089" v="738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del">
        <pc:chgData name="Luiza Briana Grether" userId="33b05ef5-dde0-4e2c-af71-3f0410b5559e" providerId="ADAL" clId="{BD690F32-6A11-4ACD-8ECA-649441D692A8}" dt="2024-11-12T14:09:17.581" v="734" actId="47"/>
        <pc:sldMkLst>
          <pc:docMk/>
          <pc:sldMk cId="4121585537" sldId="256"/>
        </pc:sldMkLst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873" v="712" actId="47"/>
        <pc:sldMkLst>
          <pc:docMk/>
          <pc:sldMk cId="2298908529" sldId="257"/>
        </pc:sldMkLst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2" creationId="{001C35AE-9438-6C08-F66B-01EA38F10243}"/>
          </ac:spMkLst>
        </pc:spChg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3" creationId="{DFEFE8FB-61CA-5701-A933-A1F47005EBC1}"/>
          </ac:spMkLst>
        </pc:spChg>
        <pc:spChg chg="add del mod">
          <ac:chgData name="Luiza Briana Grether" userId="33b05ef5-dde0-4e2c-af71-3f0410b5559e" providerId="ADAL" clId="{BD690F32-6A11-4ACD-8ECA-649441D692A8}" dt="2024-11-12T13:42:35.741" v="141" actId="931"/>
          <ac:spMkLst>
            <pc:docMk/>
            <pc:sldMk cId="2298908529" sldId="257"/>
            <ac:spMk id="4" creationId="{E955BE87-5CDF-1473-019B-E867F2555CAF}"/>
          </ac:spMkLst>
        </pc:spChg>
        <pc:spChg chg="add del mod">
          <ac:chgData name="Luiza Briana Grether" userId="33b05ef5-dde0-4e2c-af71-3f0410b5559e" providerId="ADAL" clId="{BD690F32-6A11-4ACD-8ECA-649441D692A8}" dt="2024-11-12T13:42:59.751" v="145" actId="6264"/>
          <ac:spMkLst>
            <pc:docMk/>
            <pc:sldMk cId="2298908529" sldId="257"/>
            <ac:spMk id="7" creationId="{C1C68EB7-4B4F-5791-AA1F-28CAE34BF725}"/>
          </ac:spMkLst>
        </pc:spChg>
        <pc:spChg chg="add del mod">
          <ac:chgData name="Luiza Briana Grether" userId="33b05ef5-dde0-4e2c-af71-3f0410b5559e" providerId="ADAL" clId="{BD690F32-6A11-4ACD-8ECA-649441D692A8}" dt="2024-11-12T13:43:00.643" v="146" actId="6264"/>
          <ac:spMkLst>
            <pc:docMk/>
            <pc:sldMk cId="2298908529" sldId="257"/>
            <ac:spMk id="8" creationId="{1F33DDB4-5541-9E48-287D-9D275EF8801F}"/>
          </ac:spMkLst>
        </pc:spChg>
        <pc:spChg chg="add del mod">
          <ac:chgData name="Luiza Briana Grether" userId="33b05ef5-dde0-4e2c-af71-3f0410b5559e" providerId="ADAL" clId="{BD690F32-6A11-4ACD-8ECA-649441D692A8}" dt="2024-11-12T13:43:57.723" v="211" actId="6264"/>
          <ac:spMkLst>
            <pc:docMk/>
            <pc:sldMk cId="2298908529" sldId="257"/>
            <ac:spMk id="9" creationId="{01D1F1D2-93E7-C1B7-CA07-54A88040C8C4}"/>
          </ac:spMkLst>
        </pc:spChg>
        <pc:spChg chg="add del mod">
          <ac:chgData name="Luiza Briana Grether" userId="33b05ef5-dde0-4e2c-af71-3f0410b5559e" providerId="ADAL" clId="{BD690F32-6A11-4ACD-8ECA-649441D692A8}" dt="2024-11-12T13:43:58.217" v="212" actId="6264"/>
          <ac:spMkLst>
            <pc:docMk/>
            <pc:sldMk cId="2298908529" sldId="257"/>
            <ac:spMk id="10" creationId="{E1F0EF7C-779C-23F4-1E3B-BE8C554EE092}"/>
          </ac:spMkLst>
        </pc:spChg>
        <pc:spChg chg="add del mod">
          <ac:chgData name="Luiza Briana Grether" userId="33b05ef5-dde0-4e2c-af71-3f0410b5559e" providerId="ADAL" clId="{BD690F32-6A11-4ACD-8ECA-649441D692A8}" dt="2024-11-12T13:51:43.251" v="481" actId="6264"/>
          <ac:spMkLst>
            <pc:docMk/>
            <pc:sldMk cId="2298908529" sldId="257"/>
            <ac:spMk id="13" creationId="{2BF70381-877C-513B-2B91-195158DD4E20}"/>
          </ac:spMkLst>
        </pc:spChg>
        <pc:spChg chg="add del mod">
          <ac:chgData name="Luiza Briana Grether" userId="33b05ef5-dde0-4e2c-af71-3f0410b5559e" providerId="ADAL" clId="{BD690F32-6A11-4ACD-8ECA-649441D692A8}" dt="2024-11-12T13:53:51.385" v="489" actId="931"/>
          <ac:spMkLst>
            <pc:docMk/>
            <pc:sldMk cId="2298908529" sldId="257"/>
            <ac:spMk id="15" creationId="{D2F5D5D0-22BF-1886-0E8D-DE738EA6239A}"/>
          </ac:spMkLst>
        </pc:spChg>
        <pc:spChg chg="add del mod">
          <ac:chgData name="Luiza Briana Grether" userId="33b05ef5-dde0-4e2c-af71-3f0410b5559e" providerId="ADAL" clId="{BD690F32-6A11-4ACD-8ECA-649441D692A8}" dt="2024-11-12T13:55:03.533" v="496" actId="6264"/>
          <ac:spMkLst>
            <pc:docMk/>
            <pc:sldMk cId="2298908529" sldId="257"/>
            <ac:spMk id="18" creationId="{088B3A57-B13A-876C-3DD3-71FC6B23DB3A}"/>
          </ac:spMkLst>
        </pc:spChg>
        <pc:spChg chg="add mod or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19" creationId="{D72A893D-7F63-82B9-5BE4-453FE260B73A}"/>
          </ac:spMkLst>
        </pc:spChg>
        <pc:spChg chg="add mod">
          <ac:chgData name="Luiza Briana Grether" userId="33b05ef5-dde0-4e2c-af71-3f0410b5559e" providerId="ADAL" clId="{BD690F32-6A11-4ACD-8ECA-649441D692A8}" dt="2024-11-12T13:55:05.561" v="497"/>
          <ac:spMkLst>
            <pc:docMk/>
            <pc:sldMk cId="2298908529" sldId="257"/>
            <ac:spMk id="20" creationId="{543CF5DF-3404-4E77-4911-1AC5E4922436}"/>
          </ac:spMkLst>
        </pc:spChg>
        <pc:spChg chg="add mod">
          <ac:chgData name="Luiza Briana Grether" userId="33b05ef5-dde0-4e2c-af71-3f0410b5559e" providerId="ADAL" clId="{BD690F32-6A11-4ACD-8ECA-649441D692A8}" dt="2024-11-12T13:55:06.451" v="498"/>
          <ac:spMkLst>
            <pc:docMk/>
            <pc:sldMk cId="2298908529" sldId="257"/>
            <ac:spMk id="21" creationId="{24D7F5BF-A534-4A10-E640-87BBDF754772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2" creationId="{264F15BD-FC1B-B3F9-9E13-9FC6E2AFA9E6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3" creationId="{F6CD981C-2E81-E4FB-AD89-43B5B5B68EA6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4" creationId="{8BC73604-8D5D-EF95-4AE6-C610762D4248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5" creationId="{D1C4C965-E882-A418-37A8-D9B6410E37EB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6" creationId="{EDBDAA12-436D-5330-6FC0-8ADDC53307FA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7" creationId="{A147BAF5-352A-86FB-45C1-DCDB255A3F7E}"/>
          </ac:spMkLst>
        </pc:spChg>
        <pc:picChg chg="add del mod ord">
          <ac:chgData name="Luiza Briana Grether" userId="33b05ef5-dde0-4e2c-af71-3f0410b5559e" providerId="ADAL" clId="{BD690F32-6A11-4ACD-8ECA-649441D692A8}" dt="2024-11-12T13:51:51.735" v="482" actId="478"/>
          <ac:picMkLst>
            <pc:docMk/>
            <pc:sldMk cId="2298908529" sldId="257"/>
            <ac:picMk id="6" creationId="{4572B6D5-1D20-660A-5538-B8483E708A9A}"/>
          </ac:picMkLst>
        </pc:picChg>
        <pc:picChg chg="add del mod">
          <ac:chgData name="Luiza Briana Grether" userId="33b05ef5-dde0-4e2c-af71-3f0410b5559e" providerId="ADAL" clId="{BD690F32-6A11-4ACD-8ECA-649441D692A8}" dt="2024-11-12T13:44:08.785" v="215" actId="478"/>
          <ac:picMkLst>
            <pc:docMk/>
            <pc:sldMk cId="2298908529" sldId="257"/>
            <ac:picMk id="12" creationId="{7B69849B-CCBF-C195-D090-C46D34EF82AE}"/>
          </ac:picMkLst>
        </pc:picChg>
        <pc:picChg chg="add mod ord">
          <ac:chgData name="Luiza Briana Grether" userId="33b05ef5-dde0-4e2c-af71-3f0410b5559e" providerId="ADAL" clId="{BD690F32-6A11-4ACD-8ECA-649441D692A8}" dt="2024-11-12T13:58:13.127" v="514" actId="6264"/>
          <ac:picMkLst>
            <pc:docMk/>
            <pc:sldMk cId="2298908529" sldId="257"/>
            <ac:picMk id="17" creationId="{6997743C-BE18-B4EC-A56C-414C4AE12482}"/>
          </ac:picMkLst>
        </pc:picChg>
      </pc:sldChg>
      <pc:sldChg chg="addSp delSp modSp new del mod chgLayout">
        <pc:chgData name="Luiza Briana Grether" userId="33b05ef5-dde0-4e2c-af71-3f0410b5559e" providerId="ADAL" clId="{BD690F32-6A11-4ACD-8ECA-649441D692A8}" dt="2024-11-25T11:59:03.312" v="1088" actId="47"/>
        <pc:sldMkLst>
          <pc:docMk/>
          <pc:sldMk cId="3192619249" sldId="257"/>
        </pc:sldMkLst>
        <pc:spChg chg="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2" creationId="{B971F37E-2D66-CBFD-C78A-F7BDF63B0992}"/>
          </ac:spMkLst>
        </pc:spChg>
        <pc:spChg chg="del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3" creationId="{95A3F17A-0202-7EF2-D849-82A6D7A027B4}"/>
          </ac:spMkLst>
        </pc:spChg>
        <pc:spChg chg="add del mo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4" creationId="{2D106D85-DDB1-A8DF-45F0-985592333BD6}"/>
          </ac:spMkLst>
        </pc:spChg>
        <pc:spChg chg="add 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5" creationId="{D21A6A50-1E11-8D42-FE1D-35D09E62D70D}"/>
          </ac:spMkLst>
        </pc:sp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35.075" v="1085" actId="47"/>
        <pc:sldMkLst>
          <pc:docMk/>
          <pc:sldMk cId="3268488263" sldId="258"/>
        </pc:sldMkLst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2" creationId="{F3B16BEE-9B84-0964-F3EA-89FC6FE8227B}"/>
          </ac:spMkLst>
        </pc:spChg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3" creationId="{8D5F0113-2923-D4BA-0004-7609D4FEE420}"/>
          </ac:spMkLst>
        </pc:spChg>
        <pc:spChg chg="add mod ord">
          <ac:chgData name="Luiza Briana Grether" userId="33b05ef5-dde0-4e2c-af71-3f0410b5559e" providerId="ADAL" clId="{BD690F32-6A11-4ACD-8ECA-649441D692A8}" dt="2024-11-12T14:15:10.592" v="873" actId="122"/>
          <ac:spMkLst>
            <pc:docMk/>
            <pc:sldMk cId="3268488263" sldId="258"/>
            <ac:spMk id="4" creationId="{7D6BD109-E32E-E646-5A0F-513277833929}"/>
          </ac:spMkLst>
        </pc:spChg>
        <pc:spChg chg="add del mod ord">
          <ac:chgData name="Luiza Briana Grether" userId="33b05ef5-dde0-4e2c-af71-3f0410b5559e" providerId="ADAL" clId="{BD690F32-6A11-4ACD-8ECA-649441D692A8}" dt="2024-11-12T14:09:59.627" v="751"/>
          <ac:spMkLst>
            <pc:docMk/>
            <pc:sldMk cId="3268488263" sldId="258"/>
            <ac:spMk id="5" creationId="{1E56EBB3-E3EC-3D89-2DE4-7E8233931199}"/>
          </ac:spMkLst>
        </pc:spChg>
        <pc:spChg chg="add del mod or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6" creationId="{10F37337-5C5E-1F38-ACB6-1043A3589E5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0" creationId="{D77175EC-4A21-ED51-6543-6E2BAF3BB42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1" creationId="{CD91B82D-2E46-EEBE-5EB6-A7A4D990295D}"/>
          </ac:spMkLst>
        </pc:spChg>
        <pc:spChg chg="add mod ord">
          <ac:chgData name="Luiza Briana Grether" userId="33b05ef5-dde0-4e2c-af71-3f0410b5559e" providerId="ADAL" clId="{BD690F32-6A11-4ACD-8ECA-649441D692A8}" dt="2024-11-12T14:10:20.471" v="762" actId="20577"/>
          <ac:spMkLst>
            <pc:docMk/>
            <pc:sldMk cId="3268488263" sldId="258"/>
            <ac:spMk id="12" creationId="{448BAEE2-C01B-2FDE-E519-CE3B4C41A69B}"/>
          </ac:spMkLst>
        </pc:spChg>
        <pc:picChg chg="add mod">
          <ac:chgData name="Luiza Briana Grether" userId="33b05ef5-dde0-4e2c-af71-3f0410b5559e" providerId="ADAL" clId="{BD690F32-6A11-4ACD-8ECA-649441D692A8}" dt="2024-11-12T14:09:56.080" v="747"/>
          <ac:picMkLst>
            <pc:docMk/>
            <pc:sldMk cId="3268488263" sldId="258"/>
            <ac:picMk id="7" creationId="{F5C77C4F-1090-B178-B69E-EB2EF9718DB0}"/>
          </ac:picMkLst>
        </pc:picChg>
        <pc:picChg chg="add del mod">
          <ac:chgData name="Luiza Briana Grether" userId="33b05ef5-dde0-4e2c-af71-3f0410b5559e" providerId="ADAL" clId="{BD690F32-6A11-4ACD-8ECA-649441D692A8}" dt="2024-11-12T14:09:58.994" v="750" actId="21"/>
          <ac:picMkLst>
            <pc:docMk/>
            <pc:sldMk cId="3268488263" sldId="258"/>
            <ac:picMk id="8" creationId="{017A42F1-62DC-080F-756C-D36FCC577C1B}"/>
          </ac:picMkLst>
        </pc:picChg>
        <pc:picChg chg="add mod ord">
          <ac:chgData name="Luiza Briana Grether" userId="33b05ef5-dde0-4e2c-af71-3f0410b5559e" providerId="ADAL" clId="{BD690F32-6A11-4ACD-8ECA-649441D692A8}" dt="2024-11-12T14:10:07.886" v="754" actId="6264"/>
          <ac:picMkLst>
            <pc:docMk/>
            <pc:sldMk cId="3268488263" sldId="258"/>
            <ac:picMk id="9" creationId="{017A42F1-62DC-080F-756C-D36FCC577C1B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143" v="711" actId="47"/>
        <pc:sldMkLst>
          <pc:docMk/>
          <pc:sldMk cId="3515576925" sldId="258"/>
        </pc:sldMkLst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2" creationId="{BBAF7D4F-C957-7223-F9BD-A920EB92F4D4}"/>
          </ac:spMkLst>
        </pc:spChg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3" creationId="{39F16746-0BFE-1D72-1C87-9C0090D0D202}"/>
          </ac:spMkLst>
        </pc:spChg>
        <pc:spChg chg="add del mod ord">
          <ac:chgData name="Luiza Briana Grether" userId="33b05ef5-dde0-4e2c-af71-3f0410b5559e" providerId="ADAL" clId="{BD690F32-6A11-4ACD-8ECA-649441D692A8}" dt="2024-11-12T14:07:08.183" v="701" actId="931"/>
          <ac:spMkLst>
            <pc:docMk/>
            <pc:sldMk cId="3515576925" sldId="258"/>
            <ac:spMk id="4" creationId="{1095CF9F-1E2C-9118-7147-8EFAB4DEFD84}"/>
          </ac:spMkLst>
        </pc:spChg>
        <pc:spChg chg="add mod ord">
          <ac:chgData name="Luiza Briana Grether" userId="33b05ef5-dde0-4e2c-af71-3f0410b5559e" providerId="ADAL" clId="{BD690F32-6A11-4ACD-8ECA-649441D692A8}" dt="2024-11-12T14:07:26.775" v="708" actId="20577"/>
          <ac:spMkLst>
            <pc:docMk/>
            <pc:sldMk cId="3515576925" sldId="258"/>
            <ac:spMk id="5" creationId="{C50BFC9F-6AA8-449B-7B80-4D3CC0EB56A2}"/>
          </ac:spMkLst>
        </pc:spChg>
        <pc:spChg chg="add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6" creationId="{52004630-FACE-62B6-D23D-B66BCA717944}"/>
          </ac:spMkLst>
        </pc:spChg>
        <pc:spChg chg="add del mod ord">
          <ac:chgData name="Luiza Briana Grether" userId="33b05ef5-dde0-4e2c-af71-3f0410b5559e" providerId="ADAL" clId="{BD690F32-6A11-4ACD-8ECA-649441D692A8}" dt="2024-11-12T14:07:13.089" v="704" actId="931"/>
          <ac:spMkLst>
            <pc:docMk/>
            <pc:sldMk cId="3515576925" sldId="258"/>
            <ac:spMk id="7" creationId="{1162EAA9-9182-F2A5-5190-0E8554D7DDFC}"/>
          </ac:spMkLst>
        </pc:spChg>
        <pc:spChg chg="add mod ord">
          <ac:chgData name="Luiza Briana Grether" userId="33b05ef5-dde0-4e2c-af71-3f0410b5559e" providerId="ADAL" clId="{BD690F32-6A11-4ACD-8ECA-649441D692A8}" dt="2024-11-12T14:07:28.645" v="710" actId="20577"/>
          <ac:spMkLst>
            <pc:docMk/>
            <pc:sldMk cId="3515576925" sldId="258"/>
            <ac:spMk id="8" creationId="{5391EDF0-028E-EE42-4E68-C4D98FD34E2E}"/>
          </ac:spMkLst>
        </pc:spChg>
        <pc:picChg chg="add mod">
          <ac:chgData name="Luiza Briana Grether" userId="33b05ef5-dde0-4e2c-af71-3f0410b5559e" providerId="ADAL" clId="{BD690F32-6A11-4ACD-8ECA-649441D692A8}" dt="2024-11-12T14:07:09.127" v="702" actId="27614"/>
          <ac:picMkLst>
            <pc:docMk/>
            <pc:sldMk cId="3515576925" sldId="258"/>
            <ac:picMk id="10" creationId="{8F3773B6-DA1B-4DB7-F1EF-D80947648CD8}"/>
          </ac:picMkLst>
        </pc:picChg>
        <pc:picChg chg="add mod">
          <ac:chgData name="Luiza Briana Grether" userId="33b05ef5-dde0-4e2c-af71-3f0410b5559e" providerId="ADAL" clId="{BD690F32-6A11-4ACD-8ECA-649441D692A8}" dt="2024-11-12T14:07:13.970" v="706" actId="962"/>
          <ac:picMkLst>
            <pc:docMk/>
            <pc:sldMk cId="3515576925" sldId="258"/>
            <ac:picMk id="12" creationId="{1EB8DDD1-0A16-76ED-930F-585BEAB3599B}"/>
          </ac:picMkLst>
        </pc:picChg>
      </pc:sldChg>
      <pc:sldChg chg="addSp delSp modSp add mod">
        <pc:chgData name="Luiza Briana Grether" userId="33b05ef5-dde0-4e2c-af71-3f0410b5559e" providerId="ADAL" clId="{BD690F32-6A11-4ACD-8ECA-649441D692A8}" dt="2024-11-12T14:15:12.096" v="875" actId="12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BD690F32-6A11-4ACD-8ECA-649441D692A8}" dt="2024-11-12T14:11:03.860" v="775"/>
          <ac:spMkLst>
            <pc:docMk/>
            <pc:sldMk cId="1707551444" sldId="259"/>
            <ac:spMk id="3" creationId="{A65C20BC-359B-0099-1EE7-4BE031B28BE7}"/>
          </ac:spMkLst>
        </pc:spChg>
        <pc:spChg chg="mod">
          <ac:chgData name="Luiza Briana Grether" userId="33b05ef5-dde0-4e2c-af71-3f0410b5559e" providerId="ADAL" clId="{BD690F32-6A11-4ACD-8ECA-649441D692A8}" dt="2024-11-12T14:15:12.096" v="875" actId="122"/>
          <ac:spMkLst>
            <pc:docMk/>
            <pc:sldMk cId="1707551444" sldId="259"/>
            <ac:spMk id="4" creationId="{7D6BD109-E32E-E646-5A0F-513277833929}"/>
          </ac:spMkLst>
        </pc:spChg>
        <pc:spChg chg="mod">
          <ac:chgData name="Luiza Briana Grether" userId="33b05ef5-dde0-4e2c-af71-3f0410b5559e" providerId="ADAL" clId="{BD690F32-6A11-4ACD-8ECA-649441D692A8}" dt="2024-11-12T14:10:56.844" v="771" actId="27636"/>
          <ac:spMkLst>
            <pc:docMk/>
            <pc:sldMk cId="1707551444" sldId="259"/>
            <ac:spMk id="12" creationId="{448BAEE2-C01B-2FDE-E519-CE3B4C41A69B}"/>
          </ac:spMkLst>
        </pc:spChg>
        <pc:picChg chg="add del mod">
          <ac:chgData name="Luiza Briana Grether" userId="33b05ef5-dde0-4e2c-af71-3f0410b5559e" providerId="ADAL" clId="{BD690F32-6A11-4ACD-8ECA-649441D692A8}" dt="2024-11-12T14:11:03.195" v="774" actId="21"/>
          <ac:picMkLst>
            <pc:docMk/>
            <pc:sldMk cId="1707551444" sldId="259"/>
            <ac:picMk id="5" creationId="{2857F8B6-8D1D-E91B-30CA-FF80C612C1DE}"/>
          </ac:picMkLst>
        </pc:picChg>
        <pc:picChg chg="add mod">
          <ac:chgData name="Luiza Briana Grether" userId="33b05ef5-dde0-4e2c-af71-3f0410b5559e" providerId="ADAL" clId="{BD690F32-6A11-4ACD-8ECA-649441D692A8}" dt="2024-11-12T14:11:03.860" v="775"/>
          <ac:picMkLst>
            <pc:docMk/>
            <pc:sldMk cId="1707551444" sldId="259"/>
            <ac:picMk id="6" creationId="{2857F8B6-8D1D-E91B-30CA-FF80C612C1DE}"/>
          </ac:picMkLst>
        </pc:picChg>
        <pc:picChg chg="del">
          <ac:chgData name="Luiza Briana Grether" userId="33b05ef5-dde0-4e2c-af71-3f0410b5559e" providerId="ADAL" clId="{BD690F32-6A11-4ACD-8ECA-649441D692A8}" dt="2024-11-12T14:10:59.664" v="772" actId="478"/>
          <ac:picMkLst>
            <pc:docMk/>
            <pc:sldMk cId="1707551444" sldId="259"/>
            <ac:picMk id="9" creationId="{017A42F1-62DC-080F-756C-D36FCC577C1B}"/>
          </ac:picMkLst>
        </pc:picChg>
      </pc:sldChg>
      <pc:sldChg chg="new del">
        <pc:chgData name="Luiza Briana Grether" userId="33b05ef5-dde0-4e2c-af71-3f0410b5559e" providerId="ADAL" clId="{BD690F32-6A11-4ACD-8ECA-649441D692A8}" dt="2024-11-12T14:10:42.541" v="765" actId="47"/>
        <pc:sldMkLst>
          <pc:docMk/>
          <pc:sldMk cId="1936384834" sldId="259"/>
        </pc:sldMkLst>
      </pc:sldChg>
      <pc:sldChg chg="addSp delSp modSp new mod modClrScheme chgLayout">
        <pc:chgData name="Luiza Briana Grether" userId="33b05ef5-dde0-4e2c-af71-3f0410b5559e" providerId="ADAL" clId="{BD690F32-6A11-4ACD-8ECA-649441D692A8}" dt="2024-11-12T14:14:31.644" v="865" actId="6264"/>
        <pc:sldMkLst>
          <pc:docMk/>
          <pc:sldMk cId="3308514704" sldId="260"/>
        </pc:sldMkLst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2" creationId="{789C1D1E-A554-3A8B-9DE9-BF1819CDF677}"/>
          </ac:spMkLst>
        </pc:spChg>
        <pc:spChg chg="del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3" creationId="{316F18EB-0A87-9761-2117-35F29C6D091C}"/>
          </ac:spMkLst>
        </pc:spChg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4" creationId="{E3E9B626-C897-0ED8-FB32-B18A8AC2C161}"/>
          </ac:spMkLst>
        </pc:spChg>
        <pc:spChg chg="add del mod or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5" creationId="{77645C1C-4DEC-B372-8EDA-43A978EDA117}"/>
          </ac:spMkLst>
        </pc:spChg>
        <pc:spChg chg="add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6" creationId="{82A76196-C88B-BE49-356F-8FA5D45F576A}"/>
          </ac:spMkLst>
        </pc:spChg>
        <pc:spChg chg="add del mo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7" creationId="{1D6888FD-17E4-62ED-39FE-890EE065C6AF}"/>
          </ac:spMkLst>
        </pc:spChg>
        <pc:spChg chg="add del mod or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8" creationId="{E33A82F6-7744-6DFD-F8A5-21CF93A9DD17}"/>
          </ac:spMkLst>
        </pc:spChg>
        <pc:spChg chg="add del mo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9" creationId="{043492C6-DE27-B471-59C1-4281D5A100AD}"/>
          </ac:spMkLst>
        </pc:spChg>
        <pc:spChg chg="add del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0" creationId="{7397384B-0516-D8D5-695B-87C4FA783E68}"/>
          </ac:spMkLst>
        </pc:spChg>
        <pc:spChg chg="add del mo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1" creationId="{1F194AE8-1F9B-7655-7A8E-46F79DCAFB25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5:40.798" v="882" actId="2710"/>
        <pc:sldMkLst>
          <pc:docMk/>
          <pc:sldMk cId="3219517312" sldId="261"/>
        </pc:sldMkLst>
        <pc:spChg chg="del mod ord">
          <ac:chgData name="Luiza Briana Grether" userId="33b05ef5-dde0-4e2c-af71-3f0410b5559e" providerId="ADAL" clId="{BD690F32-6A11-4ACD-8ECA-649441D692A8}" dt="2024-11-12T14:15:23.944" v="877" actId="700"/>
          <ac:spMkLst>
            <pc:docMk/>
            <pc:sldMk cId="3219517312" sldId="261"/>
            <ac:spMk id="2" creationId="{99ECD01A-BBD1-7F6C-4463-139A47ABD710}"/>
          </ac:spMkLst>
        </pc:spChg>
        <pc:spChg chg="add mod or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3" creationId="{6B469735-0F94-1DCF-3761-F56499DA6C4E}"/>
          </ac:spMkLst>
        </pc:spChg>
        <pc:spChg chg="add mod ord">
          <ac:chgData name="Luiza Briana Grether" userId="33b05ef5-dde0-4e2c-af71-3f0410b5559e" providerId="ADAL" clId="{BD690F32-6A11-4ACD-8ECA-649441D692A8}" dt="2024-11-12T14:15:40.798" v="882" actId="2710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5" creationId="{06E70A24-8B64-CFAC-B2F4-6B6530B2F4CA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6" creationId="{69EE10BE-2C1B-685E-8F05-53CEA8BE6CD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6:10.354" v="893"/>
        <pc:sldMkLst>
          <pc:docMk/>
          <pc:sldMk cId="1648572485" sldId="262"/>
        </pc:sldMkLst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2" creationId="{B32E65F2-7BEA-8AA4-C5E1-7C93F7190D05}"/>
          </ac:spMkLst>
        </pc:spChg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3" creationId="{897E4674-79E4-1F0B-17FD-522B640B4ED8}"/>
          </ac:spMkLst>
        </pc:spChg>
        <pc:spChg chg="add mod ord">
          <ac:chgData name="Luiza Briana Grether" userId="33b05ef5-dde0-4e2c-af71-3f0410b5559e" providerId="ADAL" clId="{BD690F32-6A11-4ACD-8ECA-649441D692A8}" dt="2024-11-12T14:15:55.009" v="886"/>
          <ac:spMkLst>
            <pc:docMk/>
            <pc:sldMk cId="1648572485" sldId="262"/>
            <ac:spMk id="4" creationId="{61791FE0-C0E8-FBEF-E2DB-8CF14621A8B2}"/>
          </ac:spMkLst>
        </pc:spChg>
        <pc:spChg chg="add mod ord">
          <ac:chgData name="Luiza Briana Grether" userId="33b05ef5-dde0-4e2c-af71-3f0410b5559e" providerId="ADAL" clId="{BD690F32-6A11-4ACD-8ECA-649441D692A8}" dt="2024-11-12T14:15:59.680" v="888" actId="20577"/>
          <ac:spMkLst>
            <pc:docMk/>
            <pc:sldMk cId="1648572485" sldId="262"/>
            <ac:spMk id="5" creationId="{FD13C09D-73F5-CF36-5A89-C2FCC65E8315}"/>
          </ac:spMkLst>
        </pc:spChg>
        <pc:spChg chg="add del mod ord">
          <ac:chgData name="Luiza Briana Grether" userId="33b05ef5-dde0-4e2c-af71-3f0410b5559e" providerId="ADAL" clId="{BD690F32-6A11-4ACD-8ECA-649441D692A8}" dt="2024-11-12T14:16:10.354" v="893"/>
          <ac:spMkLst>
            <pc:docMk/>
            <pc:sldMk cId="1648572485" sldId="262"/>
            <ac:spMk id="6" creationId="{84774C93-3AD7-A7DB-F318-C594409446C1}"/>
          </ac:spMkLst>
        </pc:spChg>
        <pc:spChg chg="add mod ord">
          <ac:chgData name="Luiza Briana Grether" userId="33b05ef5-dde0-4e2c-af71-3f0410b5559e" providerId="ADAL" clId="{BD690F32-6A11-4ACD-8ECA-649441D692A8}" dt="2024-11-12T14:16:04.805" v="890" actId="20577"/>
          <ac:spMkLst>
            <pc:docMk/>
            <pc:sldMk cId="1648572485" sldId="262"/>
            <ac:spMk id="7" creationId="{60BF9D02-EAA8-EAF9-16FD-B8F58FC8BB81}"/>
          </ac:spMkLst>
        </pc:spChg>
        <pc:picChg chg="add del mod">
          <ac:chgData name="Luiza Briana Grether" userId="33b05ef5-dde0-4e2c-af71-3f0410b5559e" providerId="ADAL" clId="{BD690F32-6A11-4ACD-8ECA-649441D692A8}" dt="2024-11-12T14:16:09.714" v="892" actId="21"/>
          <ac:picMkLst>
            <pc:docMk/>
            <pc:sldMk cId="1648572485" sldId="262"/>
            <ac:picMk id="8" creationId="{9A40D980-8314-3FF2-60CF-51BDE9EA010C}"/>
          </ac:picMkLst>
        </pc:picChg>
        <pc:picChg chg="add mod">
          <ac:chgData name="Luiza Briana Grether" userId="33b05ef5-dde0-4e2c-af71-3f0410b5559e" providerId="ADAL" clId="{BD690F32-6A11-4ACD-8ECA-649441D692A8}" dt="2024-11-12T14:16:10.354" v="893"/>
          <ac:picMkLst>
            <pc:docMk/>
            <pc:sldMk cId="1648572485" sldId="262"/>
            <ac:picMk id="9" creationId="{9A40D980-8314-3FF2-60CF-51BDE9EA010C}"/>
          </ac:picMkLst>
        </pc:picChg>
      </pc:sldChg>
      <pc:sldChg chg="addSp delSp modSp new mod modClrScheme chgLayout">
        <pc:chgData name="Luiza Briana Grether" userId="33b05ef5-dde0-4e2c-af71-3f0410b5559e" providerId="ADAL" clId="{BD690F32-6A11-4ACD-8ECA-649441D692A8}" dt="2024-11-12T14:16:52.122" v="901" actId="6264"/>
        <pc:sldMkLst>
          <pc:docMk/>
          <pc:sldMk cId="3935208750" sldId="263"/>
        </pc:sldMkLst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2" creationId="{7C352180-CB2F-2CA0-3FD6-56E59D50D30B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3" creationId="{812EC9B3-B372-F3C0-F396-A8F6A73264E7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4" creationId="{0FA408E4-D474-0562-8B1C-64B6414B24F8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5" creationId="{32969A98-BB2C-5971-740D-E8F325FDED76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6" creationId="{56D651C2-E357-D5C8-BF84-6C80051EEEF5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7" creationId="{5446E27E-E85B-1878-0E9B-885F267EDC5C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8" creationId="{7BE9EE8D-FDC5-976A-8195-17F68C9000CE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9" creationId="{07FBD802-98C1-8969-2DE0-6EA9FCBE475E}"/>
          </ac:spMkLst>
        </pc:spChg>
        <pc:spChg chg="add mod or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0" creationId="{60FC964B-074A-7921-A7C5-F4450A1D8673}"/>
          </ac:spMkLst>
        </pc:spChg>
        <pc:spChg chg="add del mo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1" creationId="{4AB64209-100D-0758-B85E-6D6B8C0777AC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12.838" v="987" actId="6264"/>
        <pc:sldMkLst>
          <pc:docMk/>
          <pc:sldMk cId="2764548526" sldId="264"/>
        </pc:sldMkLst>
        <pc:spChg chg="del mod ord">
          <ac:chgData name="Luiza Briana Grether" userId="33b05ef5-dde0-4e2c-af71-3f0410b5559e" providerId="ADAL" clId="{BD690F32-6A11-4ACD-8ECA-649441D692A8}" dt="2024-11-12T14:17:02.221" v="903" actId="700"/>
          <ac:spMkLst>
            <pc:docMk/>
            <pc:sldMk cId="2764548526" sldId="264"/>
            <ac:spMk id="2" creationId="{F0D78E6B-99F0-8B4D-F418-37CE3EFE4600}"/>
          </ac:spMkLst>
        </pc:spChg>
        <pc:spChg chg="add del mod ord">
          <ac:chgData name="Luiza Briana Grether" userId="33b05ef5-dde0-4e2c-af71-3f0410b5559e" providerId="ADAL" clId="{BD690F32-6A11-4ACD-8ECA-649441D692A8}" dt="2024-11-12T14:17:12.177" v="910"/>
          <ac:spMkLst>
            <pc:docMk/>
            <pc:sldMk cId="2764548526" sldId="264"/>
            <ac:spMk id="3" creationId="{C3510AA5-5982-49C9-BD2F-550C641B665F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4" creationId="{4CF7F527-5E26-3262-4814-09C71A51840E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5" creationId="{96636678-0B69-C35E-E571-8389EBFFCEBD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6" creationId="{ACA6696B-AA3C-F1B6-4682-689A90CAB777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7" creationId="{50EC3EA4-2AF0-A718-9261-FA012BCB0190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0" creationId="{0DF7F6C8-7E80-7A34-4DE9-D3A066C552AE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1" creationId="{A923DD43-828E-90B8-BF37-5133F0C90C63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2" creationId="{5E4F3B7C-D34C-2351-30CA-6439C8E60251}"/>
          </ac:spMkLst>
        </pc:spChg>
        <pc:spChg chg="add del mod ord">
          <ac:chgData name="Luiza Briana Grether" userId="33b05ef5-dde0-4e2c-af71-3f0410b5559e" providerId="ADAL" clId="{BD690F32-6A11-4ACD-8ECA-649441D692A8}" dt="2024-11-12T14:17:27.938" v="917"/>
          <ac:spMkLst>
            <pc:docMk/>
            <pc:sldMk cId="2764548526" sldId="264"/>
            <ac:spMk id="13" creationId="{B51052B3-76A0-F89F-AF40-91FD4A7D6597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4" creationId="{AB9572C0-1308-CA10-6584-16EFC6EA870D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7" creationId="{CC8AD364-D49B-D40A-D294-6A0EC354742B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8" creationId="{F9EA501D-9C80-41E2-26C1-7DF4C41E7146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9" creationId="{6E405C13-A8A6-6803-314A-D8BB32ACFE19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0" creationId="{CC6432CB-0B43-25FD-2F14-35855C4F5D68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1" creationId="{97CEF02E-6A99-C5AF-91B8-5881D469B69D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2" creationId="{0954E4E1-46AD-AABD-2E7B-7A633A6CEF49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3" creationId="{51FCA659-A5B0-0007-A5F1-7768B865F3E7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4" creationId="{2BA883E2-F7DC-0764-E76C-59EE58ACD745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5" creationId="{23F358EF-ECB7-1029-13F8-6BAF4265F0CE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6" creationId="{8ECF5324-725D-6E67-8C05-82BDCD707E01}"/>
          </ac:spMkLst>
        </pc:spChg>
        <pc:picChg chg="add del mod">
          <ac:chgData name="Luiza Briana Grether" userId="33b05ef5-dde0-4e2c-af71-3f0410b5559e" providerId="ADAL" clId="{BD690F32-6A11-4ACD-8ECA-649441D692A8}" dt="2024-11-12T14:17:11.505" v="909" actId="21"/>
          <ac:picMkLst>
            <pc:docMk/>
            <pc:sldMk cId="2764548526" sldId="264"/>
            <ac:picMk id="8" creationId="{8508F8AA-8DFF-6BE8-A5F1-164B51EBDF91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9" creationId="{8508F8AA-8DFF-6BE8-A5F1-164B51EBDF91}"/>
          </ac:picMkLst>
        </pc:picChg>
        <pc:picChg chg="add del mod">
          <ac:chgData name="Luiza Briana Grether" userId="33b05ef5-dde0-4e2c-af71-3f0410b5559e" providerId="ADAL" clId="{BD690F32-6A11-4ACD-8ECA-649441D692A8}" dt="2024-11-12T14:17:27.140" v="916" actId="21"/>
          <ac:picMkLst>
            <pc:docMk/>
            <pc:sldMk cId="2764548526" sldId="264"/>
            <ac:picMk id="15" creationId="{4F1B291A-069D-EA9C-7CD3-252684CF7B17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16" creationId="{4F1B291A-069D-EA9C-7CD3-252684CF7B17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28.197" v="1084" actId="47"/>
        <pc:sldMkLst>
          <pc:docMk/>
          <pc:sldMk cId="2223283500" sldId="265"/>
        </pc:sldMkLst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2" creationId="{E5E074A6-494B-D93D-B908-137C39031488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3" creationId="{59009C81-3DEA-A72E-A52C-8376E75F6C61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4" creationId="{E2D7E806-7F38-35DC-6DC3-0D471798DBDE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5" creationId="{0B1DCBA2-9236-6E5E-9737-1FE72EF3664F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6" creationId="{0A5E211C-8101-778E-5849-4652CAD8220D}"/>
          </ac:spMkLst>
        </pc:spChg>
        <pc:spChg chg="add mod or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7" creationId="{AC545DC4-7E2C-A38C-49B3-03D8095BBC44}"/>
          </ac:spMkLst>
        </pc:spChg>
        <pc:spChg chg="add mod ord">
          <ac:chgData name="Luiza Briana Grether" userId="33b05ef5-dde0-4e2c-af71-3f0410b5559e" providerId="ADAL" clId="{BD690F32-6A11-4ACD-8ECA-649441D692A8}" dt="2024-11-12T14:18:09.663" v="932" actId="12"/>
          <ac:spMkLst>
            <pc:docMk/>
            <pc:sldMk cId="2223283500" sldId="265"/>
            <ac:spMk id="8" creationId="{3A31C5A8-00F0-6520-8DFF-57275A25DD69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9" creationId="{D5E381AA-234D-DEE7-3783-D1A44E22FF33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10" creationId="{87B5C524-D713-FD4D-8250-34B72E93FCA9}"/>
          </ac:spMkLst>
        </pc:spChg>
      </pc:sldChg>
      <pc:sldChg chg="addSp delSp modSp new mod">
        <pc:chgData name="Luiza Briana Grether" userId="33b05ef5-dde0-4e2c-af71-3f0410b5559e" providerId="ADAL" clId="{BD690F32-6A11-4ACD-8ECA-649441D692A8}" dt="2024-11-12T14:18:24.351" v="938" actId="20577"/>
        <pc:sldMkLst>
          <pc:docMk/>
          <pc:sldMk cId="4233346620" sldId="266"/>
        </pc:sldMkLst>
        <pc:spChg chg="mod">
          <ac:chgData name="Luiza Briana Grether" userId="33b05ef5-dde0-4e2c-af71-3f0410b5559e" providerId="ADAL" clId="{BD690F32-6A11-4ACD-8ECA-649441D692A8}" dt="2024-11-12T14:18:19.841" v="936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BD690F32-6A11-4ACD-8ECA-649441D692A8}" dt="2024-11-12T14:18:24.351" v="938" actId="20577"/>
          <ac:spMkLst>
            <pc:docMk/>
            <pc:sldMk cId="4233346620" sldId="266"/>
            <ac:spMk id="3" creationId="{83E9997E-38BC-C2ED-57F3-C4C24F228011}"/>
          </ac:spMkLst>
        </pc:spChg>
        <pc:spChg chg="add del">
          <ac:chgData name="Luiza Briana Grether" userId="33b05ef5-dde0-4e2c-af71-3f0410b5559e" providerId="ADAL" clId="{BD690F32-6A11-4ACD-8ECA-649441D692A8}" dt="2024-11-12T14:18:19.015" v="935" actId="22"/>
          <ac:spMkLst>
            <pc:docMk/>
            <pc:sldMk cId="4233346620" sldId="266"/>
            <ac:spMk id="5" creationId="{3D3E5AB2-3796-0902-1FD2-CC95E51DC7C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9:30.367" v="952" actId="255"/>
        <pc:sldMkLst>
          <pc:docMk/>
          <pc:sldMk cId="2653190169" sldId="267"/>
        </pc:sldMkLst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2" creationId="{C029C80B-708B-0745-447D-F9AA564D5E9B}"/>
          </ac:spMkLst>
        </pc:spChg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3" creationId="{6AF96C47-938D-C1EC-E5ED-67E7C6B4FA3A}"/>
          </ac:spMkLst>
        </pc:spChg>
        <pc:spChg chg="add mod ord">
          <ac:chgData name="Luiza Briana Grether" userId="33b05ef5-dde0-4e2c-af71-3f0410b5559e" providerId="ADAL" clId="{BD690F32-6A11-4ACD-8ECA-649441D692A8}" dt="2024-11-12T14:19:30.367" v="952" actId="255"/>
          <ac:spMkLst>
            <pc:docMk/>
            <pc:sldMk cId="2653190169" sldId="267"/>
            <ac:spMk id="4" creationId="{FBF6838D-C34C-BA06-1B2B-EEBC18254C23}"/>
          </ac:spMkLst>
        </pc:spChg>
        <pc:spChg chg="add del mod ord">
          <ac:chgData name="Luiza Briana Grether" userId="33b05ef5-dde0-4e2c-af71-3f0410b5559e" providerId="ADAL" clId="{BD690F32-6A11-4ACD-8ECA-649441D692A8}" dt="2024-11-12T14:18:40.780" v="944"/>
          <ac:spMkLst>
            <pc:docMk/>
            <pc:sldMk cId="2653190169" sldId="267"/>
            <ac:spMk id="5" creationId="{35031795-E638-0384-BE33-0C390DA6DD0E}"/>
          </ac:spMkLst>
        </pc:spChg>
        <pc:spChg chg="add mod or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6" creationId="{DBE8080F-C560-681F-28D0-69293D91768D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9" creationId="{1D42909D-6A00-F0D3-F344-EE6029236850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0" creationId="{59EDC936-DF47-6DED-92F1-931CA8699CB4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1" creationId="{06515C48-0ED1-9606-E36A-AFFFF3CA040B}"/>
          </ac:spMkLst>
        </pc:spChg>
        <pc:picChg chg="add del mod">
          <ac:chgData name="Luiza Briana Grether" userId="33b05ef5-dde0-4e2c-af71-3f0410b5559e" providerId="ADAL" clId="{BD690F32-6A11-4ACD-8ECA-649441D692A8}" dt="2024-11-12T14:18:40.071" v="943" actId="21"/>
          <ac:picMkLst>
            <pc:docMk/>
            <pc:sldMk cId="2653190169" sldId="267"/>
            <ac:picMk id="7" creationId="{F713F1D4-6400-5805-916B-DCCAD5C31AFA}"/>
          </ac:picMkLst>
        </pc:picChg>
        <pc:picChg chg="add mod ord">
          <ac:chgData name="Luiza Briana Grether" userId="33b05ef5-dde0-4e2c-af71-3f0410b5559e" providerId="ADAL" clId="{BD690F32-6A11-4ACD-8ECA-649441D692A8}" dt="2024-11-12T14:19:23.989" v="950" actId="6264"/>
          <ac:picMkLst>
            <pc:docMk/>
            <pc:sldMk cId="2653190169" sldId="267"/>
            <ac:picMk id="8" creationId="{F713F1D4-6400-5805-916B-DCCAD5C31AFA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0.344" v="1086" actId="47"/>
        <pc:sldMkLst>
          <pc:docMk/>
          <pc:sldMk cId="53405276" sldId="268"/>
        </pc:sldMkLst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2" creationId="{1D9FC9A0-01BC-9865-7531-8666865BE688}"/>
          </ac:spMkLst>
        </pc:spChg>
        <pc:spChg chg="del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3" creationId="{BD57D1F8-AF34-7CE5-F136-7CBF531C74E3}"/>
          </ac:spMkLst>
        </pc:spChg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4" creationId="{D360808F-CDBB-C2AE-7F2D-EEE88DBE8AAB}"/>
          </ac:spMkLst>
        </pc:spChg>
        <pc:spChg chg="add mod ord">
          <ac:chgData name="Luiza Briana Grether" userId="33b05ef5-dde0-4e2c-af71-3f0410b5559e" providerId="ADAL" clId="{BD690F32-6A11-4ACD-8ECA-649441D692A8}" dt="2024-11-12T14:19:51.698" v="957"/>
          <ac:spMkLst>
            <pc:docMk/>
            <pc:sldMk cId="53405276" sldId="268"/>
            <ac:spMk id="5" creationId="{61193F11-EDB0-23C9-01C0-236613E03AF6}"/>
          </ac:spMkLst>
        </pc:spChg>
        <pc:spChg chg="add mod ord">
          <ac:chgData name="Luiza Briana Grether" userId="33b05ef5-dde0-4e2c-af71-3f0410b5559e" providerId="ADAL" clId="{BD690F32-6A11-4ACD-8ECA-649441D692A8}" dt="2024-11-12T14:19:53.903" v="959" actId="20577"/>
          <ac:spMkLst>
            <pc:docMk/>
            <pc:sldMk cId="53405276" sldId="268"/>
            <ac:spMk id="6" creationId="{B2B71186-30CD-C8E4-3A93-0896CE143264}"/>
          </ac:spMkLst>
        </pc:spChg>
      </pc:sldChg>
      <pc:sldChg chg="modSp new mod">
        <pc:chgData name="Luiza Briana Grether" userId="33b05ef5-dde0-4e2c-af71-3f0410b5559e" providerId="ADAL" clId="{BD690F32-6A11-4ACD-8ECA-649441D692A8}" dt="2024-11-12T14:20:13.993" v="965" actId="20577"/>
        <pc:sldMkLst>
          <pc:docMk/>
          <pc:sldMk cId="1386092570" sldId="269"/>
        </pc:sldMkLst>
        <pc:spChg chg="mod">
          <ac:chgData name="Luiza Briana Grether" userId="33b05ef5-dde0-4e2c-af71-3f0410b5559e" providerId="ADAL" clId="{BD690F32-6A11-4ACD-8ECA-649441D692A8}" dt="2024-11-12T14:20:11.193" v="963"/>
          <ac:spMkLst>
            <pc:docMk/>
            <pc:sldMk cId="1386092570" sldId="269"/>
            <ac:spMk id="2" creationId="{BC449552-DCB6-E58B-681E-01C7461DE31B}"/>
          </ac:spMkLst>
        </pc:spChg>
        <pc:spChg chg="mod">
          <ac:chgData name="Luiza Briana Grether" userId="33b05ef5-dde0-4e2c-af71-3f0410b5559e" providerId="ADAL" clId="{BD690F32-6A11-4ACD-8ECA-649441D692A8}" dt="2024-11-12T14:20:13.993" v="965" actId="20577"/>
          <ac:spMkLst>
            <pc:docMk/>
            <pc:sldMk cId="1386092570" sldId="269"/>
            <ac:spMk id="3" creationId="{9F2397C1-C5FA-165A-4765-6FED7C1670E2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0:39.785" v="976" actId="20577"/>
        <pc:sldMkLst>
          <pc:docMk/>
          <pc:sldMk cId="3412891661" sldId="270"/>
        </pc:sldMkLst>
        <pc:spChg chg="del mod ord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2" creationId="{98956C1B-763B-082B-D889-7AD0B61AE25C}"/>
          </ac:spMkLst>
        </pc:spChg>
        <pc:spChg chg="del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3" creationId="{098D100D-5DD5-2E69-ABDA-74E6C9D43C1C}"/>
          </ac:spMkLst>
        </pc:spChg>
        <pc:spChg chg="add del mod ord">
          <ac:chgData name="Luiza Briana Grether" userId="33b05ef5-dde0-4e2c-af71-3f0410b5559e" providerId="ADAL" clId="{BD690F32-6A11-4ACD-8ECA-649441D692A8}" dt="2024-11-12T14:20:28.715" v="971"/>
          <ac:spMkLst>
            <pc:docMk/>
            <pc:sldMk cId="3412891661" sldId="270"/>
            <ac:spMk id="4" creationId="{24DDA4B5-6014-FB29-61D1-00093F3BF91D}"/>
          </ac:spMkLst>
        </pc:spChg>
        <pc:spChg chg="add del mod or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5" creationId="{70B88558-42B7-409A-AAF2-C34DE5022343}"/>
          </ac:spMkLst>
        </pc:spChg>
        <pc:spChg chg="add del mo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8" creationId="{B5202ACB-97F2-7002-2675-8EE0CE1BCBCB}"/>
          </ac:spMkLst>
        </pc:spChg>
        <pc:spChg chg="add mod ord">
          <ac:chgData name="Luiza Briana Grether" userId="33b05ef5-dde0-4e2c-af71-3f0410b5559e" providerId="ADAL" clId="{BD690F32-6A11-4ACD-8ECA-649441D692A8}" dt="2024-11-12T14:20:39.785" v="976" actId="20577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BD690F32-6A11-4ACD-8ECA-649441D692A8}" dt="2024-11-12T14:20:28.085" v="970"/>
          <ac:picMkLst>
            <pc:docMk/>
            <pc:sldMk cId="3412891661" sldId="270"/>
            <ac:picMk id="6" creationId="{35703B26-EFF0-B729-63EA-9E971A7251E2}"/>
          </ac:picMkLst>
        </pc:picChg>
        <pc:picChg chg="add mod ord">
          <ac:chgData name="Luiza Briana Grether" userId="33b05ef5-dde0-4e2c-af71-3f0410b5559e" providerId="ADAL" clId="{BD690F32-6A11-4ACD-8ECA-649441D692A8}" dt="2024-11-12T14:20:34.163" v="973" actId="6264"/>
          <ac:picMkLst>
            <pc:docMk/>
            <pc:sldMk cId="3412891661" sldId="270"/>
            <ac:picMk id="7" creationId="{C0E9C5D4-686C-7734-4CC8-C223D61C4822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4.124" v="1087" actId="47"/>
        <pc:sldMkLst>
          <pc:docMk/>
          <pc:sldMk cId="2596373763" sldId="271"/>
        </pc:sldMkLst>
        <pc:spChg chg="del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2" creationId="{62616055-1837-A75D-0214-A63F6AFC8DFC}"/>
          </ac:spMkLst>
        </pc:spChg>
        <pc:spChg chg="del mod ord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3" creationId="{F39A5E61-AFC3-2218-7633-5CDBDFEB10E9}"/>
          </ac:spMkLst>
        </pc:spChg>
        <pc:spChg chg="add mod ord">
          <ac:chgData name="Luiza Briana Grether" userId="33b05ef5-dde0-4e2c-af71-3f0410b5559e" providerId="ADAL" clId="{BD690F32-6A11-4ACD-8ECA-649441D692A8}" dt="2024-11-12T14:20:55.113" v="979"/>
          <ac:spMkLst>
            <pc:docMk/>
            <pc:sldMk cId="2596373763" sldId="271"/>
            <ac:spMk id="4" creationId="{EE044D19-2A72-B4D8-8D66-CEDC572DBD3B}"/>
          </ac:spMkLst>
        </pc:spChg>
        <pc:spChg chg="add mod ord">
          <ac:chgData name="Luiza Briana Grether" userId="33b05ef5-dde0-4e2c-af71-3f0410b5559e" providerId="ADAL" clId="{BD690F32-6A11-4ACD-8ECA-649441D692A8}" dt="2024-11-12T14:21:00.524" v="983" actId="20577"/>
          <ac:spMkLst>
            <pc:docMk/>
            <pc:sldMk cId="2596373763" sldId="271"/>
            <ac:spMk id="5" creationId="{B647482C-E913-2681-39DC-34C6976AD380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37.524" v="995" actId="6264"/>
        <pc:sldMkLst>
          <pc:docMk/>
          <pc:sldMk cId="2567870009" sldId="272"/>
        </pc:sldMkLst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2" creationId="{25B7D515-3270-288B-B1FB-5B04065D5749}"/>
          </ac:spMkLst>
        </pc:spChg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3" creationId="{72346868-4F71-357A-5C43-C3EC9C3C2637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4" creationId="{B7F1DC20-780B-9E5F-A494-2FD0CE244211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5" creationId="{37CAB9E5-AC07-1A75-49E4-1DE2BCE6FBD3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6" creationId="{CC2802ED-C803-4B3F-9346-C5DDB843272D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7" creationId="{B4EB4FD8-B0A2-C714-A251-BB3382D839D0}"/>
          </ac:spMkLst>
        </pc:spChg>
      </pc:sldChg>
      <pc:sldChg chg="delSp new mod modClrScheme chgLayout">
        <pc:chgData name="Luiza Briana Grether" userId="33b05ef5-dde0-4e2c-af71-3f0410b5559e" providerId="ADAL" clId="{BD690F32-6A11-4ACD-8ECA-649441D692A8}" dt="2024-11-12T14:22:49.227" v="997" actId="700"/>
        <pc:sldMkLst>
          <pc:docMk/>
          <pc:sldMk cId="4035553123" sldId="273"/>
        </pc:sldMkLst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2" creationId="{AC876693-28FC-BBF0-B7FA-E6C4643B60A6}"/>
          </ac:spMkLst>
        </pc:spChg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3" creationId="{5AB59E8A-4FF2-C009-F58C-6E6093AF317E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9T12:30:16.180" v="1083" actId="6264"/>
        <pc:sldMkLst>
          <pc:docMk/>
          <pc:sldMk cId="163507567" sldId="274"/>
        </pc:sldMkLst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2" creationId="{7872B777-B9A7-E509-FE4B-132886022F8F}"/>
          </ac:spMkLst>
        </pc:spChg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3" creationId="{F4C8AA24-B2E0-CC0E-8ECA-B71D553D5AEB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4" creationId="{E25B5FC6-EC3B-2D6C-70C9-AB74C9F70C17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5" creationId="{41AEA420-6E5A-952A-2962-4786911DE021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6" creationId="{29AC9E8C-D129-4D12-3626-F87961EA6D69}"/>
          </ac:spMkLst>
        </pc:spChg>
        <pc:spChg chg="add del mod ord">
          <ac:chgData name="Luiza Briana Grether" userId="33b05ef5-dde0-4e2c-af71-3f0410b5559e" providerId="ADAL" clId="{BD690F32-6A11-4ACD-8ECA-649441D692A8}" dt="2024-11-19T12:26:50.844" v="1055"/>
          <ac:spMkLst>
            <pc:docMk/>
            <pc:sldMk cId="163507567" sldId="274"/>
            <ac:spMk id="7" creationId="{CBCB1078-8303-9B70-6FE0-304A0EDD2DF9}"/>
          </ac:spMkLst>
        </pc:spChg>
        <pc:spChg chg="add del mo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10" creationId="{33097B4A-B384-47C1-CF68-2A8C37BF68EB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1" creationId="{725FA4EF-C6B1-A11C-7075-93DFD4481BC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2" creationId="{065CFC56-19CD-C088-C2BB-18F3DF70B63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3" creationId="{3A227CCC-C8CB-566C-5D86-E4380A7135B7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4" creationId="{511B4A0F-4105-70C9-1CA8-263564226169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5" creationId="{3F0D5FB1-9448-919B-3DBD-65E7E62B2B42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6" creationId="{558E980E-AF67-4830-CFDA-694CE295505F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7" creationId="{8473967B-EBA0-74F7-8F7C-669C90266C80}"/>
          </ac:spMkLst>
        </pc:spChg>
        <pc:picChg chg="add del mod">
          <ac:chgData name="Luiza Briana Grether" userId="33b05ef5-dde0-4e2c-af71-3f0410b5559e" providerId="ADAL" clId="{BD690F32-6A11-4ACD-8ECA-649441D692A8}" dt="2024-11-19T12:26:49.916" v="1054" actId="21"/>
          <ac:picMkLst>
            <pc:docMk/>
            <pc:sldMk cId="163507567" sldId="274"/>
            <ac:picMk id="8" creationId="{B0A8039E-9C7A-B069-DBE1-D7798A6271DB}"/>
          </ac:picMkLst>
        </pc:picChg>
        <pc:picChg chg="add mod ord">
          <ac:chgData name="Luiza Briana Grether" userId="33b05ef5-dde0-4e2c-af71-3f0410b5559e" providerId="ADAL" clId="{BD690F32-6A11-4ACD-8ECA-649441D692A8}" dt="2024-11-19T12:30:16.180" v="1083" actId="6264"/>
          <ac:picMkLst>
            <pc:docMk/>
            <pc:sldMk cId="163507567" sldId="274"/>
            <ac:picMk id="9" creationId="{B0A8039E-9C7A-B069-DBE1-D7798A6271DB}"/>
          </ac:picMkLst>
        </pc:picChg>
      </pc:sldChg>
      <pc:sldMasterChg chg="addSldLayout modSldLayout">
        <pc:chgData name="Luiza Briana Grether" userId="33b05ef5-dde0-4e2c-af71-3f0410b5559e" providerId="ADAL" clId="{BD690F32-6A11-4ACD-8ECA-649441D692A8}" dt="2024-11-19T12:30:09.057" v="1082" actId="2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BD690F32-6A11-4ACD-8ECA-649441D692A8}" dt="2024-11-12T14:14:25.259" v="864" actId="207"/>
          <pc:sldLayoutMkLst>
            <pc:docMk/>
            <pc:sldMasterMk cId="3332300950" sldId="2147483648"/>
            <pc:sldLayoutMk cId="2265314576" sldId="2147483650"/>
          </pc:sldLayoutMkLst>
          <pc:spChg chg="add del mod">
            <ac:chgData name="Luiza Briana Grether" userId="33b05ef5-dde0-4e2c-af71-3f0410b5559e" providerId="ADAL" clId="{BD690F32-6A11-4ACD-8ECA-649441D692A8}" dt="2024-11-12T14:13:49.760" v="829" actId="478"/>
            <ac:spMkLst>
              <pc:docMk/>
              <pc:sldMasterMk cId="3332300950" sldId="2147483648"/>
              <pc:sldLayoutMk cId="2265314576" sldId="2147483650"/>
              <ac:spMk id="7" creationId="{BDFF1A75-77F5-8DF6-991F-07F68FFEDC21}"/>
            </ac:spMkLst>
          </pc:spChg>
          <pc:spChg chg="mod">
            <ac:chgData name="Luiza Briana Grether" userId="33b05ef5-dde0-4e2c-af71-3f0410b5559e" providerId="ADAL" clId="{BD690F32-6A11-4ACD-8ECA-649441D692A8}" dt="2024-11-12T14:13:29.070" v="827" actId="14100"/>
            <ac:spMkLst>
              <pc:docMk/>
              <pc:sldMasterMk cId="3332300950" sldId="2147483648"/>
              <pc:sldLayoutMk cId="2265314576" sldId="2147483650"/>
              <ac:spMk id="9" creationId="{47013B00-B894-D5F6-01A1-6B96111013DC}"/>
            </ac:spMkLst>
          </pc:spChg>
          <pc:spChg chg="add del mod">
            <ac:chgData name="Luiza Briana Grether" userId="33b05ef5-dde0-4e2c-af71-3f0410b5559e" providerId="ADAL" clId="{BD690F32-6A11-4ACD-8ECA-649441D692A8}" dt="2024-11-12T14:12:10.180" v="788"/>
            <ac:spMkLst>
              <pc:docMk/>
              <pc:sldMasterMk cId="3332300950" sldId="2147483648"/>
              <pc:sldLayoutMk cId="2265314576" sldId="2147483650"/>
              <ac:spMk id="11" creationId="{F9ABE30B-7ED2-C2C2-AF0D-7C47A518B116}"/>
            </ac:spMkLst>
          </pc:spChg>
          <pc:spChg chg="add del mod">
            <ac:chgData name="Luiza Briana Grether" userId="33b05ef5-dde0-4e2c-af71-3f0410b5559e" providerId="ADAL" clId="{BD690F32-6A11-4ACD-8ECA-649441D692A8}" dt="2024-11-12T14:13:19.245" v="825" actId="478"/>
            <ac:spMkLst>
              <pc:docMk/>
              <pc:sldMasterMk cId="3332300950" sldId="2147483648"/>
              <pc:sldLayoutMk cId="2265314576" sldId="2147483650"/>
              <ac:spMk id="12" creationId="{782171AE-625F-CD95-7FC7-3E4EB9E39D30}"/>
            </ac:spMkLst>
          </pc:spChg>
          <pc:spChg chg="add mod">
            <ac:chgData name="Luiza Briana Grether" userId="33b05ef5-dde0-4e2c-af71-3f0410b5559e" providerId="ADAL" clId="{BD690F32-6A11-4ACD-8ECA-649441D692A8}" dt="2024-11-12T14:14:25.259" v="864" actId="207"/>
            <ac:spMkLst>
              <pc:docMk/>
              <pc:sldMasterMk cId="3332300950" sldId="2147483648"/>
              <pc:sldLayoutMk cId="2265314576" sldId="2147483650"/>
              <ac:spMk id="13" creationId="{C9F7D492-11F5-D428-0816-AE125413BED2}"/>
            </ac:spMkLst>
          </pc:spChg>
        </pc:sldLayoutChg>
        <pc:sldLayoutChg chg="modSp mod">
          <pc:chgData name="Luiza Briana Grether" userId="33b05ef5-dde0-4e2c-af71-3f0410b5559e" providerId="ADAL" clId="{BD690F32-6A11-4ACD-8ECA-649441D692A8}" dt="2024-11-12T14:16:46.550" v="900" actId="242"/>
          <pc:sldLayoutMkLst>
            <pc:docMk/>
            <pc:sldMasterMk cId="3332300950" sldId="2147483648"/>
            <pc:sldLayoutMk cId="254971135" sldId="2147483653"/>
          </pc:sldLayoutMkLst>
          <pc:spChg chg="mod">
            <ac:chgData name="Luiza Briana Grether" userId="33b05ef5-dde0-4e2c-af71-3f0410b5559e" providerId="ADAL" clId="{BD690F32-6A11-4ACD-8ECA-649441D692A8}" dt="2024-11-12T14:16:46.550" v="900" actId="242"/>
            <ac:spMkLst>
              <pc:docMk/>
              <pc:sldMasterMk cId="3332300950" sldId="2147483648"/>
              <pc:sldLayoutMk cId="254971135" sldId="2147483653"/>
              <ac:spMk id="13" creationId="{3F965487-A933-7EE9-9151-4A9D10444C9F}"/>
            </ac:spMkLst>
          </pc:spChg>
        </pc:sldLayoutChg>
        <pc:sldLayoutChg chg="addSp delSp modSp mod">
          <pc:chgData name="Luiza Briana Grether" userId="33b05ef5-dde0-4e2c-af71-3f0410b5559e" providerId="ADAL" clId="{BD690F32-6A11-4ACD-8ECA-649441D692A8}" dt="2024-11-12T13:59:11.455" v="522" actId="14100"/>
          <pc:sldLayoutMkLst>
            <pc:docMk/>
            <pc:sldMasterMk cId="3332300950" sldId="2147483648"/>
            <pc:sldLayoutMk cId="2774734701" sldId="2147483654"/>
          </pc:sldLayoutMkLst>
          <pc:spChg chg="del">
            <ac:chgData name="Luiza Briana Grether" userId="33b05ef5-dde0-4e2c-af71-3f0410b5559e" providerId="ADAL" clId="{BD690F32-6A11-4ACD-8ECA-649441D692A8}" dt="2024-11-12T13:42:01.241" v="137" actId="478"/>
            <ac:spMkLst>
              <pc:docMk/>
              <pc:sldMasterMk cId="3332300950" sldId="2147483648"/>
              <pc:sldLayoutMk cId="2774734701" sldId="2147483654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8:39.568" v="518" actId="478"/>
            <ac:spMkLst>
              <pc:docMk/>
              <pc:sldMasterMk cId="3332300950" sldId="2147483648"/>
              <pc:sldLayoutMk cId="2774734701" sldId="2147483654"/>
              <ac:spMk id="6" creationId="{6864EA94-F885-570D-8CC4-12AE75F62012}"/>
            </ac:spMkLst>
          </pc:spChg>
          <pc:spChg chg="del">
            <ac:chgData name="Luiza Briana Grether" userId="33b05ef5-dde0-4e2c-af71-3f0410b5559e" providerId="ADAL" clId="{BD690F32-6A11-4ACD-8ECA-649441D692A8}" dt="2024-11-12T13:58:35.303" v="515" actId="478"/>
            <ac:spMkLst>
              <pc:docMk/>
              <pc:sldMasterMk cId="3332300950" sldId="2147483648"/>
              <pc:sldLayoutMk cId="2774734701" sldId="2147483654"/>
              <ac:spMk id="9" creationId="{E9C50781-66A1-5FFD-3627-D878E22809B3}"/>
            </ac:spMkLst>
          </pc:spChg>
          <pc:spChg chg="add mod">
            <ac:chgData name="Luiza Briana Grether" userId="33b05ef5-dde0-4e2c-af71-3f0410b5559e" providerId="ADAL" clId="{BD690F32-6A11-4ACD-8ECA-649441D692A8}" dt="2024-11-12T13:42:04.473" v="138"/>
            <ac:spMkLst>
              <pc:docMk/>
              <pc:sldMasterMk cId="3332300950" sldId="2147483648"/>
              <pc:sldLayoutMk cId="2774734701" sldId="2147483654"/>
              <ac:spMk id="10" creationId="{1E546261-9628-A177-C0FE-A2465FA7CECC}"/>
            </ac:spMkLst>
          </pc:spChg>
          <pc:spChg chg="add mod">
            <ac:chgData name="Luiza Briana Grether" userId="33b05ef5-dde0-4e2c-af71-3f0410b5559e" providerId="ADAL" clId="{BD690F32-6A11-4ACD-8ECA-649441D692A8}" dt="2024-11-12T13:59:06.591" v="521" actId="1076"/>
            <ac:spMkLst>
              <pc:docMk/>
              <pc:sldMasterMk cId="3332300950" sldId="2147483648"/>
              <pc:sldLayoutMk cId="2774734701" sldId="2147483654"/>
              <ac:spMk id="12" creationId="{B14240C6-9FE7-8296-FC3C-FF6ACAD72D19}"/>
            </ac:spMkLst>
          </pc:spChg>
          <pc:spChg chg="add mod">
            <ac:chgData name="Luiza Briana Grether" userId="33b05ef5-dde0-4e2c-af71-3f0410b5559e" providerId="ADAL" clId="{BD690F32-6A11-4ACD-8ECA-649441D692A8}" dt="2024-11-12T13:59:11.455" v="522" actId="14100"/>
            <ac:spMkLst>
              <pc:docMk/>
              <pc:sldMasterMk cId="3332300950" sldId="2147483648"/>
              <pc:sldLayoutMk cId="2774734701" sldId="2147483654"/>
              <ac:spMk id="14" creationId="{68BFAA03-C35A-613F-C546-E74F4524500F}"/>
            </ac:spMkLst>
          </pc:spChg>
          <pc:picChg chg="add del">
            <ac:chgData name="Luiza Briana Grether" userId="33b05ef5-dde0-4e2c-af71-3f0410b5559e" providerId="ADAL" clId="{BD690F32-6A11-4ACD-8ECA-649441D692A8}" dt="2024-11-12T13:58:37.983" v="517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</pc:sldLayoutChg>
        <pc:sldLayoutChg chg="addSp delSp modSp mod">
          <pc:chgData name="Luiza Briana Grether" userId="33b05ef5-dde0-4e2c-af71-3f0410b5559e" providerId="ADAL" clId="{BD690F32-6A11-4ACD-8ECA-649441D692A8}" dt="2024-11-12T14:18:58.423" v="947" actId="242"/>
          <pc:sldLayoutMkLst>
            <pc:docMk/>
            <pc:sldMasterMk cId="3332300950" sldId="2147483648"/>
            <pc:sldLayoutMk cId="1694955131" sldId="2147483655"/>
          </pc:sldLayoutMkLst>
          <pc:spChg chg="mod">
            <ac:chgData name="Luiza Briana Grether" userId="33b05ef5-dde0-4e2c-af71-3f0410b5559e" providerId="ADAL" clId="{BD690F32-6A11-4ACD-8ECA-649441D692A8}" dt="2024-11-12T13:41:49.152" v="136" actId="5793"/>
            <ac:spMkLst>
              <pc:docMk/>
              <pc:sldMasterMk cId="3332300950" sldId="2147483648"/>
              <pc:sldLayoutMk cId="1694955131" sldId="2147483655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9:18.600" v="523" actId="478"/>
            <ac:spMkLst>
              <pc:docMk/>
              <pc:sldMasterMk cId="3332300950" sldId="2147483648"/>
              <pc:sldLayoutMk cId="1694955131" sldId="2147483655"/>
              <ac:spMk id="8" creationId="{71B4B20D-1DDA-19D3-0497-AAA55C59D14F}"/>
            </ac:spMkLst>
          </pc:spChg>
          <pc:spChg chg="del">
            <ac:chgData name="Luiza Briana Grether" userId="33b05ef5-dde0-4e2c-af71-3f0410b5559e" providerId="ADAL" clId="{BD690F32-6A11-4ACD-8ECA-649441D692A8}" dt="2024-11-12T13:59:19.493" v="524" actId="478"/>
            <ac:spMkLst>
              <pc:docMk/>
              <pc:sldMasterMk cId="3332300950" sldId="2147483648"/>
              <pc:sldLayoutMk cId="1694955131" sldId="2147483655"/>
              <ac:spMk id="9" creationId="{537BED37-DE76-C15C-B296-37B630FF343B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0" creationId="{39C16398-7315-6A45-8267-F78CD84B5D43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2" creationId="{7DEBAF98-3E93-CD48-6F73-EFC3479CABDE}"/>
            </ac:spMkLst>
          </pc:spChg>
          <pc:spChg chg="mod">
            <ac:chgData name="Luiza Briana Grether" userId="33b05ef5-dde0-4e2c-af71-3f0410b5559e" providerId="ADAL" clId="{BD690F32-6A11-4ACD-8ECA-649441D692A8}" dt="2024-11-12T14:18:58.423" v="947" actId="242"/>
            <ac:spMkLst>
              <pc:docMk/>
              <pc:sldMasterMk cId="3332300950" sldId="2147483648"/>
              <pc:sldLayoutMk cId="1694955131" sldId="2147483655"/>
              <ac:spMk id="13" creationId="{3F965487-A933-7EE9-9151-4A9D10444C9F}"/>
            </ac:spMkLst>
          </pc:spChg>
        </pc:sldLayoutChg>
        <pc:sldLayoutChg chg="addSp delSp modSp new mod">
          <pc:chgData name="Luiza Briana Grether" userId="33b05ef5-dde0-4e2c-af71-3f0410b5559e" providerId="ADAL" clId="{BD690F32-6A11-4ACD-8ECA-649441D692A8}" dt="2024-11-12T13:57:58.871" v="513" actId="14100"/>
          <pc:sldLayoutMkLst>
            <pc:docMk/>
            <pc:sldMasterMk cId="3332300950" sldId="2147483648"/>
            <pc:sldLayoutMk cId="888269426" sldId="2147483656"/>
          </pc:sldLayoutMkLst>
          <pc:spChg chg="del">
            <ac:chgData name="Luiza Briana Grether" userId="33b05ef5-dde0-4e2c-af71-3f0410b5559e" providerId="ADAL" clId="{BD690F32-6A11-4ACD-8ECA-649441D692A8}" dt="2024-11-12T13:13:02.964" v="1" actId="478"/>
            <ac:spMkLst>
              <pc:docMk/>
              <pc:sldMasterMk cId="3332300950" sldId="2147483648"/>
              <pc:sldLayoutMk cId="888269426" sldId="2147483656"/>
              <ac:spMk id="2" creationId="{EC6E733A-A10D-3FC1-F51D-BC0B7EBF87FC}"/>
            </ac:spMkLst>
          </pc:spChg>
          <pc:spChg chg="del">
            <ac:chgData name="Luiza Briana Grether" userId="33b05ef5-dde0-4e2c-af71-3f0410b5559e" providerId="ADAL" clId="{BD690F32-6A11-4ACD-8ECA-649441D692A8}" dt="2024-11-12T13:13:03.812" v="2" actId="478"/>
            <ac:spMkLst>
              <pc:docMk/>
              <pc:sldMasterMk cId="3332300950" sldId="2147483648"/>
              <pc:sldLayoutMk cId="888269426" sldId="2147483656"/>
              <ac:spMk id="3" creationId="{11A6F5EE-2C2C-8514-A6FF-3CA76918117E}"/>
            </ac:spMkLst>
          </pc:spChg>
          <pc:spChg chg="del">
            <ac:chgData name="Luiza Briana Grether" userId="33b05ef5-dde0-4e2c-af71-3f0410b5559e" providerId="ADAL" clId="{BD690F32-6A11-4ACD-8ECA-649441D692A8}" dt="2024-11-12T13:13:04.750" v="3" actId="478"/>
            <ac:spMkLst>
              <pc:docMk/>
              <pc:sldMasterMk cId="3332300950" sldId="2147483648"/>
              <pc:sldLayoutMk cId="888269426" sldId="2147483656"/>
              <ac:spMk id="4" creationId="{D6E9AC6D-7911-5719-26DB-B47B5CDFAD62}"/>
            </ac:spMkLst>
          </pc:spChg>
          <pc:spChg chg="del">
            <ac:chgData name="Luiza Briana Grether" userId="33b05ef5-dde0-4e2c-af71-3f0410b5559e" providerId="ADAL" clId="{BD690F32-6A11-4ACD-8ECA-649441D692A8}" dt="2024-11-12T13:13:05.517" v="4" actId="478"/>
            <ac:spMkLst>
              <pc:docMk/>
              <pc:sldMasterMk cId="3332300950" sldId="2147483648"/>
              <pc:sldLayoutMk cId="888269426" sldId="2147483656"/>
              <ac:spMk id="5" creationId="{3572C4A6-986E-D359-0982-1265A7175201}"/>
            </ac:spMkLst>
          </pc:spChg>
          <pc:spChg chg="add del">
            <ac:chgData name="Luiza Briana Grether" userId="33b05ef5-dde0-4e2c-af71-3f0410b5559e" providerId="ADAL" clId="{BD690F32-6A11-4ACD-8ECA-649441D692A8}" dt="2024-11-12T13:13:32.876" v="8" actId="11529"/>
            <ac:spMkLst>
              <pc:docMk/>
              <pc:sldMasterMk cId="3332300950" sldId="2147483648"/>
              <pc:sldLayoutMk cId="888269426" sldId="2147483656"/>
              <ac:spMk id="8" creationId="{C4F6B56F-3EDC-C01C-3A74-BDEC599AF7E1}"/>
            </ac:spMkLst>
          </pc:spChg>
          <pc:spChg chg="add mod">
            <ac:chgData name="Luiza Briana Grether" userId="33b05ef5-dde0-4e2c-af71-3f0410b5559e" providerId="ADAL" clId="{BD690F32-6A11-4ACD-8ECA-649441D692A8}" dt="2024-11-12T13:54:08.150" v="491" actId="1076"/>
            <ac:spMkLst>
              <pc:docMk/>
              <pc:sldMasterMk cId="3332300950" sldId="2147483648"/>
              <pc:sldLayoutMk cId="888269426" sldId="2147483656"/>
              <ac:spMk id="9" creationId="{644225B0-D666-94FC-CC53-651A3EBB02BD}"/>
            </ac:spMkLst>
          </pc:spChg>
          <pc:spChg chg="add del mod">
            <ac:chgData name="Luiza Briana Grether" userId="33b05ef5-dde0-4e2c-af71-3f0410b5559e" providerId="ADAL" clId="{BD690F32-6A11-4ACD-8ECA-649441D692A8}" dt="2024-11-12T13:49:18.009" v="473" actId="478"/>
            <ac:spMkLst>
              <pc:docMk/>
              <pc:sldMasterMk cId="3332300950" sldId="2147483648"/>
              <pc:sldLayoutMk cId="888269426" sldId="2147483656"/>
              <ac:spMk id="18" creationId="{EEABD860-DC3B-2391-CE12-095999595DF4}"/>
            </ac:spMkLst>
          </pc:spChg>
          <pc:spChg chg="add del">
            <ac:chgData name="Luiza Briana Grether" userId="33b05ef5-dde0-4e2c-af71-3f0410b5559e" providerId="ADAL" clId="{BD690F32-6A11-4ACD-8ECA-649441D692A8}" dt="2024-11-12T13:50:53.506" v="476" actId="11529"/>
            <ac:spMkLst>
              <pc:docMk/>
              <pc:sldMasterMk cId="3332300950" sldId="2147483648"/>
              <pc:sldLayoutMk cId="888269426" sldId="2147483656"/>
              <ac:spMk id="19" creationId="{1A70C2E8-ADF1-554F-80C5-AB2A782B29F5}"/>
            </ac:spMkLst>
          </pc:spChg>
          <pc:spChg chg="add del mod">
            <ac:chgData name="Luiza Briana Grether" userId="33b05ef5-dde0-4e2c-af71-3f0410b5559e" providerId="ADAL" clId="{BD690F32-6A11-4ACD-8ECA-649441D692A8}" dt="2024-11-12T13:50:54.984" v="477" actId="478"/>
            <ac:spMkLst>
              <pc:docMk/>
              <pc:sldMasterMk cId="3332300950" sldId="2147483648"/>
              <pc:sldLayoutMk cId="888269426" sldId="2147483656"/>
              <ac:spMk id="20" creationId="{9D4509A6-00FE-D324-D939-24CE4FD573A4}"/>
            </ac:spMkLst>
          </pc:spChg>
          <pc:spChg chg="add mod">
            <ac:chgData name="Luiza Briana Grether" userId="33b05ef5-dde0-4e2c-af71-3f0410b5559e" providerId="ADAL" clId="{BD690F32-6A11-4ACD-8ECA-649441D692A8}" dt="2024-11-12T13:57:14.349" v="510" actId="242"/>
            <ac:spMkLst>
              <pc:docMk/>
              <pc:sldMasterMk cId="3332300950" sldId="2147483648"/>
              <pc:sldLayoutMk cId="888269426" sldId="2147483656"/>
              <ac:spMk id="21" creationId="{1E31C72F-9822-1BAA-0A1E-10B3A5090EED}"/>
            </ac:spMkLst>
          </pc:spChg>
          <pc:spChg chg="add mod">
            <ac:chgData name="Luiza Briana Grether" userId="33b05ef5-dde0-4e2c-af71-3f0410b5559e" providerId="ADAL" clId="{BD690F32-6A11-4ACD-8ECA-649441D692A8}" dt="2024-11-12T13:57:58.871" v="513" actId="14100"/>
            <ac:spMkLst>
              <pc:docMk/>
              <pc:sldMasterMk cId="3332300950" sldId="2147483648"/>
              <pc:sldLayoutMk cId="888269426" sldId="2147483656"/>
              <ac:spMk id="22" creationId="{B0B76A6D-7CBF-0EA5-F3DC-3CCB00B7489A}"/>
            </ac:spMkLst>
          </pc:spChg>
          <pc:picChg chg="add del mod">
            <ac:chgData name="Luiza Briana Grether" userId="33b05ef5-dde0-4e2c-af71-3f0410b5559e" providerId="ADAL" clId="{BD690F32-6A11-4ACD-8ECA-649441D692A8}" dt="2024-11-12T13:39:36.121" v="118" actId="478"/>
            <ac:picMkLst>
              <pc:docMk/>
              <pc:sldMasterMk cId="3332300950" sldId="2147483648"/>
              <pc:sldLayoutMk cId="888269426" sldId="2147483656"/>
              <ac:picMk id="7" creationId="{37174B3D-8774-F64B-FA21-FBC33227ED49}"/>
            </ac:picMkLst>
          </pc:picChg>
          <pc:picChg chg="add del mod">
            <ac:chgData name="Luiza Briana Grether" userId="33b05ef5-dde0-4e2c-af71-3f0410b5559e" providerId="ADAL" clId="{BD690F32-6A11-4ACD-8ECA-649441D692A8}" dt="2024-11-12T13:25:57.826" v="113" actId="478"/>
            <ac:picMkLst>
              <pc:docMk/>
              <pc:sldMasterMk cId="3332300950" sldId="2147483648"/>
              <pc:sldLayoutMk cId="888269426" sldId="2147483656"/>
              <ac:picMk id="11" creationId="{7486BABA-606C-DB1F-0A1D-38B5D5901144}"/>
            </ac:picMkLst>
          </pc:picChg>
          <pc:picChg chg="add del mod ord">
            <ac:chgData name="Luiza Briana Grether" userId="33b05ef5-dde0-4e2c-af71-3f0410b5559e" providerId="ADAL" clId="{BD690F32-6A11-4ACD-8ECA-649441D692A8}" dt="2024-11-12T13:43:38.594" v="206" actId="478"/>
            <ac:picMkLst>
              <pc:docMk/>
              <pc:sldMasterMk cId="3332300950" sldId="2147483648"/>
              <pc:sldLayoutMk cId="888269426" sldId="2147483656"/>
              <ac:picMk id="13" creationId="{6BDF2977-37FD-A413-A643-42D4071BA854}"/>
            </ac:picMkLst>
          </pc:picChg>
          <pc:picChg chg="add del mod">
            <ac:chgData name="Luiza Briana Grether" userId="33b05ef5-dde0-4e2c-af71-3f0410b5559e" providerId="ADAL" clId="{BD690F32-6A11-4ACD-8ECA-649441D692A8}" dt="2024-11-12T13:45:03.800" v="216" actId="478"/>
            <ac:picMkLst>
              <pc:docMk/>
              <pc:sldMasterMk cId="3332300950" sldId="2147483648"/>
              <pc:sldLayoutMk cId="888269426" sldId="2147483656"/>
              <ac:picMk id="15" creationId="{B16CBAAB-D332-E95D-0E79-9D5065CA9950}"/>
            </ac:picMkLst>
          </pc:picChg>
          <pc:picChg chg="add mod ord">
            <ac:chgData name="Luiza Briana Grether" userId="33b05ef5-dde0-4e2c-af71-3f0410b5559e" providerId="ADAL" clId="{BD690F32-6A11-4ACD-8ECA-649441D692A8}" dt="2024-11-12T13:46:41.657" v="304" actId="167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8.824" v="986"/>
          <pc:sldLayoutMkLst>
            <pc:docMk/>
            <pc:sldMasterMk cId="3332300950" sldId="2147483648"/>
            <pc:sldLayoutMk cId="2057250987" sldId="2147483657"/>
          </pc:sldLayoutMkLst>
          <pc:spChg chg="add del mod">
            <ac:chgData name="Luiza Briana Grether" userId="33b05ef5-dde0-4e2c-af71-3f0410b5559e" providerId="ADAL" clId="{BD690F32-6A11-4ACD-8ECA-649441D692A8}" dt="2024-11-12T14:22:08.492" v="985" actId="478"/>
            <ac:spMkLst>
              <pc:docMk/>
              <pc:sldMasterMk cId="3332300950" sldId="2147483648"/>
              <pc:sldLayoutMk cId="2057250987" sldId="2147483657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22:08.824" v="98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  <pc:spChg chg="mod">
            <ac:chgData name="Luiza Briana Grether" userId="33b05ef5-dde0-4e2c-af71-3f0410b5559e" providerId="ADAL" clId="{BD690F32-6A11-4ACD-8ECA-649441D692A8}" dt="2024-11-12T14:00:07.136" v="535" actId="14100"/>
            <ac:spMkLst>
              <pc:docMk/>
              <pc:sldMasterMk cId="3332300950" sldId="2147483648"/>
              <pc:sldLayoutMk cId="2057250987" sldId="2147483657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2:28.411" v="596" actId="207"/>
            <ac:spMkLst>
              <pc:docMk/>
              <pc:sldMasterMk cId="3332300950" sldId="2147483648"/>
              <pc:sldLayoutMk cId="2057250987" sldId="2147483657"/>
              <ac:spMk id="21" creationId="{1E31C72F-9822-1BAA-0A1E-10B3A5090EED}"/>
            </ac:spMkLst>
          </pc:spChg>
          <pc:spChg chg="mod">
            <ac:chgData name="Luiza Briana Grether" userId="33b05ef5-dde0-4e2c-af71-3f0410b5559e" providerId="ADAL" clId="{BD690F32-6A11-4ACD-8ECA-649441D692A8}" dt="2024-11-12T14:03:18.358" v="642" actId="20577"/>
            <ac:spMkLst>
              <pc:docMk/>
              <pc:sldMasterMk cId="3332300950" sldId="2147483648"/>
              <pc:sldLayoutMk cId="2057250987" sldId="2147483657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3:59:52.655" v="531" actId="167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del mod ord">
            <ac:chgData name="Luiza Briana Grether" userId="33b05ef5-dde0-4e2c-af71-3f0410b5559e" providerId="ADAL" clId="{BD690F32-6A11-4ACD-8ECA-649441D692A8}" dt="2024-11-12T14:01:28.440" v="593" actId="478"/>
            <ac:picMkLst>
              <pc:docMk/>
              <pc:sldMasterMk cId="3332300950" sldId="2147483648"/>
              <pc:sldLayoutMk cId="2057250987" sldId="2147483657"/>
              <ac:picMk id="6" creationId="{AE8D5F09-84FF-18E3-884B-0012E756BFDA}"/>
            </ac:picMkLst>
          </pc:picChg>
          <pc:picChg chg="del">
            <ac:chgData name="Luiza Briana Grether" userId="33b05ef5-dde0-4e2c-af71-3f0410b5559e" providerId="ADAL" clId="{BD690F32-6A11-4ACD-8ECA-649441D692A8}" dt="2024-11-12T13:59:31.559" v="527" actId="478"/>
            <ac:picMkLst>
              <pc:docMk/>
              <pc:sldMasterMk cId="3332300950" sldId="2147483648"/>
              <pc:sldLayoutMk cId="2057250987" sldId="2147483657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0.973" v="984" actId="1076"/>
          <pc:sldLayoutMkLst>
            <pc:docMk/>
            <pc:sldMasterMk cId="3332300950" sldId="2147483648"/>
            <pc:sldLayoutMk cId="1640369259" sldId="2147483658"/>
          </pc:sldLayoutMkLst>
          <pc:spChg chg="mod">
            <ac:chgData name="Luiza Briana Grether" userId="33b05ef5-dde0-4e2c-af71-3f0410b5559e" providerId="ADAL" clId="{BD690F32-6A11-4ACD-8ECA-649441D692A8}" dt="2024-11-12T14:22:00.973" v="984" actId="1076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06:49.861" v="695" actId="14100"/>
            <ac:spMkLst>
              <pc:docMk/>
              <pc:sldMasterMk cId="3332300950" sldId="2147483648"/>
              <pc:sldLayoutMk cId="1640369259" sldId="2147483658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7" creationId="{04EB4939-F54E-7B17-45E8-F66475449C98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8" creationId="{179DD180-966D-44CF-E50C-63926370541F}"/>
            </ac:spMkLst>
          </pc:spChg>
          <pc:spChg chg="mod">
            <ac:chgData name="Luiza Briana Grether" userId="33b05ef5-dde0-4e2c-af71-3f0410b5559e" providerId="ADAL" clId="{BD690F32-6A11-4ACD-8ECA-649441D692A8}" dt="2024-11-12T14:06:55.381" v="696" actId="14100"/>
            <ac:spMkLst>
              <pc:docMk/>
              <pc:sldMasterMk cId="3332300950" sldId="2147483648"/>
              <pc:sldLayoutMk cId="1640369259" sldId="2147483658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5:32.598" v="685" actId="14100"/>
            <ac:spMkLst>
              <pc:docMk/>
              <pc:sldMasterMk cId="3332300950" sldId="2147483648"/>
              <pc:sldLayoutMk cId="1640369259" sldId="2147483658"/>
              <ac:spMk id="22" creationId="{B0B76A6D-7CBF-0EA5-F3DC-3CCB00B7489A}"/>
            </ac:spMkLst>
          </pc:spChg>
          <pc:picChg chg="del">
            <ac:chgData name="Luiza Briana Grether" userId="33b05ef5-dde0-4e2c-af71-3f0410b5559e" providerId="ADAL" clId="{BD690F32-6A11-4ACD-8ECA-649441D692A8}" dt="2024-11-12T14:03:41.416" v="657" actId="478"/>
            <ac:picMkLst>
              <pc:docMk/>
              <pc:sldMasterMk cId="3332300950" sldId="2147483648"/>
              <pc:sldLayoutMk cId="1640369259" sldId="2147483658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BD690F32-6A11-4ACD-8ECA-649441D692A8}" dt="2024-11-12T14:03:55.442" v="661" actId="167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06:34.479" v="693" actId="14100"/>
          <pc:sldLayoutMkLst>
            <pc:docMk/>
            <pc:sldMasterMk cId="3332300950" sldId="2147483648"/>
            <pc:sldLayoutMk cId="692723080" sldId="2147483659"/>
          </pc:sldLayoutMkLst>
          <pc:spChg chg="del">
            <ac:chgData name="Luiza Briana Grether" userId="33b05ef5-dde0-4e2c-af71-3f0410b5559e" providerId="ADAL" clId="{BD690F32-6A11-4ACD-8ECA-649441D692A8}" dt="2024-11-12T14:05:03.264" v="677" actId="478"/>
            <ac:spMkLst>
              <pc:docMk/>
              <pc:sldMasterMk cId="3332300950" sldId="2147483648"/>
              <pc:sldLayoutMk cId="692723080" sldId="2147483659"/>
              <ac:spMk id="4" creationId="{7968C4A0-42DA-E267-DE26-9F1AC21D6ED7}"/>
            </ac:spMkLst>
          </pc:spChg>
          <pc:spChg chg="mod">
            <ac:chgData name="Luiza Briana Grether" userId="33b05ef5-dde0-4e2c-af71-3f0410b5559e" providerId="ADAL" clId="{BD690F32-6A11-4ACD-8ECA-649441D692A8}" dt="2024-11-12T14:06:34.479" v="693" actId="14100"/>
            <ac:spMkLst>
              <pc:docMk/>
              <pc:sldMasterMk cId="3332300950" sldId="2147483648"/>
              <pc:sldLayoutMk cId="692723080" sldId="2147483659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8" creationId="{CFE77FE2-FD06-C9D2-515F-A70F41147316}"/>
            </ac:spMkLst>
          </pc:spChg>
          <pc:spChg chg="mod">
            <ac:chgData name="Luiza Briana Grether" userId="33b05ef5-dde0-4e2c-af71-3f0410b5559e" providerId="ADAL" clId="{BD690F32-6A11-4ACD-8ECA-649441D692A8}" dt="2024-11-12T14:06:29.974" v="692" actId="14100"/>
            <ac:spMkLst>
              <pc:docMk/>
              <pc:sldMasterMk cId="3332300950" sldId="2147483648"/>
              <pc:sldLayoutMk cId="692723080" sldId="2147483659"/>
              <ac:spMk id="9" creationId="{644225B0-D666-94FC-CC53-651A3EBB02BD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10" creationId="{4504EE86-5310-0F61-F8A0-B4AC2D3F44D4}"/>
            </ac:spMkLst>
          </pc:spChg>
          <pc:spChg chg="add mod">
            <ac:chgData name="Luiza Briana Grether" userId="33b05ef5-dde0-4e2c-af71-3f0410b5559e" providerId="ADAL" clId="{BD690F32-6A11-4ACD-8ECA-649441D692A8}" dt="2024-11-12T14:05:54.756" v="688"/>
            <ac:spMkLst>
              <pc:docMk/>
              <pc:sldMasterMk cId="3332300950" sldId="2147483648"/>
              <pc:sldLayoutMk cId="692723080" sldId="2147483659"/>
              <ac:spMk id="11" creationId="{C6F6103C-8B73-2FC2-8C93-6360FDC56581}"/>
            </ac:spMkLst>
          </pc:spChg>
          <pc:spChg chg="add mod">
            <ac:chgData name="Luiza Briana Grether" userId="33b05ef5-dde0-4e2c-af71-3f0410b5559e" providerId="ADAL" clId="{BD690F32-6A11-4ACD-8ECA-649441D692A8}" dt="2024-11-12T14:06:08.527" v="689" actId="14100"/>
            <ac:spMkLst>
              <pc:docMk/>
              <pc:sldMasterMk cId="3332300950" sldId="2147483648"/>
              <pc:sldLayoutMk cId="692723080" sldId="2147483659"/>
              <ac:spMk id="12" creationId="{2D35B795-85B1-983E-9CD9-422869747B97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3" creationId="{856F3C62-E6AE-F384-25C1-EC48BBAE6606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4" creationId="{55C61C0E-6C65-5A90-26EB-CDD0CEBA285B}"/>
            </ac:spMkLst>
          </pc:spChg>
          <pc:spChg chg="del">
            <ac:chgData name="Luiza Briana Grether" userId="33b05ef5-dde0-4e2c-af71-3f0410b5559e" providerId="ADAL" clId="{BD690F32-6A11-4ACD-8ECA-649441D692A8}" dt="2024-11-12T14:05:14.014" v="682" actId="478"/>
            <ac:spMkLst>
              <pc:docMk/>
              <pc:sldMasterMk cId="3332300950" sldId="2147483648"/>
              <pc:sldLayoutMk cId="692723080" sldId="2147483659"/>
              <ac:spMk id="21" creationId="{1E31C72F-9822-1BAA-0A1E-10B3A5090EED}"/>
            </ac:spMkLst>
          </pc:spChg>
          <pc:spChg chg="del">
            <ac:chgData name="Luiza Briana Grether" userId="33b05ef5-dde0-4e2c-af71-3f0410b5559e" providerId="ADAL" clId="{BD690F32-6A11-4ACD-8ECA-649441D692A8}" dt="2024-11-12T14:05:15.079" v="683" actId="478"/>
            <ac:spMkLst>
              <pc:docMk/>
              <pc:sldMasterMk cId="3332300950" sldId="2147483648"/>
              <pc:sldLayoutMk cId="692723080" sldId="2147483659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4:05:08.421" v="681" actId="167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del">
            <ac:chgData name="Luiza Briana Grether" userId="33b05ef5-dde0-4e2c-af71-3f0410b5559e" providerId="ADAL" clId="{BD690F32-6A11-4ACD-8ECA-649441D692A8}" dt="2024-11-12T14:05:02.460" v="676" actId="478"/>
            <ac:picMkLst>
              <pc:docMk/>
              <pc:sldMasterMk cId="3332300950" sldId="2147483648"/>
              <pc:sldLayoutMk cId="692723080" sldId="2147483659"/>
              <ac:picMk id="5" creationId="{89F44972-DB4F-82DF-D528-EB7C824CD783}"/>
            </ac:picMkLst>
          </pc:picChg>
          <pc:picChg chg="add mod">
            <ac:chgData name="Luiza Briana Grether" userId="33b05ef5-dde0-4e2c-af71-3f0410b5559e" providerId="ADAL" clId="{BD690F32-6A11-4ACD-8ECA-649441D692A8}" dt="2024-11-12T14:05:25.005" v="684"/>
            <ac:picMkLst>
              <pc:docMk/>
              <pc:sldMasterMk cId="3332300950" sldId="2147483648"/>
              <pc:sldLayoutMk cId="692723080" sldId="2147483659"/>
              <ac:picMk id="7" creationId="{017C2906-4B90-D91A-04B3-F79D3466C6FD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2T14:08:20.751" v="733" actId="962"/>
          <pc:sldLayoutMkLst>
            <pc:docMk/>
            <pc:sldMasterMk cId="3332300950" sldId="2147483648"/>
            <pc:sldLayoutMk cId="2535753716" sldId="2147483660"/>
          </pc:sldLayoutMkLst>
          <pc:spChg chg="del">
            <ac:chgData name="Luiza Briana Grether" userId="33b05ef5-dde0-4e2c-af71-3f0410b5559e" providerId="ADAL" clId="{BD690F32-6A11-4ACD-8ECA-649441D692A8}" dt="2024-11-12T14:08:15.501" v="727" actId="478"/>
            <ac:spMkLst>
              <pc:docMk/>
              <pc:sldMasterMk cId="3332300950" sldId="2147483648"/>
              <pc:sldLayoutMk cId="2535753716" sldId="2147483660"/>
              <ac:spMk id="2" creationId="{6018F003-09EA-BD38-0D15-253D198AAC2B}"/>
            </ac:spMkLst>
          </pc:spChg>
          <pc:spChg chg="del">
            <ac:chgData name="Luiza Briana Grether" userId="33b05ef5-dde0-4e2c-af71-3f0410b5559e" providerId="ADAL" clId="{BD690F32-6A11-4ACD-8ECA-649441D692A8}" dt="2024-11-12T14:08:16.508" v="728" actId="478"/>
            <ac:spMkLst>
              <pc:docMk/>
              <pc:sldMasterMk cId="3332300950" sldId="2147483648"/>
              <pc:sldLayoutMk cId="2535753716" sldId="2147483660"/>
              <ac:spMk id="3" creationId="{CF12D960-FC1B-9179-91D3-BD090F03B285}"/>
            </ac:spMkLst>
          </pc:spChg>
          <pc:spChg chg="del">
            <ac:chgData name="Luiza Briana Grether" userId="33b05ef5-dde0-4e2c-af71-3f0410b5559e" providerId="ADAL" clId="{BD690F32-6A11-4ACD-8ECA-649441D692A8}" dt="2024-11-12T14:08:17.437" v="729" actId="478"/>
            <ac:spMkLst>
              <pc:docMk/>
              <pc:sldMasterMk cId="3332300950" sldId="2147483648"/>
              <pc:sldLayoutMk cId="2535753716" sldId="2147483660"/>
              <ac:spMk id="4" creationId="{25EA845A-154C-51DF-422D-E0BF820E9C66}"/>
            </ac:spMkLst>
          </pc:spChg>
          <pc:spChg chg="del">
            <ac:chgData name="Luiza Briana Grether" userId="33b05ef5-dde0-4e2c-af71-3f0410b5559e" providerId="ADAL" clId="{BD690F32-6A11-4ACD-8ECA-649441D692A8}" dt="2024-11-12T14:08:18.628" v="730" actId="478"/>
            <ac:spMkLst>
              <pc:docMk/>
              <pc:sldMasterMk cId="3332300950" sldId="2147483648"/>
              <pc:sldLayoutMk cId="2535753716" sldId="2147483660"/>
              <ac:spMk id="5" creationId="{654F2FA3-5A9F-3550-B1E6-5D55DED30B73}"/>
            </ac:spMkLst>
          </pc:spChg>
          <pc:picChg chg="add mod">
            <ac:chgData name="Luiza Briana Grether" userId="33b05ef5-dde0-4e2c-af71-3f0410b5559e" providerId="ADAL" clId="{BD690F32-6A11-4ACD-8ECA-649441D692A8}" dt="2024-11-12T14:08:20.751" v="733" actId="962"/>
            <ac:picMkLst>
              <pc:docMk/>
              <pc:sldMasterMk cId="3332300950" sldId="2147483648"/>
              <pc:sldLayoutMk cId="2535753716" sldId="2147483660"/>
              <ac:picMk id="7" creationId="{DAB00F91-633E-C672-007D-D9305ECFBE66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9T12:30:09.057" v="1082" actId="208"/>
          <pc:sldLayoutMkLst>
            <pc:docMk/>
            <pc:sldMasterMk cId="3332300950" sldId="2147483648"/>
            <pc:sldLayoutMk cId="372511665" sldId="2147483661"/>
          </pc:sldLayoutMkLst>
          <pc:spChg chg="del">
            <ac:chgData name="Luiza Briana Grether" userId="33b05ef5-dde0-4e2c-af71-3f0410b5559e" providerId="ADAL" clId="{BD690F32-6A11-4ACD-8ECA-649441D692A8}" dt="2024-11-19T12:22:44.689" v="999" actId="478"/>
            <ac:spMkLst>
              <pc:docMk/>
              <pc:sldMasterMk cId="3332300950" sldId="2147483648"/>
              <pc:sldLayoutMk cId="372511665" sldId="2147483661"/>
              <ac:spMk id="2" creationId="{F07740F7-9A27-B303-3E30-51CF78EE518D}"/>
            </ac:spMkLst>
          </pc:spChg>
          <pc:spChg chg="del">
            <ac:chgData name="Luiza Briana Grether" userId="33b05ef5-dde0-4e2c-af71-3f0410b5559e" providerId="ADAL" clId="{BD690F32-6A11-4ACD-8ECA-649441D692A8}" dt="2024-11-19T12:22:46.132" v="1000" actId="478"/>
            <ac:spMkLst>
              <pc:docMk/>
              <pc:sldMasterMk cId="3332300950" sldId="2147483648"/>
              <pc:sldLayoutMk cId="372511665" sldId="2147483661"/>
              <ac:spMk id="3" creationId="{69525F95-155E-5BB9-51FB-DD9A095AC987}"/>
            </ac:spMkLst>
          </pc:spChg>
          <pc:spChg chg="del">
            <ac:chgData name="Luiza Briana Grether" userId="33b05ef5-dde0-4e2c-af71-3f0410b5559e" providerId="ADAL" clId="{BD690F32-6A11-4ACD-8ECA-649441D692A8}" dt="2024-11-19T12:22:47.066" v="1001" actId="478"/>
            <ac:spMkLst>
              <pc:docMk/>
              <pc:sldMasterMk cId="3332300950" sldId="2147483648"/>
              <pc:sldLayoutMk cId="372511665" sldId="2147483661"/>
              <ac:spMk id="4" creationId="{C91C27A8-0D28-CE81-E80E-A3C178A5A8A5}"/>
            </ac:spMkLst>
          </pc:spChg>
          <pc:spChg chg="del">
            <ac:chgData name="Luiza Briana Grether" userId="33b05ef5-dde0-4e2c-af71-3f0410b5559e" providerId="ADAL" clId="{BD690F32-6A11-4ACD-8ECA-649441D692A8}" dt="2024-11-19T12:22:47.777" v="1002" actId="478"/>
            <ac:spMkLst>
              <pc:docMk/>
              <pc:sldMasterMk cId="3332300950" sldId="2147483648"/>
              <pc:sldLayoutMk cId="372511665" sldId="2147483661"/>
              <ac:spMk id="5" creationId="{56DBEB2E-74F0-B676-A41A-11216E6865DA}"/>
            </ac:spMkLst>
          </pc:spChg>
          <pc:spChg chg="add mod">
            <ac:chgData name="Luiza Briana Grether" userId="33b05ef5-dde0-4e2c-af71-3f0410b5559e" providerId="ADAL" clId="{BD690F32-6A11-4ACD-8ECA-649441D692A8}" dt="2024-11-19T12:23:30.634" v="1014" actId="14100"/>
            <ac:spMkLst>
              <pc:docMk/>
              <pc:sldMasterMk cId="3332300950" sldId="2147483648"/>
              <pc:sldLayoutMk cId="372511665" sldId="2147483661"/>
              <ac:spMk id="8" creationId="{465DEC17-15AA-496B-9008-3748CC033FAB}"/>
            </ac:spMkLst>
          </pc:spChg>
          <pc:spChg chg="add mod">
            <ac:chgData name="Luiza Briana Grether" userId="33b05ef5-dde0-4e2c-af71-3f0410b5559e" providerId="ADAL" clId="{BD690F32-6A11-4ACD-8ECA-649441D692A8}" dt="2024-11-19T12:23:45.266" v="1017" actId="14100"/>
            <ac:spMkLst>
              <pc:docMk/>
              <pc:sldMasterMk cId="3332300950" sldId="2147483648"/>
              <pc:sldLayoutMk cId="372511665" sldId="2147483661"/>
              <ac:spMk id="11" creationId="{0C42D5AA-EFA1-F8F1-4AEB-D8FC236C203C}"/>
            </ac:spMkLst>
          </pc:spChg>
          <pc:spChg chg="add del mod">
            <ac:chgData name="Luiza Briana Grether" userId="33b05ef5-dde0-4e2c-af71-3f0410b5559e" providerId="ADAL" clId="{BD690F32-6A11-4ACD-8ECA-649441D692A8}" dt="2024-11-19T12:27:46.025" v="1065" actId="478"/>
            <ac:spMkLst>
              <pc:docMk/>
              <pc:sldMasterMk cId="3332300950" sldId="2147483648"/>
              <pc:sldLayoutMk cId="372511665" sldId="2147483661"/>
              <ac:spMk id="12" creationId="{35DB953B-EE57-9B32-06E8-D1AEBE0AF4EA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3" creationId="{FB32F0A5-753E-83F5-D77D-39078905EE43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4" creationId="{098799AD-2AFB-6A2A-0805-AB2F5A801294}"/>
            </ac:spMkLst>
          </pc:spChg>
          <pc:spChg chg="add del">
            <ac:chgData name="Luiza Briana Grether" userId="33b05ef5-dde0-4e2c-af71-3f0410b5559e" providerId="ADAL" clId="{BD690F32-6A11-4ACD-8ECA-649441D692A8}" dt="2024-11-19T12:29:23.051" v="1066" actId="11529"/>
            <ac:spMkLst>
              <pc:docMk/>
              <pc:sldMasterMk cId="3332300950" sldId="2147483648"/>
              <pc:sldLayoutMk cId="372511665" sldId="2147483661"/>
              <ac:spMk id="15" creationId="{84AC3254-C7FD-91C9-C82B-E03BE767CCAA}"/>
            </ac:spMkLst>
          </pc:spChg>
          <pc:spChg chg="add del mod">
            <ac:chgData name="Luiza Briana Grether" userId="33b05ef5-dde0-4e2c-af71-3f0410b5559e" providerId="ADAL" clId="{BD690F32-6A11-4ACD-8ECA-649441D692A8}" dt="2024-11-19T12:29:23.641" v="1067" actId="478"/>
            <ac:spMkLst>
              <pc:docMk/>
              <pc:sldMasterMk cId="3332300950" sldId="2147483648"/>
              <pc:sldLayoutMk cId="372511665" sldId="2147483661"/>
              <ac:spMk id="16" creationId="{0E53DF16-8242-BE0F-360D-8B2C0DB35356}"/>
            </ac:spMkLst>
          </pc:spChg>
          <pc:spChg chg="add mod">
            <ac:chgData name="Luiza Briana Grether" userId="33b05ef5-dde0-4e2c-af71-3f0410b5559e" providerId="ADAL" clId="{BD690F32-6A11-4ACD-8ECA-649441D692A8}" dt="2024-11-19T12:30:09.057" v="1082" actId="208"/>
            <ac:spMkLst>
              <pc:docMk/>
              <pc:sldMasterMk cId="3332300950" sldId="2147483648"/>
              <pc:sldLayoutMk cId="372511665" sldId="2147483661"/>
              <ac:spMk id="19" creationId="{A753D7AD-ADED-CD19-C220-AD230710758D}"/>
            </ac:spMkLst>
          </pc:spChg>
          <pc:picChg chg="add del mod ord">
            <ac:chgData name="Luiza Briana Grether" userId="33b05ef5-dde0-4e2c-af71-3f0410b5559e" providerId="ADAL" clId="{BD690F32-6A11-4ACD-8ECA-649441D692A8}" dt="2024-11-19T12:29:24.297" v="1068" actId="478"/>
            <ac:picMkLst>
              <pc:docMk/>
              <pc:sldMasterMk cId="3332300950" sldId="2147483648"/>
              <pc:sldLayoutMk cId="372511665" sldId="2147483661"/>
              <ac:picMk id="7" creationId="{7730FF09-D87F-5FBF-3FB9-35D1FBFBCFEA}"/>
            </ac:picMkLst>
          </pc:picChg>
          <pc:picChg chg="add del mod ord">
            <ac:chgData name="Luiza Briana Grether" userId="33b05ef5-dde0-4e2c-af71-3f0410b5559e" providerId="ADAL" clId="{BD690F32-6A11-4ACD-8ECA-649441D692A8}" dt="2024-11-19T12:25:20.755" v="1033" actId="478"/>
            <ac:picMkLst>
              <pc:docMk/>
              <pc:sldMasterMk cId="3332300950" sldId="2147483648"/>
              <pc:sldLayoutMk cId="372511665" sldId="2147483661"/>
              <ac:picMk id="10" creationId="{59594448-B17B-813D-D046-107AE4DECD41}"/>
            </ac:picMkLst>
          </pc:picChg>
          <pc:picChg chg="add mod ord">
            <ac:chgData name="Luiza Briana Grether" userId="33b05ef5-dde0-4e2c-af71-3f0410b5559e" providerId="ADAL" clId="{BD690F32-6A11-4ACD-8ECA-649441D692A8}" dt="2024-11-19T12:29:28.952" v="1072" actId="167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3:32.774" v="655" actId="2696"/>
        <pc:sldMasterMkLst>
          <pc:docMk/>
          <pc:sldMasterMk cId="1346180828" sldId="2147483658"/>
        </pc:sldMasterMkLst>
        <pc:sldLayoutChg chg="new del replId">
          <pc:chgData name="Luiza Briana Grether" userId="33b05ef5-dde0-4e2c-af71-3f0410b5559e" providerId="ADAL" clId="{BD690F32-6A11-4ACD-8ECA-649441D692A8}" dt="2024-11-12T14:03:32.716" v="644" actId="2696"/>
          <pc:sldLayoutMkLst>
            <pc:docMk/>
            <pc:sldMasterMk cId="1346180828" sldId="2147483658"/>
            <pc:sldLayoutMk cId="1380905132" sldId="214748365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3" v="645" actId="2696"/>
          <pc:sldLayoutMkLst>
            <pc:docMk/>
            <pc:sldMasterMk cId="1346180828" sldId="2147483658"/>
            <pc:sldLayoutMk cId="1325811937" sldId="214748366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6" v="646" actId="2696"/>
          <pc:sldLayoutMkLst>
            <pc:docMk/>
            <pc:sldMasterMk cId="1346180828" sldId="2147483658"/>
            <pc:sldLayoutMk cId="41601814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4" v="647" actId="2696"/>
          <pc:sldLayoutMkLst>
            <pc:docMk/>
            <pc:sldMasterMk cId="1346180828" sldId="2147483658"/>
            <pc:sldLayoutMk cId="4106582172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7" v="648" actId="2696"/>
          <pc:sldLayoutMkLst>
            <pc:docMk/>
            <pc:sldMasterMk cId="1346180828" sldId="2147483658"/>
            <pc:sldLayoutMk cId="1186604756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4" v="649" actId="2696"/>
          <pc:sldLayoutMkLst>
            <pc:docMk/>
            <pc:sldMasterMk cId="1346180828" sldId="2147483658"/>
            <pc:sldLayoutMk cId="2440602620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8" v="650" actId="2696"/>
          <pc:sldLayoutMkLst>
            <pc:docMk/>
            <pc:sldMasterMk cId="1346180828" sldId="2147483658"/>
            <pc:sldLayoutMk cId="4101302570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56" v="651" actId="2696"/>
          <pc:sldLayoutMkLst>
            <pc:docMk/>
            <pc:sldMasterMk cId="1346180828" sldId="2147483658"/>
            <pc:sldLayoutMk cId="4175695362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1" v="652" actId="2696"/>
          <pc:sldLayoutMkLst>
            <pc:docMk/>
            <pc:sldMasterMk cId="1346180828" sldId="2147483658"/>
            <pc:sldLayoutMk cId="3563072721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5" v="653" actId="2696"/>
          <pc:sldLayoutMkLst>
            <pc:docMk/>
            <pc:sldMasterMk cId="1346180828" sldId="2147483658"/>
            <pc:sldLayoutMk cId="2507006074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9" v="654" actId="2696"/>
          <pc:sldLayoutMkLst>
            <pc:docMk/>
            <pc:sldMasterMk cId="1346180828" sldId="2147483658"/>
            <pc:sldLayoutMk cId="2421474375" sldId="2147483669"/>
          </pc:sldLayoutMkLst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8:10.774" v="725" actId="2696"/>
        <pc:sldMasterMkLst>
          <pc:docMk/>
          <pc:sldMasterMk cId="499215325" sldId="2147483660"/>
        </pc:sldMasterMkLst>
        <pc:sldLayoutChg chg="new del replId">
          <pc:chgData name="Luiza Briana Grether" userId="33b05ef5-dde0-4e2c-af71-3f0410b5559e" providerId="ADAL" clId="{BD690F32-6A11-4ACD-8ECA-649441D692A8}" dt="2024-11-12T14:08:10.721" v="714" actId="2696"/>
          <pc:sldLayoutMkLst>
            <pc:docMk/>
            <pc:sldMasterMk cId="499215325" sldId="2147483660"/>
            <pc:sldLayoutMk cId="207151072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27" v="715" actId="2696"/>
          <pc:sldLayoutMkLst>
            <pc:docMk/>
            <pc:sldMasterMk cId="499215325" sldId="2147483660"/>
            <pc:sldLayoutMk cId="3045128788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0" v="716" actId="2696"/>
          <pc:sldLayoutMkLst>
            <pc:docMk/>
            <pc:sldMasterMk cId="499215325" sldId="2147483660"/>
            <pc:sldLayoutMk cId="3380972445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7" v="717" actId="2696"/>
          <pc:sldLayoutMkLst>
            <pc:docMk/>
            <pc:sldMasterMk cId="499215325" sldId="2147483660"/>
            <pc:sldLayoutMk cId="2308398443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9" v="718" actId="2696"/>
          <pc:sldLayoutMkLst>
            <pc:docMk/>
            <pc:sldMasterMk cId="499215325" sldId="2147483660"/>
            <pc:sldLayoutMk cId="4265345022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48" v="719" actId="2696"/>
          <pc:sldLayoutMkLst>
            <pc:docMk/>
            <pc:sldMasterMk cId="499215325" sldId="2147483660"/>
            <pc:sldLayoutMk cId="2195468664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52" v="720" actId="2696"/>
          <pc:sldLayoutMkLst>
            <pc:docMk/>
            <pc:sldMasterMk cId="499215325" sldId="2147483660"/>
            <pc:sldLayoutMk cId="3827749388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2" v="721" actId="2696"/>
          <pc:sldLayoutMkLst>
            <pc:docMk/>
            <pc:sldMasterMk cId="499215325" sldId="2147483660"/>
            <pc:sldLayoutMk cId="886473952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4" v="722" actId="2696"/>
          <pc:sldLayoutMkLst>
            <pc:docMk/>
            <pc:sldMasterMk cId="499215325" sldId="2147483660"/>
            <pc:sldLayoutMk cId="2282943526" sldId="214748366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8" v="723" actId="2696"/>
          <pc:sldLayoutMkLst>
            <pc:docMk/>
            <pc:sldMasterMk cId="499215325" sldId="2147483660"/>
            <pc:sldLayoutMk cId="3287740527" sldId="214748367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71" v="724" actId="2696"/>
          <pc:sldLayoutMkLst>
            <pc:docMk/>
            <pc:sldMasterMk cId="499215325" sldId="2147483660"/>
            <pc:sldLayoutMk cId="3235367660" sldId="2147483671"/>
          </pc:sldLayoutMkLst>
        </pc:sldLayoutChg>
      </pc:sldMasterChg>
    </pc:docChg>
  </pc:docChgLst>
  <pc:docChgLst>
    <pc:chgData name="Luiza Briana Grether" userId="33b05ef5-dde0-4e2c-af71-3f0410b5559e" providerId="ADAL" clId="{533DA019-136B-4EE0-AEFA-90A2E860BCFF}"/>
    <pc:docChg chg="undo custSel modSld modMainMaster">
      <pc:chgData name="Luiza Briana Grether" userId="33b05ef5-dde0-4e2c-af71-3f0410b5559e" providerId="ADAL" clId="{533DA019-136B-4EE0-AEFA-90A2E860BCFF}" dt="2024-12-15T22:04:15.182" v="146" actId="20577"/>
      <pc:docMkLst>
        <pc:docMk/>
      </pc:docMkLst>
      <pc:sldChg chg="addSp delSp modSp mod chgLayout">
        <pc:chgData name="Luiza Briana Grether" userId="33b05ef5-dde0-4e2c-af71-3f0410b5559e" providerId="ADAL" clId="{533DA019-136B-4EE0-AEFA-90A2E860BCFF}" dt="2024-12-13T20:10:45.989" v="99" actId="6264"/>
        <pc:sldMkLst>
          <pc:docMk/>
          <pc:sldMk cId="1019073360" sldId="256"/>
        </pc:sldMkLst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2" creationId="{54D59E08-84F5-CECF-610A-A2F35852FD8D}"/>
          </ac:spMkLst>
        </pc:spChg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3" creationId="{79621D4E-8B01-EF3C-1600-0437E299BE13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8" creationId="{FAED3543-390F-0635-0FA1-35975A2F4FAA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9" creationId="{52E09D41-F386-1A51-D0BF-BFCBDFCB480E}"/>
          </ac:spMkLst>
        </pc:spChg>
        <pc:picChg chg="add del mod">
          <ac:chgData name="Luiza Briana Grether" userId="33b05ef5-dde0-4e2c-af71-3f0410b5559e" providerId="ADAL" clId="{533DA019-136B-4EE0-AEFA-90A2E860BCFF}" dt="2024-12-13T19:06:25.063" v="53" actId="478"/>
          <ac:picMkLst>
            <pc:docMk/>
            <pc:sldMk cId="1019073360" sldId="256"/>
            <ac:picMk id="5" creationId="{12C53069-9F90-DCCD-82D3-E6AA74DA5BC4}"/>
          </ac:picMkLst>
        </pc:picChg>
        <pc:picChg chg="add del mod ord">
          <ac:chgData name="Luiza Briana Grether" userId="33b05ef5-dde0-4e2c-af71-3f0410b5559e" providerId="ADAL" clId="{533DA019-136B-4EE0-AEFA-90A2E860BCFF}" dt="2024-12-13T20:08:49.288" v="83" actId="478"/>
          <ac:picMkLst>
            <pc:docMk/>
            <pc:sldMk cId="1019073360" sldId="256"/>
            <ac:picMk id="5" creationId="{C9414001-C80C-23BF-33B9-83315721F892}"/>
          </ac:picMkLst>
        </pc:picChg>
        <pc:picChg chg="add mod ord">
          <ac:chgData name="Luiza Briana Grether" userId="33b05ef5-dde0-4e2c-af71-3f0410b5559e" providerId="ADAL" clId="{533DA019-136B-4EE0-AEFA-90A2E860BCFF}" dt="2024-12-13T20:08:53.696" v="86" actId="27614"/>
          <ac:picMkLst>
            <pc:docMk/>
            <pc:sldMk cId="1019073360" sldId="256"/>
            <ac:picMk id="7" creationId="{B1A437BB-8B04-1FA0-5A73-79466487A44C}"/>
          </ac:picMkLst>
        </pc:picChg>
        <pc:picChg chg="add del mod">
          <ac:chgData name="Luiza Briana Grether" userId="33b05ef5-dde0-4e2c-af71-3f0410b5559e" providerId="ADAL" clId="{533DA019-136B-4EE0-AEFA-90A2E860BCFF}" dt="2024-12-13T19:06:55.685" v="56" actId="478"/>
          <ac:picMkLst>
            <pc:docMk/>
            <pc:sldMk cId="1019073360" sldId="256"/>
            <ac:picMk id="7" creationId="{CAA9650F-08EA-970B-1D06-613391916719}"/>
          </ac:picMkLst>
        </pc:picChg>
        <pc:picChg chg="add del mod">
          <ac:chgData name="Luiza Briana Grether" userId="33b05ef5-dde0-4e2c-af71-3f0410b5559e" providerId="ADAL" clId="{533DA019-136B-4EE0-AEFA-90A2E860BCFF}" dt="2024-12-13T19:07:02.878" v="59" actId="478"/>
          <ac:picMkLst>
            <pc:docMk/>
            <pc:sldMk cId="1019073360" sldId="256"/>
            <ac:picMk id="9" creationId="{4073AB77-F1DA-2C70-AFE9-FB68D093960D}"/>
          </ac:picMkLst>
        </pc:picChg>
        <pc:picChg chg="add del mod">
          <ac:chgData name="Luiza Briana Grether" userId="33b05ef5-dde0-4e2c-af71-3f0410b5559e" providerId="ADAL" clId="{533DA019-136B-4EE0-AEFA-90A2E860BCFF}" dt="2024-12-13T19:07:06.213" v="61" actId="478"/>
          <ac:picMkLst>
            <pc:docMk/>
            <pc:sldMk cId="1019073360" sldId="256"/>
            <ac:picMk id="11" creationId="{9D863831-E3ED-6A69-2C84-B819BD339FAA}"/>
          </ac:picMkLst>
        </pc:picChg>
        <pc:picChg chg="add del mod">
          <ac:chgData name="Luiza Briana Grether" userId="33b05ef5-dde0-4e2c-af71-3f0410b5559e" providerId="ADAL" clId="{533DA019-136B-4EE0-AEFA-90A2E860BCFF}" dt="2024-12-13T19:07:12.223" v="64" actId="478"/>
          <ac:picMkLst>
            <pc:docMk/>
            <pc:sldMk cId="1019073360" sldId="256"/>
            <ac:picMk id="13" creationId="{A95B874C-93AA-D541-BAE0-FE43D41E1D0B}"/>
          </ac:picMkLst>
        </pc:picChg>
        <pc:picChg chg="add del mod">
          <ac:chgData name="Luiza Briana Grether" userId="33b05ef5-dde0-4e2c-af71-3f0410b5559e" providerId="ADAL" clId="{533DA019-136B-4EE0-AEFA-90A2E860BCFF}" dt="2024-12-13T19:07:18.414" v="67" actId="478"/>
          <ac:picMkLst>
            <pc:docMk/>
            <pc:sldMk cId="1019073360" sldId="256"/>
            <ac:picMk id="15" creationId="{CC5D72BA-6262-29AE-46BB-F51BEF1D009C}"/>
          </ac:picMkLst>
        </pc:picChg>
        <pc:picChg chg="add del mod">
          <ac:chgData name="Luiza Briana Grether" userId="33b05ef5-dde0-4e2c-af71-3f0410b5559e" providerId="ADAL" clId="{533DA019-136B-4EE0-AEFA-90A2E860BCFF}" dt="2024-12-13T20:08:30.446" v="71" actId="478"/>
          <ac:picMkLst>
            <pc:docMk/>
            <pc:sldMk cId="1019073360" sldId="256"/>
            <ac:picMk id="17" creationId="{8BD53A83-DBC5-9E1F-877C-DB77677CBE35}"/>
          </ac:picMkLst>
        </pc:picChg>
      </pc:sldChg>
      <pc:sldChg chg="addSp delSp modSp mod">
        <pc:chgData name="Luiza Briana Grether" userId="33b05ef5-dde0-4e2c-af71-3f0410b5559e" providerId="ADAL" clId="{533DA019-136B-4EE0-AEFA-90A2E860BCFF}" dt="2024-12-15T22:04:15.182" v="146" actId="20577"/>
        <pc:sldMkLst>
          <pc:docMk/>
          <pc:sldMk cId="2584547635" sldId="265"/>
        </pc:sldMkLst>
        <pc:spChg chg="del">
          <ac:chgData name="Luiza Briana Grether" userId="33b05ef5-dde0-4e2c-af71-3f0410b5559e" providerId="ADAL" clId="{533DA019-136B-4EE0-AEFA-90A2E860BCFF}" dt="2024-12-15T22:03:32.312" v="100"/>
          <ac:spMkLst>
            <pc:docMk/>
            <pc:sldMk cId="2584547635" sldId="265"/>
            <ac:spMk id="5" creationId="{8CA8999B-E6A1-D4CC-5EC1-BDEF59175A5D}"/>
          </ac:spMkLst>
        </pc:spChg>
        <pc:spChg chg="mod">
          <ac:chgData name="Luiza Briana Grether" userId="33b05ef5-dde0-4e2c-af71-3f0410b5559e" providerId="ADAL" clId="{533DA019-136B-4EE0-AEFA-90A2E860BCFF}" dt="2024-12-15T22:04:08.013" v="144" actId="20577"/>
          <ac:spMkLst>
            <pc:docMk/>
            <pc:sldMk cId="2584547635" sldId="265"/>
            <ac:spMk id="6" creationId="{A0D53907-C4C0-B3DE-457A-5B5D5C3B662A}"/>
          </ac:spMkLst>
        </pc:spChg>
        <pc:spChg chg="mod">
          <ac:chgData name="Luiza Briana Grether" userId="33b05ef5-dde0-4e2c-af71-3f0410b5559e" providerId="ADAL" clId="{533DA019-136B-4EE0-AEFA-90A2E860BCFF}" dt="2024-12-15T22:03:38.415" v="113" actId="20577"/>
          <ac:spMkLst>
            <pc:docMk/>
            <pc:sldMk cId="2584547635" sldId="265"/>
            <ac:spMk id="7" creationId="{3384CC13-F93D-FFC0-E47F-32C08DA8388B}"/>
          </ac:spMkLst>
        </pc:spChg>
        <pc:spChg chg="del">
          <ac:chgData name="Luiza Briana Grether" userId="33b05ef5-dde0-4e2c-af71-3f0410b5559e" providerId="ADAL" clId="{533DA019-136B-4EE0-AEFA-90A2E860BCFF}" dt="2024-12-15T22:03:34.054" v="101"/>
          <ac:spMkLst>
            <pc:docMk/>
            <pc:sldMk cId="2584547635" sldId="265"/>
            <ac:spMk id="8" creationId="{C34C45D9-BE38-122D-2911-6C2EF3F41001}"/>
          </ac:spMkLst>
        </pc:spChg>
        <pc:spChg chg="mod">
          <ac:chgData name="Luiza Briana Grether" userId="33b05ef5-dde0-4e2c-af71-3f0410b5559e" providerId="ADAL" clId="{533DA019-136B-4EE0-AEFA-90A2E860BCFF}" dt="2024-12-15T22:04:15.182" v="146" actId="20577"/>
          <ac:spMkLst>
            <pc:docMk/>
            <pc:sldMk cId="2584547635" sldId="265"/>
            <ac:spMk id="9" creationId="{DDF77502-8193-D651-F33D-59CE5A6070CB}"/>
          </ac:spMkLst>
        </pc:spChg>
        <pc:picChg chg="add mod">
          <ac:chgData name="Luiza Briana Grether" userId="33b05ef5-dde0-4e2c-af71-3f0410b5559e" providerId="ADAL" clId="{533DA019-136B-4EE0-AEFA-90A2E860BCFF}" dt="2024-12-15T22:03:34.793" v="104" actId="27614"/>
          <ac:picMkLst>
            <pc:docMk/>
            <pc:sldMk cId="2584547635" sldId="265"/>
            <ac:picMk id="3" creationId="{1E9C52A9-854A-7D65-2653-800AF11ABB67}"/>
          </ac:picMkLst>
        </pc:picChg>
        <pc:picChg chg="add mod">
          <ac:chgData name="Luiza Briana Grether" userId="33b05ef5-dde0-4e2c-af71-3f0410b5559e" providerId="ADAL" clId="{533DA019-136B-4EE0-AEFA-90A2E860BCFF}" dt="2024-12-15T22:03:34.791" v="102" actId="27614"/>
          <ac:picMkLst>
            <pc:docMk/>
            <pc:sldMk cId="2584547635" sldId="265"/>
            <ac:picMk id="10" creationId="{D17F82E3-B808-FF9E-E389-427B693DF5BC}"/>
          </ac:picMkLst>
        </pc:picChg>
      </pc:sldChg>
      <pc:sldMasterChg chg="modSldLayout">
        <pc:chgData name="Luiza Briana Grether" userId="33b05ef5-dde0-4e2c-af71-3f0410b5559e" providerId="ADAL" clId="{533DA019-136B-4EE0-AEFA-90A2E860BCFF}" dt="2024-12-13T20:10:37.280" v="9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533DA019-136B-4EE0-AEFA-90A2E860BCFF}" dt="2024-12-13T20:10:37.280" v="98"/>
          <pc:sldLayoutMkLst>
            <pc:docMk/>
            <pc:sldMasterMk cId="3332300950" sldId="2147483648"/>
            <pc:sldLayoutMk cId="2107256044" sldId="2147483649"/>
          </pc:sldLayoutMkLst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4" creationId="{CB63E01A-E997-00B2-37CE-16D1B3EFBC28}"/>
            </ac:spMkLst>
          </pc:spChg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5" creationId="{F347EB79-D968-BF25-8114-157F7F28DA97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5" creationId="{12E8F8BF-42DE-9716-618E-A5A7BB6D16AF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7" creationId="{18F21C96-5697-1E98-68C2-DF5DC2A400A3}"/>
            </ac:spMkLst>
          </pc:spChg>
          <pc:picChg chg="add mod ord">
            <ac:chgData name="Luiza Briana Grether" userId="33b05ef5-dde0-4e2c-af71-3f0410b5559e" providerId="ADAL" clId="{533DA019-136B-4EE0-AEFA-90A2E860BCFF}" dt="2024-12-13T20:10:19.755" v="94" actId="167"/>
            <ac:picMkLst>
              <pc:docMk/>
              <pc:sldMasterMk cId="3332300950" sldId="2147483648"/>
              <pc:sldLayoutMk cId="2107256044" sldId="2147483649"/>
              <ac:picMk id="3" creationId="{43927696-89E5-0A31-A594-E39526A3949A}"/>
            </ac:picMkLst>
          </pc:picChg>
          <pc:picChg chg="del">
            <ac:chgData name="Luiza Briana Grether" userId="33b05ef5-dde0-4e2c-af71-3f0410b5559e" providerId="ADAL" clId="{533DA019-136B-4EE0-AEFA-90A2E860BCFF}" dt="2024-12-13T20:10:21.008" v="95" actId="478"/>
            <ac:picMkLst>
              <pc:docMk/>
              <pc:sldMasterMk cId="3332300950" sldId="2147483648"/>
              <pc:sldLayoutMk cId="2107256044" sldId="2147483649"/>
              <ac:picMk id="10" creationId="{50A30DE6-C707-3F8B-F58B-4B2299E0BEE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26.045" v="4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533DA019-136B-4EE0-AEFA-90A2E860BCFF}" dt="2024-12-12T19:36:26.045" v="4" actId="478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add mod ord">
            <ac:chgData name="Luiza Briana Grether" userId="33b05ef5-dde0-4e2c-af71-3f0410b5559e" providerId="ADAL" clId="{533DA019-136B-4EE0-AEFA-90A2E860BCFF}" dt="2024-12-12T19:36:25.117" v="3" actId="167"/>
            <ac:picMkLst>
              <pc:docMk/>
              <pc:sldMasterMk cId="3332300950" sldId="2147483648"/>
              <pc:sldLayoutMk cId="254971135" sldId="2147483653"/>
              <ac:picMk id="4" creationId="{C4DFA60D-876E-FE77-AB59-4272D91B6913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0.020" v="9" actId="478"/>
          <pc:sldLayoutMkLst>
            <pc:docMk/>
            <pc:sldMasterMk cId="3332300950" sldId="2147483648"/>
            <pc:sldLayoutMk cId="888269426" sldId="2147483656"/>
          </pc:sldLayoutMkLst>
          <pc:picChg chg="del">
            <ac:chgData name="Luiza Briana Grether" userId="33b05ef5-dde0-4e2c-af71-3f0410b5559e" providerId="ADAL" clId="{533DA019-136B-4EE0-AEFA-90A2E860BCFF}" dt="2024-12-12T19:36:40.020" v="9" actId="478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add mod ord">
            <ac:chgData name="Luiza Briana Grether" userId="33b05ef5-dde0-4e2c-af71-3f0410b5559e" providerId="ADAL" clId="{533DA019-136B-4EE0-AEFA-90A2E860BCFF}" dt="2024-12-12T19:36:38.526" v="8" actId="167"/>
            <ac:picMkLst>
              <pc:docMk/>
              <pc:sldMasterMk cId="3332300950" sldId="2147483648"/>
              <pc:sldLayoutMk cId="888269426" sldId="2147483656"/>
              <ac:picMk id="4" creationId="{C4C26335-B161-31E5-52FA-5B68174C4A76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7.589" v="13" actId="478"/>
          <pc:sldLayoutMkLst>
            <pc:docMk/>
            <pc:sldMasterMk cId="3332300950" sldId="2147483648"/>
            <pc:sldLayoutMk cId="2057250987" sldId="2147483657"/>
          </pc:sldLayoutMkLst>
          <pc:picChg chg="add del mod">
            <ac:chgData name="Luiza Briana Grether" userId="33b05ef5-dde0-4e2c-af71-3f0410b5559e" providerId="ADAL" clId="{533DA019-136B-4EE0-AEFA-90A2E860BCFF}" dt="2024-12-12T19:36:47.589" v="13" actId="478"/>
            <ac:picMkLst>
              <pc:docMk/>
              <pc:sldMasterMk cId="3332300950" sldId="2147483648"/>
              <pc:sldLayoutMk cId="2057250987" sldId="2147483657"/>
              <ac:picMk id="3" creationId="{F2D5991C-474C-3CBF-A523-B883077E75EF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58.765" v="20" actId="478"/>
          <pc:sldLayoutMkLst>
            <pc:docMk/>
            <pc:sldMasterMk cId="3332300950" sldId="2147483648"/>
            <pc:sldLayoutMk cId="1640369259" sldId="2147483658"/>
          </pc:sldLayoutMkLst>
          <pc:picChg chg="del">
            <ac:chgData name="Luiza Briana Grether" userId="33b05ef5-dde0-4e2c-af71-3f0410b5559e" providerId="ADAL" clId="{533DA019-136B-4EE0-AEFA-90A2E860BCFF}" dt="2024-12-12T19:36:58.765" v="20" actId="478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add del mod ord">
            <ac:chgData name="Luiza Briana Grether" userId="33b05ef5-dde0-4e2c-af71-3f0410b5559e" providerId="ADAL" clId="{533DA019-136B-4EE0-AEFA-90A2E860BCFF}" dt="2024-12-12T19:36:56.704" v="19" actId="478"/>
            <ac:picMkLst>
              <pc:docMk/>
              <pc:sldMasterMk cId="3332300950" sldId="2147483648"/>
              <pc:sldLayoutMk cId="1640369259" sldId="2147483658"/>
              <ac:picMk id="5" creationId="{714F9AFB-B231-6D64-EA20-D83AABA458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07.060" v="25" actId="478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533DA019-136B-4EE0-AEFA-90A2E860BCFF}" dt="2024-12-12T19:37:07.060" v="25" actId="478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add mod ord">
            <ac:chgData name="Luiza Briana Grether" userId="33b05ef5-dde0-4e2c-af71-3f0410b5559e" providerId="ADAL" clId="{533DA019-136B-4EE0-AEFA-90A2E860BCFF}" dt="2024-12-12T19:37:05.938" v="24" actId="167"/>
            <ac:picMkLst>
              <pc:docMk/>
              <pc:sldMasterMk cId="3332300950" sldId="2147483648"/>
              <pc:sldLayoutMk cId="692723080" sldId="2147483659"/>
              <ac:picMk id="4" creationId="{A57C6209-03F4-5A14-0447-1CC2C610A550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16.028" v="30" actId="478"/>
          <pc:sldLayoutMkLst>
            <pc:docMk/>
            <pc:sldMasterMk cId="3332300950" sldId="2147483648"/>
            <pc:sldLayoutMk cId="372511665" sldId="2147483661"/>
          </pc:sldLayoutMkLst>
          <pc:picChg chg="del">
            <ac:chgData name="Luiza Briana Grether" userId="33b05ef5-dde0-4e2c-af71-3f0410b5559e" providerId="ADAL" clId="{533DA019-136B-4EE0-AEFA-90A2E860BCFF}" dt="2024-12-12T19:37:16.028" v="30" actId="478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add mod ord">
            <ac:chgData name="Luiza Briana Grether" userId="33b05ef5-dde0-4e2c-af71-3f0410b5559e" providerId="ADAL" clId="{533DA019-136B-4EE0-AEFA-90A2E860BCFF}" dt="2024-12-12T19:37:14.804" v="29" actId="167"/>
            <ac:picMkLst>
              <pc:docMk/>
              <pc:sldMasterMk cId="3332300950" sldId="2147483648"/>
              <pc:sldLayoutMk cId="372511665" sldId="2147483661"/>
              <ac:picMk id="4" creationId="{AE1894C7-E86B-3299-1067-CE4EC13C690E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26.341" v="35" actId="478"/>
          <pc:sldLayoutMkLst>
            <pc:docMk/>
            <pc:sldMasterMk cId="3332300950" sldId="2147483648"/>
            <pc:sldLayoutMk cId="875419224" sldId="2147483662"/>
          </pc:sldLayoutMkLst>
          <pc:picChg chg="del">
            <ac:chgData name="Luiza Briana Grether" userId="33b05ef5-dde0-4e2c-af71-3f0410b5559e" providerId="ADAL" clId="{533DA019-136B-4EE0-AEFA-90A2E860BCFF}" dt="2024-12-12T19:37:26.341" v="35" actId="478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add mod ord">
            <ac:chgData name="Luiza Briana Grether" userId="33b05ef5-dde0-4e2c-af71-3f0410b5559e" providerId="ADAL" clId="{533DA019-136B-4EE0-AEFA-90A2E860BCFF}" dt="2024-12-12T19:37:25.557" v="34" actId="167"/>
            <ac:picMkLst>
              <pc:docMk/>
              <pc:sldMasterMk cId="3332300950" sldId="2147483648"/>
              <pc:sldLayoutMk cId="875419224" sldId="2147483662"/>
              <ac:picMk id="4" creationId="{CFAA60E7-B119-DB5D-A065-8CD2757A51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1.884" v="40" actId="478"/>
          <pc:sldLayoutMkLst>
            <pc:docMk/>
            <pc:sldMasterMk cId="3332300950" sldId="2147483648"/>
            <pc:sldLayoutMk cId="1156684718" sldId="2147483663"/>
          </pc:sldLayoutMkLst>
          <pc:picChg chg="add mod ord">
            <ac:chgData name="Luiza Briana Grether" userId="33b05ef5-dde0-4e2c-af71-3f0410b5559e" providerId="ADAL" clId="{533DA019-136B-4EE0-AEFA-90A2E860BCFF}" dt="2024-12-12T19:37:31.088" v="39" actId="167"/>
            <ac:picMkLst>
              <pc:docMk/>
              <pc:sldMasterMk cId="3332300950" sldId="2147483648"/>
              <pc:sldLayoutMk cId="1156684718" sldId="2147483663"/>
              <ac:picMk id="3" creationId="{17E60CEA-D571-5680-E6D8-9DA6E7B9475F}"/>
            </ac:picMkLst>
          </pc:picChg>
          <pc:picChg chg="del">
            <ac:chgData name="Luiza Briana Grether" userId="33b05ef5-dde0-4e2c-af71-3f0410b5559e" providerId="ADAL" clId="{533DA019-136B-4EE0-AEFA-90A2E860BCFF}" dt="2024-12-12T19:37:31.884" v="40" actId="478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8.916" v="45" actId="478"/>
          <pc:sldLayoutMkLst>
            <pc:docMk/>
            <pc:sldMasterMk cId="3332300950" sldId="2147483648"/>
            <pc:sldLayoutMk cId="2537778495" sldId="2147483664"/>
          </pc:sldLayoutMkLst>
          <pc:picChg chg="add mod ord">
            <ac:chgData name="Luiza Briana Grether" userId="33b05ef5-dde0-4e2c-af71-3f0410b5559e" providerId="ADAL" clId="{533DA019-136B-4EE0-AEFA-90A2E860BCFF}" dt="2024-12-12T19:37:38.120" v="44" actId="167"/>
            <ac:picMkLst>
              <pc:docMk/>
              <pc:sldMasterMk cId="3332300950" sldId="2147483648"/>
              <pc:sldLayoutMk cId="2537778495" sldId="2147483664"/>
              <ac:picMk id="3" creationId="{6082B716-AAFD-8BF4-2997-E8290D278321}"/>
            </ac:picMkLst>
          </pc:picChg>
          <pc:picChg chg="del">
            <ac:chgData name="Luiza Briana Grether" userId="33b05ef5-dde0-4e2c-af71-3f0410b5559e" providerId="ADAL" clId="{533DA019-136B-4EE0-AEFA-90A2E860BCFF}" dt="2024-12-12T19:37:38.916" v="45" actId="478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43.796" v="50" actId="478"/>
          <pc:sldLayoutMkLst>
            <pc:docMk/>
            <pc:sldMasterMk cId="3332300950" sldId="2147483648"/>
            <pc:sldLayoutMk cId="2556291329" sldId="2147483665"/>
          </pc:sldLayoutMkLst>
          <pc:picChg chg="del">
            <ac:chgData name="Luiza Briana Grether" userId="33b05ef5-dde0-4e2c-af71-3f0410b5559e" providerId="ADAL" clId="{533DA019-136B-4EE0-AEFA-90A2E860BCFF}" dt="2024-12-12T19:37:43.796" v="50" actId="478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add mod ord">
            <ac:chgData name="Luiza Briana Grether" userId="33b05ef5-dde0-4e2c-af71-3f0410b5559e" providerId="ADAL" clId="{533DA019-136B-4EE0-AEFA-90A2E860BCFF}" dt="2024-12-12T19:37:42.970" v="49" actId="167"/>
            <ac:picMkLst>
              <pc:docMk/>
              <pc:sldMasterMk cId="3332300950" sldId="2147483648"/>
              <pc:sldLayoutMk cId="2556291329" sldId="2147483665"/>
              <ac:picMk id="4" creationId="{381FD4C7-EC6D-BAC1-AC97-8ED361878CD9}"/>
            </ac:picMkLst>
          </pc:picChg>
        </pc:sldLayoutChg>
      </pc:sldMasterChg>
    </pc:docChg>
  </pc:docChgLst>
  <pc:docChgLst>
    <pc:chgData name="Luiza Briana Grether" userId="33b05ef5-dde0-4e2c-af71-3f0410b5559e" providerId="ADAL" clId="{1CDC849D-0C94-403A-9A3A-1595F5BFAE27}"/>
    <pc:docChg chg="custSel modMainMaster">
      <pc:chgData name="Luiza Briana Grether" userId="33b05ef5-dde0-4e2c-af71-3f0410b5559e" providerId="ADAL" clId="{1CDC849D-0C94-403A-9A3A-1595F5BFAE27}" dt="2024-12-12T19:01:47.392" v="80" actId="478"/>
      <pc:docMkLst>
        <pc:docMk/>
      </pc:docMkLst>
      <pc:sldMasterChg chg="modSldLayout">
        <pc:chgData name="Luiza Briana Grether" userId="33b05ef5-dde0-4e2c-af71-3f0410b5559e" providerId="ADAL" clId="{1CDC849D-0C94-403A-9A3A-1595F5BFAE27}" dt="2024-12-12T19:01:47.392" v="80" actId="47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1CDC849D-0C94-403A-9A3A-1595F5BFAE27}" dt="2024-12-12T18:56:57.370" v="9" actId="167"/>
          <pc:sldLayoutMkLst>
            <pc:docMk/>
            <pc:sldMasterMk cId="3332300950" sldId="2147483648"/>
            <pc:sldLayoutMk cId="2265314576" sldId="2147483650"/>
          </pc:sldLayoutMkLst>
          <pc:picChg chg="del">
            <ac:chgData name="Luiza Briana Grether" userId="33b05ef5-dde0-4e2c-af71-3f0410b5559e" providerId="ADAL" clId="{1CDC849D-0C94-403A-9A3A-1595F5BFAE27}" dt="2024-12-12T18:56:12.223" v="0" actId="478"/>
            <ac:picMkLst>
              <pc:docMk/>
              <pc:sldMasterMk cId="3332300950" sldId="2147483648"/>
              <pc:sldLayoutMk cId="2265314576" sldId="2147483650"/>
              <ac:picMk id="3" creationId="{955FEEAA-63B6-A82C-0F8B-BF5BA0D72E12}"/>
            </ac:picMkLst>
          </pc:picChg>
          <pc:picChg chg="add del mod ord">
            <ac:chgData name="Luiza Briana Grether" userId="33b05ef5-dde0-4e2c-af71-3f0410b5559e" providerId="ADAL" clId="{1CDC849D-0C94-403A-9A3A-1595F5BFAE27}" dt="2024-12-12T18:56:53.985" v="5" actId="478"/>
            <ac:picMkLst>
              <pc:docMk/>
              <pc:sldMasterMk cId="3332300950" sldId="2147483648"/>
              <pc:sldLayoutMk cId="2265314576" sldId="2147483650"/>
              <ac:picMk id="4" creationId="{D2DF98AC-AEC9-0E9B-0D57-A3F176199C72}"/>
            </ac:picMkLst>
          </pc:picChg>
          <pc:picChg chg="add mod ord">
            <ac:chgData name="Luiza Briana Grether" userId="33b05ef5-dde0-4e2c-af71-3f0410b5559e" providerId="ADAL" clId="{1CDC849D-0C94-403A-9A3A-1595F5BFAE27}" dt="2024-12-12T18:56:57.370" v="9" actId="167"/>
            <ac:picMkLst>
              <pc:docMk/>
              <pc:sldMasterMk cId="3332300950" sldId="2147483648"/>
              <pc:sldLayoutMk cId="2265314576" sldId="2147483650"/>
              <ac:picMk id="6" creationId="{09A88CA5-56E5-39AF-3D04-DC30323AF6A3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07.492" v="14" actId="478"/>
          <pc:sldLayoutMkLst>
            <pc:docMk/>
            <pc:sldMasterMk cId="3332300950" sldId="2147483648"/>
            <pc:sldLayoutMk cId="2266555329" sldId="2147483652"/>
          </pc:sldLayoutMkLst>
          <pc:picChg chg="add mod ord">
            <ac:chgData name="Luiza Briana Grether" userId="33b05ef5-dde0-4e2c-af71-3f0410b5559e" providerId="ADAL" clId="{1CDC849D-0C94-403A-9A3A-1595F5BFAE27}" dt="2024-12-12T18:57:06.473" v="13" actId="167"/>
            <ac:picMkLst>
              <pc:docMk/>
              <pc:sldMasterMk cId="3332300950" sldId="2147483648"/>
              <pc:sldLayoutMk cId="2266555329" sldId="2147483652"/>
              <ac:picMk id="3" creationId="{69B0720B-00BE-7013-9341-236B6F0F7B15}"/>
            </ac:picMkLst>
          </pc:picChg>
          <pc:picChg chg="del">
            <ac:chgData name="Luiza Briana Grether" userId="33b05ef5-dde0-4e2c-af71-3f0410b5559e" providerId="ADAL" clId="{1CDC849D-0C94-403A-9A3A-1595F5BFAE27}" dt="2024-12-12T18:57:07.492" v="14" actId="478"/>
            <ac:picMkLst>
              <pc:docMk/>
              <pc:sldMasterMk cId="3332300950" sldId="2147483648"/>
              <pc:sldLayoutMk cId="2266555329" sldId="2147483652"/>
              <ac:picMk id="7" creationId="{CBD1CE9D-4583-8D26-1009-B499BB65BF9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14.353" v="19" actId="478"/>
          <pc:sldLayoutMkLst>
            <pc:docMk/>
            <pc:sldMasterMk cId="3332300950" sldId="2147483648"/>
            <pc:sldLayoutMk cId="254971135" sldId="2147483653"/>
          </pc:sldLayoutMkLst>
          <pc:picChg chg="add mod ord">
            <ac:chgData name="Luiza Briana Grether" userId="33b05ef5-dde0-4e2c-af71-3f0410b5559e" providerId="ADAL" clId="{1CDC849D-0C94-403A-9A3A-1595F5BFAE27}" dt="2024-12-12T18:57:13.770" v="18" actId="167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del">
            <ac:chgData name="Luiza Briana Grether" userId="33b05ef5-dde0-4e2c-af71-3f0410b5559e" providerId="ADAL" clId="{1CDC849D-0C94-403A-9A3A-1595F5BFAE27}" dt="2024-12-12T18:57:14.353" v="19" actId="478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26.489" v="24" actId="478"/>
          <pc:sldLayoutMkLst>
            <pc:docMk/>
            <pc:sldMasterMk cId="3332300950" sldId="2147483648"/>
            <pc:sldLayoutMk cId="2774734701" sldId="2147483654"/>
          </pc:sldLayoutMkLst>
          <pc:picChg chg="del">
            <ac:chgData name="Luiza Briana Grether" userId="33b05ef5-dde0-4e2c-af71-3f0410b5559e" providerId="ADAL" clId="{1CDC849D-0C94-403A-9A3A-1595F5BFAE27}" dt="2024-12-12T18:57:26.489" v="24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  <pc:picChg chg="add mod ord">
            <ac:chgData name="Luiza Briana Grether" userId="33b05ef5-dde0-4e2c-af71-3f0410b5559e" providerId="ADAL" clId="{1CDC849D-0C94-403A-9A3A-1595F5BFAE27}" dt="2024-12-12T18:57:25.588" v="23" actId="167"/>
            <ac:picMkLst>
              <pc:docMk/>
              <pc:sldMasterMk cId="3332300950" sldId="2147483648"/>
              <pc:sldLayoutMk cId="2774734701" sldId="2147483654"/>
              <ac:picMk id="4" creationId="{46A21244-A0E3-823E-4B6D-07ADF167473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33.192" v="29" actId="478"/>
          <pc:sldLayoutMkLst>
            <pc:docMk/>
            <pc:sldMasterMk cId="3332300950" sldId="2147483648"/>
            <pc:sldLayoutMk cId="1694955131" sldId="2147483655"/>
          </pc:sldLayoutMkLst>
          <pc:picChg chg="add mod ord">
            <ac:chgData name="Luiza Briana Grether" userId="33b05ef5-dde0-4e2c-af71-3f0410b5559e" providerId="ADAL" clId="{1CDC849D-0C94-403A-9A3A-1595F5BFAE27}" dt="2024-12-12T18:57:32.141" v="28" actId="167"/>
            <ac:picMkLst>
              <pc:docMk/>
              <pc:sldMasterMk cId="3332300950" sldId="2147483648"/>
              <pc:sldLayoutMk cId="1694955131" sldId="2147483655"/>
              <ac:picMk id="3" creationId="{4EA35208-7E0C-8181-0104-F27E454B0EA8}"/>
            </ac:picMkLst>
          </pc:picChg>
          <pc:picChg chg="del">
            <ac:chgData name="Luiza Briana Grether" userId="33b05ef5-dde0-4e2c-af71-3f0410b5559e" providerId="ADAL" clId="{1CDC849D-0C94-403A-9A3A-1595F5BFAE27}" dt="2024-12-12T18:57:33.192" v="29" actId="478"/>
            <ac:picMkLst>
              <pc:docMk/>
              <pc:sldMasterMk cId="3332300950" sldId="2147483648"/>
              <pc:sldLayoutMk cId="1694955131" sldId="2147483655"/>
              <ac:picMk id="4" creationId="{4927CFDC-0DC5-2508-B4CF-112BE6BD769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44.137" v="34" actId="478"/>
          <pc:sldLayoutMkLst>
            <pc:docMk/>
            <pc:sldMasterMk cId="3332300950" sldId="2147483648"/>
            <pc:sldLayoutMk cId="888269426" sldId="2147483656"/>
          </pc:sldLayoutMkLst>
          <pc:picChg chg="add mod ord">
            <ac:chgData name="Luiza Briana Grether" userId="33b05ef5-dde0-4e2c-af71-3f0410b5559e" providerId="ADAL" clId="{1CDC849D-0C94-403A-9A3A-1595F5BFAE27}" dt="2024-12-12T18:57:42.988" v="33" actId="167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del">
            <ac:chgData name="Luiza Briana Grether" userId="33b05ef5-dde0-4e2c-af71-3f0410b5559e" providerId="ADAL" clId="{1CDC849D-0C94-403A-9A3A-1595F5BFAE27}" dt="2024-12-12T18:57:44.137" v="34" actId="478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55.416" v="39" actId="478"/>
          <pc:sldLayoutMkLst>
            <pc:docMk/>
            <pc:sldMasterMk cId="3332300950" sldId="2147483648"/>
            <pc:sldLayoutMk cId="2057250987" sldId="2147483657"/>
          </pc:sldLayoutMkLst>
          <pc:picChg chg="del">
            <ac:chgData name="Luiza Briana Grether" userId="33b05ef5-dde0-4e2c-af71-3f0410b5559e" providerId="ADAL" clId="{1CDC849D-0C94-403A-9A3A-1595F5BFAE27}" dt="2024-12-12T18:57:55.416" v="39" actId="478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1CDC849D-0C94-403A-9A3A-1595F5BFAE27}" dt="2024-12-12T18:57:54.480" v="38" actId="167"/>
            <ac:picMkLst>
              <pc:docMk/>
              <pc:sldMasterMk cId="3332300950" sldId="2147483648"/>
              <pc:sldLayoutMk cId="2057250987" sldId="2147483657"/>
              <ac:picMk id="4" creationId="{91A3779A-5A12-F0B9-AD93-A2FCB10F1B10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1.760" v="44" actId="478"/>
          <pc:sldLayoutMkLst>
            <pc:docMk/>
            <pc:sldMasterMk cId="3332300950" sldId="2147483648"/>
            <pc:sldLayoutMk cId="1640369259" sldId="2147483658"/>
          </pc:sldLayoutMkLst>
          <pc:picChg chg="add mod ord">
            <ac:chgData name="Luiza Briana Grether" userId="33b05ef5-dde0-4e2c-af71-3f0410b5559e" providerId="ADAL" clId="{1CDC849D-0C94-403A-9A3A-1595F5BFAE27}" dt="2024-12-12T18:59:30.124" v="43" actId="167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del">
            <ac:chgData name="Luiza Briana Grether" userId="33b05ef5-dde0-4e2c-af71-3f0410b5559e" providerId="ADAL" clId="{1CDC849D-0C94-403A-9A3A-1595F5BFAE27}" dt="2024-12-12T18:59:31.760" v="44" actId="478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9.040" v="49" actId="478"/>
          <pc:sldLayoutMkLst>
            <pc:docMk/>
            <pc:sldMasterMk cId="3332300950" sldId="2147483648"/>
            <pc:sldLayoutMk cId="692723080" sldId="2147483659"/>
          </pc:sldLayoutMkLst>
          <pc:picChg chg="add mod ord">
            <ac:chgData name="Luiza Briana Grether" userId="33b05ef5-dde0-4e2c-af71-3f0410b5559e" providerId="ADAL" clId="{1CDC849D-0C94-403A-9A3A-1595F5BFAE27}" dt="2024-12-12T18:59:38.036" v="48" actId="167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del">
            <ac:chgData name="Luiza Briana Grether" userId="33b05ef5-dde0-4e2c-af71-3f0410b5559e" providerId="ADAL" clId="{1CDC849D-0C94-403A-9A3A-1595F5BFAE27}" dt="2024-12-12T18:59:39.040" v="49" actId="478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47.103" v="54" actId="478"/>
          <pc:sldLayoutMkLst>
            <pc:docMk/>
            <pc:sldMasterMk cId="3332300950" sldId="2147483648"/>
            <pc:sldLayoutMk cId="372511665" sldId="2147483661"/>
          </pc:sldLayoutMkLst>
          <pc:picChg chg="add mod ord">
            <ac:chgData name="Luiza Briana Grether" userId="33b05ef5-dde0-4e2c-af71-3f0410b5559e" providerId="ADAL" clId="{1CDC849D-0C94-403A-9A3A-1595F5BFAE27}" dt="2024-12-12T18:59:45.915" v="53" actId="167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del">
            <ac:chgData name="Luiza Briana Grether" userId="33b05ef5-dde0-4e2c-af71-3f0410b5559e" providerId="ADAL" clId="{1CDC849D-0C94-403A-9A3A-1595F5BFAE27}" dt="2024-12-12T18:59:47.103" v="54" actId="478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58.983" v="59" actId="478"/>
          <pc:sldLayoutMkLst>
            <pc:docMk/>
            <pc:sldMasterMk cId="3332300950" sldId="2147483648"/>
            <pc:sldLayoutMk cId="875419224" sldId="2147483662"/>
          </pc:sldLayoutMkLst>
          <pc:picChg chg="add mod ord">
            <ac:chgData name="Luiza Briana Grether" userId="33b05ef5-dde0-4e2c-af71-3f0410b5559e" providerId="ADAL" clId="{1CDC849D-0C94-403A-9A3A-1595F5BFAE27}" dt="2024-12-12T18:59:57.980" v="58" actId="167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del">
            <ac:chgData name="Luiza Briana Grether" userId="33b05ef5-dde0-4e2c-af71-3f0410b5559e" providerId="ADAL" clId="{1CDC849D-0C94-403A-9A3A-1595F5BFAE27}" dt="2024-12-12T18:59:58.983" v="59" actId="478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0:05.448" v="64" actId="478"/>
          <pc:sldLayoutMkLst>
            <pc:docMk/>
            <pc:sldMasterMk cId="3332300950" sldId="2147483648"/>
            <pc:sldLayoutMk cId="1156684718" sldId="2147483663"/>
          </pc:sldLayoutMkLst>
          <pc:picChg chg="del">
            <ac:chgData name="Luiza Briana Grether" userId="33b05ef5-dde0-4e2c-af71-3f0410b5559e" providerId="ADAL" clId="{1CDC849D-0C94-403A-9A3A-1595F5BFAE27}" dt="2024-12-12T19:00:05.448" v="64" actId="478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add mod ord">
            <ac:chgData name="Luiza Briana Grether" userId="33b05ef5-dde0-4e2c-af71-3f0410b5559e" providerId="ADAL" clId="{1CDC849D-0C94-403A-9A3A-1595F5BFAE27}" dt="2024-12-12T19:00:04.646" v="63" actId="167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0.112" v="74" actId="478"/>
          <pc:sldLayoutMkLst>
            <pc:docMk/>
            <pc:sldMasterMk cId="3332300950" sldId="2147483648"/>
            <pc:sldLayoutMk cId="2537778495" sldId="2147483664"/>
          </pc:sldLayoutMkLst>
          <pc:picChg chg="add del mod ord">
            <ac:chgData name="Luiza Briana Grether" userId="33b05ef5-dde0-4e2c-af71-3f0410b5559e" providerId="ADAL" clId="{1CDC849D-0C94-403A-9A3A-1595F5BFAE27}" dt="2024-12-12T19:01:40.112" v="74" actId="478"/>
            <ac:picMkLst>
              <pc:docMk/>
              <pc:sldMasterMk cId="3332300950" sldId="2147483648"/>
              <pc:sldLayoutMk cId="2537778495" sldId="2147483664"/>
              <ac:picMk id="3" creationId="{93D4A664-69D9-CD1E-E15E-5EFD7293E870}"/>
            </ac:picMkLst>
          </pc:picChg>
          <pc:picChg chg="add mod ord">
            <ac:chgData name="Luiza Briana Grether" userId="33b05ef5-dde0-4e2c-af71-3f0410b5559e" providerId="ADAL" clId="{1CDC849D-0C94-403A-9A3A-1595F5BFAE27}" dt="2024-12-12T19:01:38.928" v="73" actId="167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  <pc:picChg chg="del">
            <ac:chgData name="Luiza Briana Grether" userId="33b05ef5-dde0-4e2c-af71-3f0410b5559e" providerId="ADAL" clId="{1CDC849D-0C94-403A-9A3A-1595F5BFAE27}" dt="2024-12-12T19:00:12.079" v="69" actId="478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7.392" v="80" actId="478"/>
          <pc:sldLayoutMkLst>
            <pc:docMk/>
            <pc:sldMasterMk cId="3332300950" sldId="2147483648"/>
            <pc:sldLayoutMk cId="2556291329" sldId="2147483665"/>
          </pc:sldLayoutMkLst>
          <pc:picChg chg="add mod ord">
            <ac:chgData name="Luiza Briana Grether" userId="33b05ef5-dde0-4e2c-af71-3f0410b5559e" providerId="ADAL" clId="{1CDC849D-0C94-403A-9A3A-1595F5BFAE27}" dt="2024-12-12T19:01:46.295" v="79" actId="167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del">
            <ac:chgData name="Luiza Briana Grether" userId="33b05ef5-dde0-4e2c-af71-3f0410b5559e" providerId="ADAL" clId="{1CDC849D-0C94-403A-9A3A-1595F5BFAE27}" dt="2024-12-12T19:01:47.392" v="80" actId="478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B14DE-A3D0-4FC1-A1E0-BA805F484BE2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A280A-EFF6-4666-8384-7578495A08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7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A280A-EFF6-4666-8384-7578495A084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927696-89E5-0A31-A594-E39526A39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667"/>
            <a:ext cx="12189629" cy="6856666"/>
          </a:xfrm>
          <a:prstGeom prst="rect">
            <a:avLst/>
          </a:prstGeom>
        </p:spPr>
      </p:pic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CB63E01A-E997-00B2-37CE-16D1B3EFBC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129" y="1514475"/>
            <a:ext cx="5756709" cy="38290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TEMA</a:t>
            </a:r>
          </a:p>
        </p:txBody>
      </p:sp>
      <p:sp>
        <p:nvSpPr>
          <p:cNvPr id="5" name="Espaço Reservado para Texto 16">
            <a:extLst>
              <a:ext uri="{FF2B5EF4-FFF2-40B4-BE49-F238E27FC236}">
                <a16:creationId xmlns:a16="http://schemas.microsoft.com/office/drawing/2014/main" id="{F347EB79-D968-BF25-8114-157F7F28DA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129" y="5468938"/>
            <a:ext cx="4974114" cy="512762"/>
          </a:xfr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21072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44DA8334-7E44-1889-14E6-C6C99C286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8A91EDC-5831-1FD0-F6A5-CC140F1770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455" y="926150"/>
            <a:ext cx="9067087" cy="43946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uma citação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F20C96E-10AD-C671-035E-23F20DA0B2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2788" y="5791200"/>
            <a:ext cx="8913812" cy="515938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25688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esenho de um guarda-chuva&#10;&#10;Descrição gerada automaticamente com confiança média">
            <a:extLst>
              <a:ext uri="{FF2B5EF4-FFF2-40B4-BE49-F238E27FC236}">
                <a16:creationId xmlns:a16="http://schemas.microsoft.com/office/drawing/2014/main" id="{09A88CA5-56E5-39AF-3D04-DC30323AF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013B00-B894-D5F6-01A1-6B9611101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931" y="3459892"/>
            <a:ext cx="11089709" cy="2710721"/>
          </a:xfrm>
        </p:spPr>
        <p:txBody>
          <a:bodyPr anchor="ctr">
            <a:normAutofit/>
          </a:bodyPr>
          <a:lstStyle>
            <a:lvl1pPr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os tópicos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F7D492-11F5-D428-0816-AE125413BED2}"/>
              </a:ext>
            </a:extLst>
          </p:cNvPr>
          <p:cNvSpPr txBox="1"/>
          <p:nvPr userDrawn="1"/>
        </p:nvSpPr>
        <p:spPr>
          <a:xfrm>
            <a:off x="546931" y="1768374"/>
            <a:ext cx="695639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4400" b="1" dirty="0">
                <a:solidFill>
                  <a:srgbClr val="231F20"/>
                </a:solidFill>
                <a:latin typeface="Oswald" pitchFamily="2" charset="0"/>
              </a:rPr>
              <a:t>METAS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226531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69B0720B-00BE-7013-9341-236B6F0F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8177672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8177672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26655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DFA60D-876E-FE77-AB59-4272D91B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495300"/>
            <a:ext cx="8177672" cy="5867400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49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619772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704946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1E546261-9628-A177-C0FE-A2465FA7CEC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6" y="6457329"/>
            <a:ext cx="437891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77473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595058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458137"/>
            <a:ext cx="425968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4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</p:spTree>
    <p:extLst>
      <p:ext uri="{BB962C8B-B14F-4D97-AF65-F5344CB8AC3E}">
        <p14:creationId xmlns:p14="http://schemas.microsoft.com/office/powerpoint/2010/main" val="85480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5C661057-7B00-619E-8893-4373598072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9495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4706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42900"/>
            <a:ext cx="11503480" cy="6172200"/>
          </a:xfrm>
          <a:prstGeom prst="roundRect">
            <a:avLst>
              <a:gd name="adj" fmla="val 3152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88826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4259" y="348343"/>
            <a:ext cx="11490689" cy="618884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7783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45308"/>
            <a:ext cx="11503480" cy="5369791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750441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05725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6726" y="1238250"/>
            <a:ext cx="11258550" cy="515302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8398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598387"/>
            <a:ext cx="749617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09331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63616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1163616"/>
            <a:ext cx="5548537" cy="536979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4036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6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1302356"/>
            <a:ext cx="5380075" cy="508781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2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50" y="1146198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</p:spTree>
    <p:extLst>
      <p:ext uri="{BB962C8B-B14F-4D97-AF65-F5344CB8AC3E}">
        <p14:creationId xmlns:p14="http://schemas.microsoft.com/office/powerpoint/2010/main" val="379909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51148"/>
            <a:ext cx="5548537" cy="616395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351148"/>
            <a:ext cx="5548537" cy="6182260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199" y="6592777"/>
            <a:ext cx="472159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69272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457200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8" hasCustomPrompt="1"/>
          </p:nvPr>
        </p:nvSpPr>
        <p:spPr>
          <a:xfrm>
            <a:off x="429323" y="451883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835530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9" name="Espaço Reservado para Imagem 8">
            <a:extLst>
              <a:ext uri="{FF2B5EF4-FFF2-40B4-BE49-F238E27FC236}">
                <a16:creationId xmlns:a16="http://schemas.microsoft.com/office/drawing/2014/main" id="{A753D7AD-ADED-CD19-C220-AD23071075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75915" y="1709157"/>
            <a:ext cx="7077102" cy="4776687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92777"/>
            <a:ext cx="445196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72511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59383" y="1750423"/>
            <a:ext cx="6905897" cy="467650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0389" y="6592777"/>
            <a:ext cx="444372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31271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FAA60E7-B119-DB5D-A065-8CD2757A5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2FAA423-0D2F-7FA2-E708-574E3761DB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4D9C9758-BE37-A03A-B81D-29754A02B9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87541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média">
            <a:extLst>
              <a:ext uri="{FF2B5EF4-FFF2-40B4-BE49-F238E27FC236}">
                <a16:creationId xmlns:a16="http://schemas.microsoft.com/office/drawing/2014/main" id="{17E60CEA-D571-5680-E6D8-9DA6E7B94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1F7C454A-7CAA-2FF2-DC61-522F56E5FF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CABAF94D-7DB0-1956-3209-3001D211F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1156684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baixa">
            <a:extLst>
              <a:ext uri="{FF2B5EF4-FFF2-40B4-BE49-F238E27FC236}">
                <a16:creationId xmlns:a16="http://schemas.microsoft.com/office/drawing/2014/main" id="{6082B716-AAFD-8BF4-2997-E8290D278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62169643-8DD2-FD43-3074-2EFA536626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6314C32-24E1-4AF3-4384-3BB8F47AFC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61968"/>
            <a:ext cx="5255011" cy="380073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37778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81FD4C7-EC6D-BAC1-AC97-8ED361878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59B51597-730B-A004-9BC8-C14D3DC90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7EF14CD3-8E2B-D78F-5470-66862BE0E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5255011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56291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B00F91-633E-C672-007D-D9305ECFB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E8922F-CCB1-A40B-B426-8AB7D9702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53C15-A55A-1DAE-0128-186BB19D0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885BA-2A3D-496A-377E-1417B1134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C780-0657-4F9F-8064-278364C8AFEA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0022C-0F61-288F-B265-13EE63DD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0C0B1-2514-AD2D-EFAC-3C51FCF3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C7FC6-D704-4A59-B0AC-ADF24F00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3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66" r:id="rId9"/>
    <p:sldLayoutId id="2147483656" r:id="rId10"/>
    <p:sldLayoutId id="2147483667" r:id="rId11"/>
    <p:sldLayoutId id="2147483657" r:id="rId12"/>
    <p:sldLayoutId id="2147483668" r:id="rId13"/>
    <p:sldLayoutId id="2147483658" r:id="rId14"/>
    <p:sldLayoutId id="2147483669" r:id="rId15"/>
    <p:sldLayoutId id="2147483659" r:id="rId16"/>
    <p:sldLayoutId id="2147483670" r:id="rId17"/>
    <p:sldLayoutId id="2147483661" r:id="rId18"/>
    <p:sldLayoutId id="2147483671" r:id="rId19"/>
    <p:sldLayoutId id="2147483662" r:id="rId20"/>
    <p:sldLayoutId id="2147483663" r:id="rId21"/>
    <p:sldLayoutId id="2147483664" r:id="rId22"/>
    <p:sldLayoutId id="2147483665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31CAD1-3191-352B-0DA5-7A9A6228E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Análise Preditiva e Classificação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6219C9-8C06-81B8-0465-2149E2E0B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Rodolfo R. Terra</a:t>
            </a:r>
          </a:p>
        </p:txBody>
      </p:sp>
    </p:spTree>
    <p:extLst>
      <p:ext uri="{BB962C8B-B14F-4D97-AF65-F5344CB8AC3E}">
        <p14:creationId xmlns:p14="http://schemas.microsoft.com/office/powerpoint/2010/main" val="348642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Fundamentos da Modelagem Preditiva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393108" y="3680232"/>
            <a:ext cx="5221480" cy="253418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que é Análise Preditiva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Compreender o papel da análise preditiva na ciência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Classificação como Tarefa Preditiva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Qual as diferenças entre Regressão e classificação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Importância da Qualidade dos Dados. 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Introduzir conceito básicos de dados estruturados e não estruturados.  </a:t>
            </a:r>
          </a:p>
          <a:p>
            <a:pPr lvl="1" indent="0">
              <a:buNone/>
            </a:pPr>
            <a:endParaRPr lang="pt-BR" dirty="0"/>
          </a:p>
          <a:p>
            <a:pPr marL="1028700" lvl="1" indent="-342900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1030" name="Picture 6" descr="Imagem gerada">
            <a:extLst>
              <a:ext uri="{FF2B5EF4-FFF2-40B4-BE49-F238E27FC236}">
                <a16:creationId xmlns:a16="http://schemas.microsoft.com/office/drawing/2014/main" id="{8B41EB07-2441-4015-A337-87F4EF774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0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82027E-B3D2-4B12-B9B4-ADA21043D1FB}"/>
              </a:ext>
            </a:extLst>
          </p:cNvPr>
          <p:cNvSpPr/>
          <p:nvPr/>
        </p:nvSpPr>
        <p:spPr>
          <a:xfrm>
            <a:off x="494950" y="2122415"/>
            <a:ext cx="6518246" cy="838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ED38F306-BE9D-4415-8A81-D21772C88DA6}"/>
              </a:ext>
            </a:extLst>
          </p:cNvPr>
          <p:cNvSpPr txBox="1">
            <a:spLocks/>
          </p:cNvSpPr>
          <p:nvPr/>
        </p:nvSpPr>
        <p:spPr>
          <a:xfrm>
            <a:off x="393108" y="1595058"/>
            <a:ext cx="5221480" cy="1965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análise Preditiva?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540E89-35DC-4ACB-96CB-07779B83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010" y="2288213"/>
            <a:ext cx="77945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 preditiva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o uso de dados históricos, estatística e algoritmos de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prever resultados futuros."</a:t>
            </a:r>
          </a:p>
        </p:txBody>
      </p:sp>
      <p:pic>
        <p:nvPicPr>
          <p:cNvPr id="2055" name="Picture 7" descr="Imagem gerada">
            <a:extLst>
              <a:ext uri="{FF2B5EF4-FFF2-40B4-BE49-F238E27FC236}">
                <a16:creationId xmlns:a16="http://schemas.microsoft.com/office/drawing/2014/main" id="{32820C40-434C-4032-9629-98F40386E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7"/>
          <a:stretch/>
        </p:blipFill>
        <p:spPr bwMode="auto">
          <a:xfrm>
            <a:off x="7180976" y="2961314"/>
            <a:ext cx="3142388" cy="325912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80DAC740-040F-4C52-BA96-372E6F375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75" y="3488671"/>
            <a:ext cx="567334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🏦 Previsão de inadimplência (score de crédito)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clientes (quem vai cancelar?)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🛍️ Recomendação de produtos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🚚 Previsão de demanda e estoque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👨‍⚕️ Diagnóstico automatizado com base em sintomas</a:t>
            </a:r>
          </a:p>
        </p:txBody>
      </p:sp>
    </p:spTree>
    <p:extLst>
      <p:ext uri="{BB962C8B-B14F-4D97-AF65-F5344CB8AC3E}">
        <p14:creationId xmlns:p14="http://schemas.microsoft.com/office/powerpoint/2010/main" val="207375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Modelagem Preditiva vs. Classificação</a:t>
            </a: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https://pt.wikipedia.org/wiki/Regress%C3%A3o_linear</a:t>
            </a:r>
          </a:p>
          <a:p>
            <a:endParaRPr lang="pt-BR" dirty="0"/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https://medium.com/@msremigio/%C3%A1rvores-de-decis%C3%A3o-decision-trees-4cb6857671b3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BA50FB-55AB-4A9A-8B5A-15C91DA07FC4}"/>
              </a:ext>
            </a:extLst>
          </p:cNvPr>
          <p:cNvSpPr/>
          <p:nvPr/>
        </p:nvSpPr>
        <p:spPr>
          <a:xfrm>
            <a:off x="4380148" y="1145927"/>
            <a:ext cx="1503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📊 Regressão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A6ADB8-F647-4AF1-9EA1-18FCBCA671BE}"/>
              </a:ext>
            </a:extLst>
          </p:cNvPr>
          <p:cNvSpPr/>
          <p:nvPr/>
        </p:nvSpPr>
        <p:spPr>
          <a:xfrm>
            <a:off x="6307915" y="1145927"/>
            <a:ext cx="1802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Classificação 🧠 </a:t>
            </a:r>
          </a:p>
        </p:txBody>
      </p:sp>
      <p:pic>
        <p:nvPicPr>
          <p:cNvPr id="11" name="Picture 6" descr="Uma introdução Didática aos Algoritmos de Classificação de Machine Learning  | by Geanderson Lenz | Drafter AI | Medium">
            <a:extLst>
              <a:ext uri="{FF2B5EF4-FFF2-40B4-BE49-F238E27FC236}">
                <a16:creationId xmlns:a16="http://schemas.microsoft.com/office/drawing/2014/main" id="{59BA75B4-00AF-4B1A-81D2-3C69F546E1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923" y="2626613"/>
            <a:ext cx="2615268" cy="177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https://miro.medium.com/v2/resize:fit:673/0*QdTQlPuQ5dFBMK7C">
            <a:extLst>
              <a:ext uri="{FF2B5EF4-FFF2-40B4-BE49-F238E27FC236}">
                <a16:creationId xmlns:a16="http://schemas.microsoft.com/office/drawing/2014/main" id="{B09444AD-60B5-4FF4-96A0-353844D05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905" y="4497574"/>
            <a:ext cx="4554395" cy="186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071BF50F-0246-4065-9372-1B2DA378F39A}"/>
              </a:ext>
            </a:extLst>
          </p:cNvPr>
          <p:cNvSpPr/>
          <p:nvPr/>
        </p:nvSpPr>
        <p:spPr>
          <a:xfrm>
            <a:off x="9820005" y="2780042"/>
            <a:ext cx="1636549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b="1" dirty="0"/>
              <a:t>Fonte da Imagem: </a:t>
            </a:r>
            <a:r>
              <a:rPr lang="pt-BR" sz="1050" dirty="0"/>
              <a:t>https://medium.com/drafter-ai/uma-introdu%C3%A7%C3%A3o-did%C3%A1tica-aos-algoritmos-de-classifica%C3%A7%C3%A3o-de-machine-learning-460be2d73395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D6CF7354-E9C1-46AF-AAED-DC7FBC191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905" y="1812013"/>
            <a:ext cx="4947708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Previsão de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categorias ou rótulos discretos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Exemplo: classificar um e-mail como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ou não spam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 prever se um paciente está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doente ou saudável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6" name="Picture 2" descr="Regressão linear – Wikipédia, a enciclopédia livre">
            <a:extLst>
              <a:ext uri="{FF2B5EF4-FFF2-40B4-BE49-F238E27FC236}">
                <a16:creationId xmlns:a16="http://schemas.microsoft.com/office/drawing/2014/main" id="{CB0AB689-FEB6-4340-905E-DA3786813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87" y="2147650"/>
            <a:ext cx="2976649" cy="238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711C48C-1D9A-4C5B-A1BA-A5AD6EA01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78" y="1515259"/>
            <a:ext cx="386997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Previsão de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 contínuos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prever o preço de uma casa, temperatura, lucro.</a:t>
            </a:r>
          </a:p>
        </p:txBody>
      </p:sp>
      <p:pic>
        <p:nvPicPr>
          <p:cNvPr id="18" name="Picture 14" descr="Python Progressivo: Regressão Linear em Python - O método dos mínimos  quadrados">
            <a:extLst>
              <a:ext uri="{FF2B5EF4-FFF2-40B4-BE49-F238E27FC236}">
                <a16:creationId xmlns:a16="http://schemas.microsoft.com/office/drawing/2014/main" id="{A9DE3DE7-C4A1-4A72-8C62-14F0713AE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294" y="4576287"/>
            <a:ext cx="2601792" cy="197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82EB37C-EF2D-4599-9D37-BD10634B1FF0}"/>
              </a:ext>
            </a:extLst>
          </p:cNvPr>
          <p:cNvCxnSpPr/>
          <p:nvPr/>
        </p:nvCxnSpPr>
        <p:spPr>
          <a:xfrm>
            <a:off x="377505" y="4416522"/>
            <a:ext cx="5417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5">
            <a:extLst>
              <a:ext uri="{FF2B5EF4-FFF2-40B4-BE49-F238E27FC236}">
                <a16:creationId xmlns:a16="http://schemas.microsoft.com/office/drawing/2014/main" id="{9296D86C-A5E2-495E-86CB-66946B0FE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036" y="2050438"/>
            <a:ext cx="234052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Preço de imóvel vs. metragem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Quanto maior a metragem de um imóvel, maior tende a ser o seu preço.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Experiência profissional vs. salário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Geralmente, quanto mais anos de experiência, maior o salário.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Horas de estudo vs. nota em prova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Quanto mais uma pessoa estuda, maior tende a ser sua nota.</a:t>
            </a: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7A435465-6595-43CE-919C-859DD2307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210" y="4531341"/>
            <a:ext cx="2683001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Idade do carro vs. valor de revenda</a:t>
            </a:r>
            <a:b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Quanto mais velho o carro, menor o valor de revenda.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Distância da loja vs. frequência de visitas</a:t>
            </a:r>
            <a:b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Quanto mais distante um cliente mora da loja, menos ele visita.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atendimento vs. satisfação do cliente</a:t>
            </a:r>
            <a:b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alguns contextos, quanto mais tempo de espera, menor a satisfação.</a:t>
            </a:r>
          </a:p>
        </p:txBody>
      </p:sp>
    </p:spTree>
    <p:extLst>
      <p:ext uri="{BB962C8B-B14F-4D97-AF65-F5344CB8AC3E}">
        <p14:creationId xmlns:p14="http://schemas.microsoft.com/office/powerpoint/2010/main" val="377307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278FD17-8201-4339-AE72-E64A3CFC2429}"/>
              </a:ext>
            </a:extLst>
          </p:cNvPr>
          <p:cNvSpPr/>
          <p:nvPr/>
        </p:nvSpPr>
        <p:spPr>
          <a:xfrm>
            <a:off x="8261106" y="5016617"/>
            <a:ext cx="3413420" cy="1468281"/>
          </a:xfrm>
          <a:prstGeom prst="roundRect">
            <a:avLst/>
          </a:prstGeom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124" name="Picture 4" descr="Visão Geral sobre a Gestão de Conteúdo não Estruturado e ECM">
            <a:extLst>
              <a:ext uri="{FF2B5EF4-FFF2-40B4-BE49-F238E27FC236}">
                <a16:creationId xmlns:a16="http://schemas.microsoft.com/office/drawing/2014/main" id="{84C1DC1B-8D47-4D88-ACAD-F9738BD42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098" y="1948607"/>
            <a:ext cx="48768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Texto 33">
            <a:extLst>
              <a:ext uri="{FF2B5EF4-FFF2-40B4-BE49-F238E27FC236}">
                <a16:creationId xmlns:a16="http://schemas.microsoft.com/office/drawing/2014/main" id="{3DF1B054-7577-4E44-B0CF-9E80A666CDAF}"/>
              </a:ext>
            </a:extLst>
          </p:cNvPr>
          <p:cNvSpPr txBox="1">
            <a:spLocks/>
          </p:cNvSpPr>
          <p:nvPr/>
        </p:nvSpPr>
        <p:spPr>
          <a:xfrm>
            <a:off x="344258" y="267474"/>
            <a:ext cx="11503481" cy="783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Tipos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5DB9D4-BBBD-4BA1-9E54-09675BCC1B3B}"/>
              </a:ext>
            </a:extLst>
          </p:cNvPr>
          <p:cNvSpPr/>
          <p:nvPr/>
        </p:nvSpPr>
        <p:spPr>
          <a:xfrm>
            <a:off x="466988" y="1048283"/>
            <a:ext cx="52962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Um </a:t>
            </a:r>
            <a:r>
              <a:rPr lang="pt-BR" sz="1600" b="1" dirty="0"/>
              <a:t>modelo estruturado</a:t>
            </a:r>
            <a:r>
              <a:rPr lang="pt-BR" sz="1600" dirty="0"/>
              <a:t> em ciência de dados trabalha com </a:t>
            </a:r>
            <a:r>
              <a:rPr lang="pt-BR" sz="1600" b="1" dirty="0"/>
              <a:t>dados organizados em linhas e colunas</a:t>
            </a:r>
            <a:r>
              <a:rPr lang="pt-BR" sz="1600" dirty="0"/>
              <a:t>, como uma tabela de Excel ou </a:t>
            </a:r>
            <a:r>
              <a:rPr lang="pt-BR" sz="1600" dirty="0" err="1"/>
              <a:t>DataFrame</a:t>
            </a:r>
            <a:r>
              <a:rPr lang="pt-BR" sz="1600" dirty="0"/>
              <a:t> do Pandas.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4CD6931-B61F-4AA2-87E2-AA752197A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61" y="1965446"/>
            <a:ext cx="2820037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000" dirty="0"/>
              <a:t>📊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em dados estruturados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tabelas com colunas como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idade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renda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sexo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nota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Aprendizado supervisionado com rótulo definido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prever se o cliente vai pagar (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sim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não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com base nas colunas.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📏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 numérico ou categórico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Colunas podem ser números (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renda = 4500) ou categorias (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sexo = feminino).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📐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Fácil de aplicar modelos clássicos de ML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 como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Regressão Linear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Árvore de Decisão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Forest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🚀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Processamento rápido e direto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para problemas como: crédito,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score, preço, recomendação.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256FEFD-A2F0-4EA6-8E93-F3BB38B7666C}"/>
              </a:ext>
            </a:extLst>
          </p:cNvPr>
          <p:cNvSpPr/>
          <p:nvPr/>
        </p:nvSpPr>
        <p:spPr>
          <a:xfrm>
            <a:off x="7082793" y="871389"/>
            <a:ext cx="47649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Dados não estruturados</a:t>
            </a:r>
            <a:r>
              <a:rPr lang="pt-BR" sz="1600" dirty="0"/>
              <a:t> são informações que </a:t>
            </a:r>
            <a:r>
              <a:rPr lang="pt-BR" sz="1600" b="1" dirty="0"/>
              <a:t>não estão organizadas em formato de tabela</a:t>
            </a:r>
            <a:r>
              <a:rPr lang="pt-BR" sz="1600" dirty="0"/>
              <a:t>, ou seja, </a:t>
            </a:r>
            <a:r>
              <a:rPr lang="pt-BR" sz="1600" b="1" dirty="0"/>
              <a:t>não têm linhas e colunas fixas</a:t>
            </a:r>
            <a:r>
              <a:rPr lang="pt-BR" sz="1600" dirty="0"/>
              <a:t>. Eles exigem </a:t>
            </a:r>
            <a:r>
              <a:rPr lang="pt-BR" sz="1600" b="1" dirty="0"/>
              <a:t>processamento e transformação</a:t>
            </a:r>
            <a:r>
              <a:rPr lang="pt-BR" sz="1600" dirty="0"/>
              <a:t> antes de serem usados em modelos.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EF92E5C2-4AFD-4F9B-B82E-C2A994BBC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898" y="1980534"/>
            <a:ext cx="327304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🗂️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 livre, sem estrutura tabular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Exemplos: textos, áudios, imagens, vídeos, PDFs.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Difíceis de processar diretamente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Precisam ser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convertidos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vetores numéricos para serem utilizados em modelos.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💬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Exigem técnicas específicas de pré-processamento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Texto: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tokenização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remoção de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stopwords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stemming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Imagem: extração de pixels ou </a:t>
            </a:r>
            <a:r>
              <a:rPr kumimoji="0" lang="pt-BR" altLang="pt-B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Áudio: espectrogramas, vetores de frequência.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🤖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Usam modelos como NLP e deep </a:t>
            </a:r>
            <a:r>
              <a:rPr kumimoji="0" lang="pt-BR" altLang="pt-B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Word2Vec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TF-IDF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CNN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Transformers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BERT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GPT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Aplicações mais complexas e variadas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 de sentimentos, classificação de imagem, resumo automático de texto.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C0DF34E-4770-426F-BF9C-7684D9131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898" y="5369275"/>
            <a:ext cx="336662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📄 Texto Livre → 💬 Palavras → 🔢 Vetores → 🧠 Modelo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📷 Imagem → 🎨 Pixels → 🔢 Vetores → 🧠 Modelo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🔊 Áudio → 🎵 Frequências → 🔢 Vetores → 🧠 Modelo</a:t>
            </a:r>
          </a:p>
        </p:txBody>
      </p:sp>
    </p:spTree>
    <p:extLst>
      <p:ext uri="{BB962C8B-B14F-4D97-AF65-F5344CB8AC3E}">
        <p14:creationId xmlns:p14="http://schemas.microsoft.com/office/powerpoint/2010/main" val="117141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Discussão e Interação Perguntas provocativas: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Por que alguns dados podem estar ausentes?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Quando é melhor excluir dados do que preenchê-los?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Como os dados sujos podem impactar um modelo?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dirty="0"/>
              <a:t>https://www.google.com/url?sa=i&amp;url=https%3A%2F%2Fadesivo.com.br%2Fproducts%2Fpainel-fotografico-mentes-pensantes-negocios-n016117%3Fvariant%3D40395813552313%26srsltid%3DAfmBOooJQGtcLLCAQM-lHVedc-fd8ViDlclIBZn-h21m9dSl8WJn6-il&amp;psig=AOvVaw2BpGZ87fr2SbKSgknse4RL&amp;ust=1753224736060000&amp;source=images&amp;cd=vfe&amp;opi=89978449&amp;ved=0CBUQjRxqFwoTCPjV88mFz44DFQAAAAAdAAAAABAE</a:t>
            </a:r>
          </a:p>
        </p:txBody>
      </p:sp>
      <p:pic>
        <p:nvPicPr>
          <p:cNvPr id="7170" name="Picture 2" descr="Painel Fotográfico Mentes Pensantes Negócios N016117 - Papel na Parede –  Adesivo">
            <a:extLst>
              <a:ext uri="{FF2B5EF4-FFF2-40B4-BE49-F238E27FC236}">
                <a16:creationId xmlns:a16="http://schemas.microsoft.com/office/drawing/2014/main" id="{722C4E1E-B9CD-433D-AF14-100C921EF85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2" b="1625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49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33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659</Words>
  <Application>Microsoft Office PowerPoint</Application>
  <PresentationFormat>Widescreen</PresentationFormat>
  <Paragraphs>89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Arial Unicode MS</vt:lpstr>
      <vt:lpstr>Oswald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Luiza Briana Grether</dc:creator>
  <cp:lastModifiedBy>Rodolfo Terra | Heimdall IT</cp:lastModifiedBy>
  <cp:revision>32</cp:revision>
  <dcterms:created xsi:type="dcterms:W3CDTF">2024-11-12T12:43:34Z</dcterms:created>
  <dcterms:modified xsi:type="dcterms:W3CDTF">2025-07-21T22:54:41Z</dcterms:modified>
</cp:coreProperties>
</file>