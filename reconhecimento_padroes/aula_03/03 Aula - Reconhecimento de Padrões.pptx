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4" r:id="rId2"/>
    <p:sldId id="289" r:id="rId3"/>
    <p:sldId id="277" r:id="rId4"/>
    <p:sldId id="292" r:id="rId5"/>
    <p:sldId id="294" r:id="rId6"/>
    <p:sldId id="295" r:id="rId7"/>
    <p:sldId id="296" r:id="rId8"/>
    <p:sldId id="297" r:id="rId9"/>
    <p:sldId id="290" r:id="rId10"/>
    <p:sldId id="284" r:id="rId1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95B"/>
    <a:srgbClr val="D8D3D2"/>
    <a:srgbClr val="23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3DA019-136B-4EE0-AEFA-90A2E860BCFF}" v="23" dt="2024-12-15T22:03:34.055"/>
    <p1510:client id="{9DFE6B6B-F089-4EC1-8A18-BD60DE033737}" v="24" dt="2024-12-15T22:37:08.206"/>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8" d="100"/>
          <a:sy n="108" d="100"/>
        </p:scale>
        <p:origin x="714"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za Briana Grether" userId="33b05ef5-dde0-4e2c-af71-3f0410b5559e" providerId="ADAL" clId="{C4068DCB-55F7-4A3B-8D04-F04C53C775FA}"/>
    <pc:docChg chg="custSel addSld delSld modSld modMainMaster">
      <pc:chgData name="Luiza Briana Grether" userId="33b05ef5-dde0-4e2c-af71-3f0410b5559e" providerId="ADAL" clId="{C4068DCB-55F7-4A3B-8D04-F04C53C775FA}" dt="2024-11-29T19:39:18.941" v="112" actId="700"/>
      <pc:docMkLst>
        <pc:docMk/>
      </pc:docMkLst>
      <pc:sldChg chg="del">
        <pc:chgData name="Luiza Briana Grether" userId="33b05ef5-dde0-4e2c-af71-3f0410b5559e" providerId="ADAL" clId="{C4068DCB-55F7-4A3B-8D04-F04C53C775FA}" dt="2024-11-25T19:47:37.276" v="0" actId="47"/>
        <pc:sldMkLst>
          <pc:docMk/>
          <pc:sldMk cId="554345591" sldId="256"/>
        </pc:sldMkLst>
      </pc:sldChg>
      <pc:sldChg chg="new">
        <pc:chgData name="Luiza Briana Grether" userId="33b05ef5-dde0-4e2c-af71-3f0410b5559e" providerId="ADAL" clId="{C4068DCB-55F7-4A3B-8D04-F04C53C775FA}" dt="2024-11-25T19:47:39.477" v="1" actId="680"/>
        <pc:sldMkLst>
          <pc:docMk/>
          <pc:sldMk cId="1019073360" sldId="256"/>
        </pc:sldMkLst>
      </pc:sldChg>
      <pc:sldChg chg="addSp delSp modSp new mod chgLayout">
        <pc:chgData name="Luiza Briana Grether" userId="33b05ef5-dde0-4e2c-af71-3f0410b5559e" providerId="ADAL" clId="{C4068DCB-55F7-4A3B-8D04-F04C53C775FA}" dt="2024-11-25T19:47:43.938" v="3" actId="700"/>
        <pc:sldMkLst>
          <pc:docMk/>
          <pc:sldMk cId="3823548911" sldId="257"/>
        </pc:sldMkLst>
        <pc:spChg chg="del">
          <ac:chgData name="Luiza Briana Grether" userId="33b05ef5-dde0-4e2c-af71-3f0410b5559e" providerId="ADAL" clId="{C4068DCB-55F7-4A3B-8D04-F04C53C775FA}" dt="2024-11-25T19:47:43.938" v="3" actId="700"/>
          <ac:spMkLst>
            <pc:docMk/>
            <pc:sldMk cId="3823548911" sldId="257"/>
            <ac:spMk id="2" creationId="{DCB8A5FF-7D55-E963-9A1A-AA037E6C3707}"/>
          </ac:spMkLst>
        </pc:spChg>
        <pc:spChg chg="del">
          <ac:chgData name="Luiza Briana Grether" userId="33b05ef5-dde0-4e2c-af71-3f0410b5559e" providerId="ADAL" clId="{C4068DCB-55F7-4A3B-8D04-F04C53C775FA}" dt="2024-11-25T19:47:43.938" v="3" actId="700"/>
          <ac:spMkLst>
            <pc:docMk/>
            <pc:sldMk cId="3823548911" sldId="257"/>
            <ac:spMk id="3" creationId="{A8BBE09C-F047-D6B3-04EF-3178347E4C34}"/>
          </ac:spMkLst>
        </pc:spChg>
        <pc:spChg chg="add mod ord">
          <ac:chgData name="Luiza Briana Grether" userId="33b05ef5-dde0-4e2c-af71-3f0410b5559e" providerId="ADAL" clId="{C4068DCB-55F7-4A3B-8D04-F04C53C775FA}" dt="2024-11-25T19:47:43.938" v="3" actId="700"/>
          <ac:spMkLst>
            <pc:docMk/>
            <pc:sldMk cId="3823548911" sldId="257"/>
            <ac:spMk id="4" creationId="{5AE0B6C0-39A9-BFF4-D5A5-BE45B331A9EE}"/>
          </ac:spMkLst>
        </pc:spChg>
        <pc:spChg chg="add mod ord">
          <ac:chgData name="Luiza Briana Grether" userId="33b05ef5-dde0-4e2c-af71-3f0410b5559e" providerId="ADAL" clId="{C4068DCB-55F7-4A3B-8D04-F04C53C775FA}" dt="2024-11-25T19:47:43.938" v="3" actId="700"/>
          <ac:spMkLst>
            <pc:docMk/>
            <pc:sldMk cId="3823548911" sldId="257"/>
            <ac:spMk id="5" creationId="{0A1FEE11-0A50-9D26-8131-A01DDE1E4B6B}"/>
          </ac:spMkLst>
        </pc:spChg>
      </pc:sldChg>
      <pc:sldChg chg="addSp delSp modSp new mod modClrScheme chgLayout">
        <pc:chgData name="Luiza Briana Grether" userId="33b05ef5-dde0-4e2c-af71-3f0410b5559e" providerId="ADAL" clId="{C4068DCB-55F7-4A3B-8D04-F04C53C775FA}" dt="2024-11-25T19:47:51.267" v="5" actId="700"/>
        <pc:sldMkLst>
          <pc:docMk/>
          <pc:sldMk cId="781846017" sldId="258"/>
        </pc:sldMkLst>
        <pc:spChg chg="del mod ord">
          <ac:chgData name="Luiza Briana Grether" userId="33b05ef5-dde0-4e2c-af71-3f0410b5559e" providerId="ADAL" clId="{C4068DCB-55F7-4A3B-8D04-F04C53C775FA}" dt="2024-11-25T19:47:51.267" v="5" actId="700"/>
          <ac:spMkLst>
            <pc:docMk/>
            <pc:sldMk cId="781846017" sldId="258"/>
            <ac:spMk id="2" creationId="{D9877DBD-5C1E-9993-D8F6-00F6E5E4FD54}"/>
          </ac:spMkLst>
        </pc:spChg>
        <pc:spChg chg="del">
          <ac:chgData name="Luiza Briana Grether" userId="33b05ef5-dde0-4e2c-af71-3f0410b5559e" providerId="ADAL" clId="{C4068DCB-55F7-4A3B-8D04-F04C53C775FA}" dt="2024-11-25T19:47:51.267" v="5" actId="700"/>
          <ac:spMkLst>
            <pc:docMk/>
            <pc:sldMk cId="781846017" sldId="258"/>
            <ac:spMk id="3" creationId="{E9ACABFC-3EB1-417D-7D80-26C19BD18283}"/>
          </ac:spMkLst>
        </pc:spChg>
        <pc:spChg chg="add mod ord">
          <ac:chgData name="Luiza Briana Grether" userId="33b05ef5-dde0-4e2c-af71-3f0410b5559e" providerId="ADAL" clId="{C4068DCB-55F7-4A3B-8D04-F04C53C775FA}" dt="2024-11-25T19:47:51.267" v="5" actId="700"/>
          <ac:spMkLst>
            <pc:docMk/>
            <pc:sldMk cId="781846017" sldId="258"/>
            <ac:spMk id="4" creationId="{787D778B-9E20-AB15-87A0-D50DC0C95E1C}"/>
          </ac:spMkLst>
        </pc:spChg>
      </pc:sldChg>
      <pc:sldChg chg="del">
        <pc:chgData name="Luiza Briana Grether" userId="33b05ef5-dde0-4e2c-af71-3f0410b5559e" providerId="ADAL" clId="{C4068DCB-55F7-4A3B-8D04-F04C53C775FA}" dt="2024-11-25T19:47:37.276" v="0" actId="47"/>
        <pc:sldMkLst>
          <pc:docMk/>
          <pc:sldMk cId="1707551444" sldId="259"/>
        </pc:sldMkLst>
      </pc:sldChg>
      <pc:sldChg chg="addSp delSp modSp new mod modClrScheme chgLayout">
        <pc:chgData name="Luiza Briana Grether" userId="33b05ef5-dde0-4e2c-af71-3f0410b5559e" providerId="ADAL" clId="{C4068DCB-55F7-4A3B-8D04-F04C53C775FA}" dt="2024-11-25T19:47:54.879" v="7" actId="700"/>
        <pc:sldMkLst>
          <pc:docMk/>
          <pc:sldMk cId="3958341558" sldId="259"/>
        </pc:sldMkLst>
        <pc:spChg chg="del mod ord">
          <ac:chgData name="Luiza Briana Grether" userId="33b05ef5-dde0-4e2c-af71-3f0410b5559e" providerId="ADAL" clId="{C4068DCB-55F7-4A3B-8D04-F04C53C775FA}" dt="2024-11-25T19:47:54.879" v="7" actId="700"/>
          <ac:spMkLst>
            <pc:docMk/>
            <pc:sldMk cId="3958341558" sldId="259"/>
            <ac:spMk id="2" creationId="{B14984D2-CF1E-100B-1EA5-AC6797A77F6F}"/>
          </ac:spMkLst>
        </pc:spChg>
        <pc:spChg chg="add mod ord">
          <ac:chgData name="Luiza Briana Grether" userId="33b05ef5-dde0-4e2c-af71-3f0410b5559e" providerId="ADAL" clId="{C4068DCB-55F7-4A3B-8D04-F04C53C775FA}" dt="2024-11-25T19:47:54.879" v="7" actId="700"/>
          <ac:spMkLst>
            <pc:docMk/>
            <pc:sldMk cId="3958341558" sldId="259"/>
            <ac:spMk id="3" creationId="{8BF6E717-0CF7-968C-D907-DAB24563866D}"/>
          </ac:spMkLst>
        </pc:spChg>
        <pc:spChg chg="add mod ord">
          <ac:chgData name="Luiza Briana Grether" userId="33b05ef5-dde0-4e2c-af71-3f0410b5559e" providerId="ADAL" clId="{C4068DCB-55F7-4A3B-8D04-F04C53C775FA}" dt="2024-11-25T19:47:54.879" v="7" actId="700"/>
          <ac:spMkLst>
            <pc:docMk/>
            <pc:sldMk cId="3958341558" sldId="259"/>
            <ac:spMk id="4" creationId="{8BF9F3B0-8B4C-0861-B7A2-ED5857D58DB4}"/>
          </ac:spMkLst>
        </pc:spChg>
      </pc:sldChg>
      <pc:sldChg chg="addSp delSp modSp new mod modClrScheme chgLayout">
        <pc:chgData name="Luiza Briana Grether" userId="33b05ef5-dde0-4e2c-af71-3f0410b5559e" providerId="ADAL" clId="{C4068DCB-55F7-4A3B-8D04-F04C53C775FA}" dt="2024-11-25T19:48:01.233" v="9" actId="700"/>
        <pc:sldMkLst>
          <pc:docMk/>
          <pc:sldMk cId="2631850462" sldId="260"/>
        </pc:sldMkLst>
        <pc:spChg chg="del mod ord">
          <ac:chgData name="Luiza Briana Grether" userId="33b05ef5-dde0-4e2c-af71-3f0410b5559e" providerId="ADAL" clId="{C4068DCB-55F7-4A3B-8D04-F04C53C775FA}" dt="2024-11-25T19:48:01.233" v="9" actId="700"/>
          <ac:spMkLst>
            <pc:docMk/>
            <pc:sldMk cId="2631850462" sldId="260"/>
            <ac:spMk id="2" creationId="{48D0F28D-C097-52A7-1748-5350B7E25D88}"/>
          </ac:spMkLst>
        </pc:spChg>
        <pc:spChg chg="del">
          <ac:chgData name="Luiza Briana Grether" userId="33b05ef5-dde0-4e2c-af71-3f0410b5559e" providerId="ADAL" clId="{C4068DCB-55F7-4A3B-8D04-F04C53C775FA}" dt="2024-11-25T19:48:01.233" v="9" actId="700"/>
          <ac:spMkLst>
            <pc:docMk/>
            <pc:sldMk cId="2631850462" sldId="260"/>
            <ac:spMk id="3" creationId="{5AFF01C6-5A04-376E-8DE9-FF3375179720}"/>
          </ac:spMkLst>
        </pc:spChg>
        <pc:spChg chg="add mod ord">
          <ac:chgData name="Luiza Briana Grether" userId="33b05ef5-dde0-4e2c-af71-3f0410b5559e" providerId="ADAL" clId="{C4068DCB-55F7-4A3B-8D04-F04C53C775FA}" dt="2024-11-25T19:48:01.233" v="9" actId="700"/>
          <ac:spMkLst>
            <pc:docMk/>
            <pc:sldMk cId="2631850462" sldId="260"/>
            <ac:spMk id="4" creationId="{3A7E8A2B-A12C-D28C-F1D0-ADCA904A22E2}"/>
          </ac:spMkLst>
        </pc:spChg>
      </pc:sldChg>
      <pc:sldChg chg="del">
        <pc:chgData name="Luiza Briana Grether" userId="33b05ef5-dde0-4e2c-af71-3f0410b5559e" providerId="ADAL" clId="{C4068DCB-55F7-4A3B-8D04-F04C53C775FA}" dt="2024-11-25T19:47:37.276" v="0" actId="47"/>
        <pc:sldMkLst>
          <pc:docMk/>
          <pc:sldMk cId="3308514704" sldId="260"/>
        </pc:sldMkLst>
      </pc:sldChg>
      <pc:sldChg chg="del">
        <pc:chgData name="Luiza Briana Grether" userId="33b05ef5-dde0-4e2c-af71-3f0410b5559e" providerId="ADAL" clId="{C4068DCB-55F7-4A3B-8D04-F04C53C775FA}" dt="2024-11-25T19:47:37.276" v="0" actId="47"/>
        <pc:sldMkLst>
          <pc:docMk/>
          <pc:sldMk cId="3219517312" sldId="261"/>
        </pc:sldMkLst>
      </pc:sldChg>
      <pc:sldChg chg="addSp delSp modSp new mod modClrScheme chgLayout">
        <pc:chgData name="Luiza Briana Grether" userId="33b05ef5-dde0-4e2c-af71-3f0410b5559e" providerId="ADAL" clId="{C4068DCB-55F7-4A3B-8D04-F04C53C775FA}" dt="2024-11-25T19:48:06.682" v="12" actId="27636"/>
        <pc:sldMkLst>
          <pc:docMk/>
          <pc:sldMk cId="3770203671" sldId="261"/>
        </pc:sldMkLst>
        <pc:spChg chg="del mod ord">
          <ac:chgData name="Luiza Briana Grether" userId="33b05ef5-dde0-4e2c-af71-3f0410b5559e" providerId="ADAL" clId="{C4068DCB-55F7-4A3B-8D04-F04C53C775FA}" dt="2024-11-25T19:48:06.676" v="11" actId="700"/>
          <ac:spMkLst>
            <pc:docMk/>
            <pc:sldMk cId="3770203671" sldId="261"/>
            <ac:spMk id="2" creationId="{5EC12657-32B4-51F7-3A9A-0C5456D63325}"/>
          </ac:spMkLst>
        </pc:spChg>
        <pc:spChg chg="add mod ord">
          <ac:chgData name="Luiza Briana Grether" userId="33b05ef5-dde0-4e2c-af71-3f0410b5559e" providerId="ADAL" clId="{C4068DCB-55F7-4A3B-8D04-F04C53C775FA}" dt="2024-11-25T19:48:06.676" v="11" actId="700"/>
          <ac:spMkLst>
            <pc:docMk/>
            <pc:sldMk cId="3770203671" sldId="261"/>
            <ac:spMk id="3" creationId="{DBB5344F-8DED-789F-6B14-AA4591149DF2}"/>
          </ac:spMkLst>
        </pc:spChg>
        <pc:spChg chg="add mod ord">
          <ac:chgData name="Luiza Briana Grether" userId="33b05ef5-dde0-4e2c-af71-3f0410b5559e" providerId="ADAL" clId="{C4068DCB-55F7-4A3B-8D04-F04C53C775FA}" dt="2024-11-25T19:48:06.676" v="11" actId="700"/>
          <ac:spMkLst>
            <pc:docMk/>
            <pc:sldMk cId="3770203671" sldId="261"/>
            <ac:spMk id="4" creationId="{BB8C7752-E4F3-A6C9-5003-E037A6B72A9F}"/>
          </ac:spMkLst>
        </pc:spChg>
        <pc:spChg chg="add mod ord">
          <ac:chgData name="Luiza Briana Grether" userId="33b05ef5-dde0-4e2c-af71-3f0410b5559e" providerId="ADAL" clId="{C4068DCB-55F7-4A3B-8D04-F04C53C775FA}" dt="2024-11-25T19:48:06.676" v="11" actId="700"/>
          <ac:spMkLst>
            <pc:docMk/>
            <pc:sldMk cId="3770203671" sldId="261"/>
            <ac:spMk id="5" creationId="{A9F5B81A-2E92-84D3-057E-45BD26B2FD0B}"/>
          </ac:spMkLst>
        </pc:spChg>
        <pc:spChg chg="add mod ord">
          <ac:chgData name="Luiza Briana Grether" userId="33b05ef5-dde0-4e2c-af71-3f0410b5559e" providerId="ADAL" clId="{C4068DCB-55F7-4A3B-8D04-F04C53C775FA}" dt="2024-11-25T19:48:06.682" v="12" actId="27636"/>
          <ac:spMkLst>
            <pc:docMk/>
            <pc:sldMk cId="3770203671" sldId="261"/>
            <ac:spMk id="6" creationId="{A18866FB-41CB-C099-EA59-77D314181E6F}"/>
          </ac:spMkLst>
        </pc:spChg>
      </pc:sldChg>
      <pc:sldChg chg="addSp delSp modSp new mod modClrScheme chgLayout">
        <pc:chgData name="Luiza Briana Grether" userId="33b05ef5-dde0-4e2c-af71-3f0410b5559e" providerId="ADAL" clId="{C4068DCB-55F7-4A3B-8D04-F04C53C775FA}" dt="2024-11-25T19:48:11.777" v="15" actId="27636"/>
        <pc:sldMkLst>
          <pc:docMk/>
          <pc:sldMk cId="1060996210" sldId="262"/>
        </pc:sldMkLst>
        <pc:spChg chg="del mod ord">
          <ac:chgData name="Luiza Briana Grether" userId="33b05ef5-dde0-4e2c-af71-3f0410b5559e" providerId="ADAL" clId="{C4068DCB-55F7-4A3B-8D04-F04C53C775FA}" dt="2024-11-25T19:48:11.771" v="14" actId="700"/>
          <ac:spMkLst>
            <pc:docMk/>
            <pc:sldMk cId="1060996210" sldId="262"/>
            <ac:spMk id="2" creationId="{A057C781-F3F2-D082-650F-2F9F6E8B2251}"/>
          </ac:spMkLst>
        </pc:spChg>
        <pc:spChg chg="del mod ord">
          <ac:chgData name="Luiza Briana Grether" userId="33b05ef5-dde0-4e2c-af71-3f0410b5559e" providerId="ADAL" clId="{C4068DCB-55F7-4A3B-8D04-F04C53C775FA}" dt="2024-11-25T19:48:11.771" v="14" actId="700"/>
          <ac:spMkLst>
            <pc:docMk/>
            <pc:sldMk cId="1060996210" sldId="262"/>
            <ac:spMk id="3" creationId="{17203F47-86C5-5755-963D-C3770ED1A6BD}"/>
          </ac:spMkLst>
        </pc:spChg>
        <pc:spChg chg="del mod ord">
          <ac:chgData name="Luiza Briana Grether" userId="33b05ef5-dde0-4e2c-af71-3f0410b5559e" providerId="ADAL" clId="{C4068DCB-55F7-4A3B-8D04-F04C53C775FA}" dt="2024-11-25T19:48:11.771" v="14" actId="700"/>
          <ac:spMkLst>
            <pc:docMk/>
            <pc:sldMk cId="1060996210" sldId="262"/>
            <ac:spMk id="4" creationId="{7050265E-4F18-F6A4-E142-0F36B7C58250}"/>
          </ac:spMkLst>
        </pc:spChg>
        <pc:spChg chg="del">
          <ac:chgData name="Luiza Briana Grether" userId="33b05ef5-dde0-4e2c-af71-3f0410b5559e" providerId="ADAL" clId="{C4068DCB-55F7-4A3B-8D04-F04C53C775FA}" dt="2024-11-25T19:48:11.771" v="14" actId="700"/>
          <ac:spMkLst>
            <pc:docMk/>
            <pc:sldMk cId="1060996210" sldId="262"/>
            <ac:spMk id="5" creationId="{BD55E640-9280-508C-5F48-A02C5B4028C7}"/>
          </ac:spMkLst>
        </pc:spChg>
        <pc:spChg chg="add mod ord">
          <ac:chgData name="Luiza Briana Grether" userId="33b05ef5-dde0-4e2c-af71-3f0410b5559e" providerId="ADAL" clId="{C4068DCB-55F7-4A3B-8D04-F04C53C775FA}" dt="2024-11-25T19:48:11.771" v="14" actId="700"/>
          <ac:spMkLst>
            <pc:docMk/>
            <pc:sldMk cId="1060996210" sldId="262"/>
            <ac:spMk id="6" creationId="{9A1212DF-1B63-9C64-259E-A095C4320C2D}"/>
          </ac:spMkLst>
        </pc:spChg>
        <pc:spChg chg="add mod ord">
          <ac:chgData name="Luiza Briana Grether" userId="33b05ef5-dde0-4e2c-af71-3f0410b5559e" providerId="ADAL" clId="{C4068DCB-55F7-4A3B-8D04-F04C53C775FA}" dt="2024-11-25T19:48:11.771" v="14" actId="700"/>
          <ac:spMkLst>
            <pc:docMk/>
            <pc:sldMk cId="1060996210" sldId="262"/>
            <ac:spMk id="7" creationId="{6F9982BB-85FD-0653-53B1-2199EEFA1030}"/>
          </ac:spMkLst>
        </pc:spChg>
        <pc:spChg chg="add mod ord">
          <ac:chgData name="Luiza Briana Grether" userId="33b05ef5-dde0-4e2c-af71-3f0410b5559e" providerId="ADAL" clId="{C4068DCB-55F7-4A3B-8D04-F04C53C775FA}" dt="2024-11-25T19:48:11.777" v="15" actId="27636"/>
          <ac:spMkLst>
            <pc:docMk/>
            <pc:sldMk cId="1060996210" sldId="262"/>
            <ac:spMk id="8" creationId="{60BD3EAB-808B-F931-7AE0-9A8B1957BD9B}"/>
          </ac:spMkLst>
        </pc:spChg>
      </pc:sldChg>
      <pc:sldChg chg="del">
        <pc:chgData name="Luiza Briana Grether" userId="33b05ef5-dde0-4e2c-af71-3f0410b5559e" providerId="ADAL" clId="{C4068DCB-55F7-4A3B-8D04-F04C53C775FA}" dt="2024-11-25T19:47:37.276" v="0" actId="47"/>
        <pc:sldMkLst>
          <pc:docMk/>
          <pc:sldMk cId="1648572485" sldId="262"/>
        </pc:sldMkLst>
      </pc:sldChg>
      <pc:sldChg chg="addSp delSp modSp new mod modClrScheme chgLayout">
        <pc:chgData name="Luiza Briana Grether" userId="33b05ef5-dde0-4e2c-af71-3f0410b5559e" providerId="ADAL" clId="{C4068DCB-55F7-4A3B-8D04-F04C53C775FA}" dt="2024-11-25T19:48:27.662" v="18" actId="27636"/>
        <pc:sldMkLst>
          <pc:docMk/>
          <pc:sldMk cId="735048995" sldId="263"/>
        </pc:sldMkLst>
        <pc:spChg chg="del mod ord">
          <ac:chgData name="Luiza Briana Grether" userId="33b05ef5-dde0-4e2c-af71-3f0410b5559e" providerId="ADAL" clId="{C4068DCB-55F7-4A3B-8D04-F04C53C775FA}" dt="2024-11-25T19:48:27.652" v="17" actId="700"/>
          <ac:spMkLst>
            <pc:docMk/>
            <pc:sldMk cId="735048995" sldId="263"/>
            <ac:spMk id="2" creationId="{8DA91084-7478-85F8-790D-AD787E2BA687}"/>
          </ac:spMkLst>
        </pc:spChg>
        <pc:spChg chg="del mod ord">
          <ac:chgData name="Luiza Briana Grether" userId="33b05ef5-dde0-4e2c-af71-3f0410b5559e" providerId="ADAL" clId="{C4068DCB-55F7-4A3B-8D04-F04C53C775FA}" dt="2024-11-25T19:48:27.652" v="17" actId="700"/>
          <ac:spMkLst>
            <pc:docMk/>
            <pc:sldMk cId="735048995" sldId="263"/>
            <ac:spMk id="3" creationId="{A3935190-D18D-5B9D-26AE-079AA3D2459A}"/>
          </ac:spMkLst>
        </pc:spChg>
        <pc:spChg chg="del">
          <ac:chgData name="Luiza Briana Grether" userId="33b05ef5-dde0-4e2c-af71-3f0410b5559e" providerId="ADAL" clId="{C4068DCB-55F7-4A3B-8D04-F04C53C775FA}" dt="2024-11-25T19:48:27.652" v="17" actId="700"/>
          <ac:spMkLst>
            <pc:docMk/>
            <pc:sldMk cId="735048995" sldId="263"/>
            <ac:spMk id="4" creationId="{CE9EC4B8-582B-7E2E-518E-B704CBAD029B}"/>
          </ac:spMkLst>
        </pc:spChg>
        <pc:spChg chg="add mod ord">
          <ac:chgData name="Luiza Briana Grether" userId="33b05ef5-dde0-4e2c-af71-3f0410b5559e" providerId="ADAL" clId="{C4068DCB-55F7-4A3B-8D04-F04C53C775FA}" dt="2024-11-25T19:48:27.652" v="17" actId="700"/>
          <ac:spMkLst>
            <pc:docMk/>
            <pc:sldMk cId="735048995" sldId="263"/>
            <ac:spMk id="5" creationId="{D8BB1817-98B1-F9C5-4E2C-C50238AF5913}"/>
          </ac:spMkLst>
        </pc:spChg>
        <pc:spChg chg="add mod ord">
          <ac:chgData name="Luiza Briana Grether" userId="33b05ef5-dde0-4e2c-af71-3f0410b5559e" providerId="ADAL" clId="{C4068DCB-55F7-4A3B-8D04-F04C53C775FA}" dt="2024-11-25T19:48:27.662" v="18" actId="27636"/>
          <ac:spMkLst>
            <pc:docMk/>
            <pc:sldMk cId="735048995" sldId="263"/>
            <ac:spMk id="6" creationId="{C1DBF017-2301-37AA-F715-1826442FDD2A}"/>
          </ac:spMkLst>
        </pc:spChg>
      </pc:sldChg>
      <pc:sldChg chg="del">
        <pc:chgData name="Luiza Briana Grether" userId="33b05ef5-dde0-4e2c-af71-3f0410b5559e" providerId="ADAL" clId="{C4068DCB-55F7-4A3B-8D04-F04C53C775FA}" dt="2024-11-25T19:47:37.276" v="0" actId="47"/>
        <pc:sldMkLst>
          <pc:docMk/>
          <pc:sldMk cId="3935208750" sldId="263"/>
        </pc:sldMkLst>
      </pc:sldChg>
      <pc:sldChg chg="addSp delSp modSp new mod modClrScheme chgLayout">
        <pc:chgData name="Luiza Briana Grether" userId="33b05ef5-dde0-4e2c-af71-3f0410b5559e" providerId="ADAL" clId="{C4068DCB-55F7-4A3B-8D04-F04C53C775FA}" dt="2024-11-25T19:48:32.184" v="21" actId="27636"/>
        <pc:sldMkLst>
          <pc:docMk/>
          <pc:sldMk cId="1132087079" sldId="264"/>
        </pc:sldMkLst>
        <pc:spChg chg="del mod ord">
          <ac:chgData name="Luiza Briana Grether" userId="33b05ef5-dde0-4e2c-af71-3f0410b5559e" providerId="ADAL" clId="{C4068DCB-55F7-4A3B-8D04-F04C53C775FA}" dt="2024-11-25T19:48:32.178" v="20" actId="700"/>
          <ac:spMkLst>
            <pc:docMk/>
            <pc:sldMk cId="1132087079" sldId="264"/>
            <ac:spMk id="2" creationId="{CEFDE020-2C57-469A-25E2-98106209E5EC}"/>
          </ac:spMkLst>
        </pc:spChg>
        <pc:spChg chg="del mod ord">
          <ac:chgData name="Luiza Briana Grether" userId="33b05ef5-dde0-4e2c-af71-3f0410b5559e" providerId="ADAL" clId="{C4068DCB-55F7-4A3B-8D04-F04C53C775FA}" dt="2024-11-25T19:48:32.178" v="20" actId="700"/>
          <ac:spMkLst>
            <pc:docMk/>
            <pc:sldMk cId="1132087079" sldId="264"/>
            <ac:spMk id="3" creationId="{7128BE82-99E6-4D1C-9687-E37CF296EEBA}"/>
          </ac:spMkLst>
        </pc:spChg>
        <pc:spChg chg="add mod ord">
          <ac:chgData name="Luiza Briana Grether" userId="33b05ef5-dde0-4e2c-af71-3f0410b5559e" providerId="ADAL" clId="{C4068DCB-55F7-4A3B-8D04-F04C53C775FA}" dt="2024-11-25T19:48:32.178" v="20" actId="700"/>
          <ac:spMkLst>
            <pc:docMk/>
            <pc:sldMk cId="1132087079" sldId="264"/>
            <ac:spMk id="4" creationId="{4288B767-13DD-7127-1930-2D440019E314}"/>
          </ac:spMkLst>
        </pc:spChg>
        <pc:spChg chg="add mod ord">
          <ac:chgData name="Luiza Briana Grether" userId="33b05ef5-dde0-4e2c-af71-3f0410b5559e" providerId="ADAL" clId="{C4068DCB-55F7-4A3B-8D04-F04C53C775FA}" dt="2024-11-25T19:48:32.184" v="21" actId="27636"/>
          <ac:spMkLst>
            <pc:docMk/>
            <pc:sldMk cId="1132087079" sldId="264"/>
            <ac:spMk id="5" creationId="{2C6B3690-2A76-D144-E71F-37A4CCF6B5B5}"/>
          </ac:spMkLst>
        </pc:spChg>
        <pc:spChg chg="add mod ord">
          <ac:chgData name="Luiza Briana Grether" userId="33b05ef5-dde0-4e2c-af71-3f0410b5559e" providerId="ADAL" clId="{C4068DCB-55F7-4A3B-8D04-F04C53C775FA}" dt="2024-11-25T19:48:32.178" v="20" actId="700"/>
          <ac:spMkLst>
            <pc:docMk/>
            <pc:sldMk cId="1132087079" sldId="264"/>
            <ac:spMk id="6" creationId="{A16CF019-AD09-1295-E6FB-A1B6A359051A}"/>
          </ac:spMkLst>
        </pc:spChg>
      </pc:sldChg>
      <pc:sldChg chg="del">
        <pc:chgData name="Luiza Briana Grether" userId="33b05ef5-dde0-4e2c-af71-3f0410b5559e" providerId="ADAL" clId="{C4068DCB-55F7-4A3B-8D04-F04C53C775FA}" dt="2024-11-25T19:47:37.276" v="0" actId="47"/>
        <pc:sldMkLst>
          <pc:docMk/>
          <pc:sldMk cId="2764548526" sldId="264"/>
        </pc:sldMkLst>
      </pc:sldChg>
      <pc:sldChg chg="addSp delSp modSp new mod modClrScheme chgLayout">
        <pc:chgData name="Luiza Briana Grether" userId="33b05ef5-dde0-4e2c-af71-3f0410b5559e" providerId="ADAL" clId="{C4068DCB-55F7-4A3B-8D04-F04C53C775FA}" dt="2024-11-25T19:48:36.653" v="25" actId="27636"/>
        <pc:sldMkLst>
          <pc:docMk/>
          <pc:sldMk cId="2584547635" sldId="265"/>
        </pc:sldMkLst>
        <pc:spChg chg="del mod ord">
          <ac:chgData name="Luiza Briana Grether" userId="33b05ef5-dde0-4e2c-af71-3f0410b5559e" providerId="ADAL" clId="{C4068DCB-55F7-4A3B-8D04-F04C53C775FA}" dt="2024-11-25T19:48:36.646" v="23" actId="700"/>
          <ac:spMkLst>
            <pc:docMk/>
            <pc:sldMk cId="2584547635" sldId="265"/>
            <ac:spMk id="2" creationId="{941D53B5-4F86-CDCF-93AC-1E11D1600238}"/>
          </ac:spMkLst>
        </pc:spChg>
        <pc:spChg chg="del mod ord">
          <ac:chgData name="Luiza Briana Grether" userId="33b05ef5-dde0-4e2c-af71-3f0410b5559e" providerId="ADAL" clId="{C4068DCB-55F7-4A3B-8D04-F04C53C775FA}" dt="2024-11-25T19:48:36.646" v="23" actId="700"/>
          <ac:spMkLst>
            <pc:docMk/>
            <pc:sldMk cId="2584547635" sldId="265"/>
            <ac:spMk id="3" creationId="{E2717ECB-CFC0-3047-7EDB-BCE5D3E4A2EB}"/>
          </ac:spMkLst>
        </pc:spChg>
        <pc:spChg chg="del mod ord">
          <ac:chgData name="Luiza Briana Grether" userId="33b05ef5-dde0-4e2c-af71-3f0410b5559e" providerId="ADAL" clId="{C4068DCB-55F7-4A3B-8D04-F04C53C775FA}" dt="2024-11-25T19:48:36.646" v="23" actId="700"/>
          <ac:spMkLst>
            <pc:docMk/>
            <pc:sldMk cId="2584547635" sldId="265"/>
            <ac:spMk id="4" creationId="{40E87A5B-B5C0-2947-E99F-6061D6EFCE9E}"/>
          </ac:spMkLst>
        </pc:spChg>
        <pc:spChg chg="add mod ord">
          <ac:chgData name="Luiza Briana Grether" userId="33b05ef5-dde0-4e2c-af71-3f0410b5559e" providerId="ADAL" clId="{C4068DCB-55F7-4A3B-8D04-F04C53C775FA}" dt="2024-11-25T19:48:36.646" v="23" actId="700"/>
          <ac:spMkLst>
            <pc:docMk/>
            <pc:sldMk cId="2584547635" sldId="265"/>
            <ac:spMk id="5" creationId="{8CA8999B-E6A1-D4CC-5EC1-BDEF59175A5D}"/>
          </ac:spMkLst>
        </pc:spChg>
        <pc:spChg chg="add mod ord">
          <ac:chgData name="Luiza Briana Grether" userId="33b05ef5-dde0-4e2c-af71-3f0410b5559e" providerId="ADAL" clId="{C4068DCB-55F7-4A3B-8D04-F04C53C775FA}" dt="2024-11-25T19:48:36.652" v="24" actId="27636"/>
          <ac:spMkLst>
            <pc:docMk/>
            <pc:sldMk cId="2584547635" sldId="265"/>
            <ac:spMk id="6" creationId="{A0D53907-C4C0-B3DE-457A-5B5D5C3B662A}"/>
          </ac:spMkLst>
        </pc:spChg>
        <pc:spChg chg="add mod ord">
          <ac:chgData name="Luiza Briana Grether" userId="33b05ef5-dde0-4e2c-af71-3f0410b5559e" providerId="ADAL" clId="{C4068DCB-55F7-4A3B-8D04-F04C53C775FA}" dt="2024-11-25T19:48:36.646" v="23" actId="700"/>
          <ac:spMkLst>
            <pc:docMk/>
            <pc:sldMk cId="2584547635" sldId="265"/>
            <ac:spMk id="7" creationId="{3384CC13-F93D-FFC0-E47F-32C08DA8388B}"/>
          </ac:spMkLst>
        </pc:spChg>
        <pc:spChg chg="add mod ord">
          <ac:chgData name="Luiza Briana Grether" userId="33b05ef5-dde0-4e2c-af71-3f0410b5559e" providerId="ADAL" clId="{C4068DCB-55F7-4A3B-8D04-F04C53C775FA}" dt="2024-11-25T19:48:36.646" v="23" actId="700"/>
          <ac:spMkLst>
            <pc:docMk/>
            <pc:sldMk cId="2584547635" sldId="265"/>
            <ac:spMk id="8" creationId="{C34C45D9-BE38-122D-2911-6C2EF3F41001}"/>
          </ac:spMkLst>
        </pc:spChg>
        <pc:spChg chg="add mod ord">
          <ac:chgData name="Luiza Briana Grether" userId="33b05ef5-dde0-4e2c-af71-3f0410b5559e" providerId="ADAL" clId="{C4068DCB-55F7-4A3B-8D04-F04C53C775FA}" dt="2024-11-25T19:48:36.653" v="25" actId="27636"/>
          <ac:spMkLst>
            <pc:docMk/>
            <pc:sldMk cId="2584547635" sldId="265"/>
            <ac:spMk id="9" creationId="{DDF77502-8193-D651-F33D-59CE5A6070CB}"/>
          </ac:spMkLst>
        </pc:spChg>
      </pc:sldChg>
      <pc:sldChg chg="addSp delSp modSp new mod modClrScheme chgLayout">
        <pc:chgData name="Luiza Briana Grether" userId="33b05ef5-dde0-4e2c-af71-3f0410b5559e" providerId="ADAL" clId="{C4068DCB-55F7-4A3B-8D04-F04C53C775FA}" dt="2024-11-25T19:48:40.768" v="29" actId="27636"/>
        <pc:sldMkLst>
          <pc:docMk/>
          <pc:sldMk cId="2001626292" sldId="266"/>
        </pc:sldMkLst>
        <pc:spChg chg="del mod ord">
          <ac:chgData name="Luiza Briana Grether" userId="33b05ef5-dde0-4e2c-af71-3f0410b5559e" providerId="ADAL" clId="{C4068DCB-55F7-4A3B-8D04-F04C53C775FA}" dt="2024-11-25T19:48:40.761" v="27" actId="700"/>
          <ac:spMkLst>
            <pc:docMk/>
            <pc:sldMk cId="2001626292" sldId="266"/>
            <ac:spMk id="2" creationId="{F4457E5C-A9ED-CE02-43B4-140A17C0F805}"/>
          </ac:spMkLst>
        </pc:spChg>
        <pc:spChg chg="del mod ord">
          <ac:chgData name="Luiza Briana Grether" userId="33b05ef5-dde0-4e2c-af71-3f0410b5559e" providerId="ADAL" clId="{C4068DCB-55F7-4A3B-8D04-F04C53C775FA}" dt="2024-11-25T19:48:40.761" v="27" actId="700"/>
          <ac:spMkLst>
            <pc:docMk/>
            <pc:sldMk cId="2001626292" sldId="266"/>
            <ac:spMk id="3" creationId="{5104D852-971E-330F-FEDB-058FFA2AD979}"/>
          </ac:spMkLst>
        </pc:spChg>
        <pc:spChg chg="del mod ord">
          <ac:chgData name="Luiza Briana Grether" userId="33b05ef5-dde0-4e2c-af71-3f0410b5559e" providerId="ADAL" clId="{C4068DCB-55F7-4A3B-8D04-F04C53C775FA}" dt="2024-11-25T19:48:40.761" v="27" actId="700"/>
          <ac:spMkLst>
            <pc:docMk/>
            <pc:sldMk cId="2001626292" sldId="266"/>
            <ac:spMk id="4" creationId="{3AA96649-E27B-C9F1-2C12-AF132C04A6A0}"/>
          </ac:spMkLst>
        </pc:spChg>
        <pc:spChg chg="del">
          <ac:chgData name="Luiza Briana Grether" userId="33b05ef5-dde0-4e2c-af71-3f0410b5559e" providerId="ADAL" clId="{C4068DCB-55F7-4A3B-8D04-F04C53C775FA}" dt="2024-11-25T19:48:40.761" v="27" actId="700"/>
          <ac:spMkLst>
            <pc:docMk/>
            <pc:sldMk cId="2001626292" sldId="266"/>
            <ac:spMk id="5" creationId="{52D0A06F-2D0E-E61A-5DD6-2CA22AA01A86}"/>
          </ac:spMkLst>
        </pc:spChg>
        <pc:spChg chg="del mod ord">
          <ac:chgData name="Luiza Briana Grether" userId="33b05ef5-dde0-4e2c-af71-3f0410b5559e" providerId="ADAL" clId="{C4068DCB-55F7-4A3B-8D04-F04C53C775FA}" dt="2024-11-25T19:48:40.761" v="27" actId="700"/>
          <ac:spMkLst>
            <pc:docMk/>
            <pc:sldMk cId="2001626292" sldId="266"/>
            <ac:spMk id="6" creationId="{DECC02AA-40A8-A3A3-3318-D6A9A48C8CD4}"/>
          </ac:spMkLst>
        </pc:spChg>
        <pc:spChg chg="add mod ord">
          <ac:chgData name="Luiza Briana Grether" userId="33b05ef5-dde0-4e2c-af71-3f0410b5559e" providerId="ADAL" clId="{C4068DCB-55F7-4A3B-8D04-F04C53C775FA}" dt="2024-11-25T19:48:40.761" v="27" actId="700"/>
          <ac:spMkLst>
            <pc:docMk/>
            <pc:sldMk cId="2001626292" sldId="266"/>
            <ac:spMk id="7" creationId="{C2EE64B7-B55A-12AC-FBC9-29EEF6BB3EB6}"/>
          </ac:spMkLst>
        </pc:spChg>
        <pc:spChg chg="add mod ord">
          <ac:chgData name="Luiza Briana Grether" userId="33b05ef5-dde0-4e2c-af71-3f0410b5559e" providerId="ADAL" clId="{C4068DCB-55F7-4A3B-8D04-F04C53C775FA}" dt="2024-11-25T19:48:40.767" v="28" actId="27636"/>
          <ac:spMkLst>
            <pc:docMk/>
            <pc:sldMk cId="2001626292" sldId="266"/>
            <ac:spMk id="8" creationId="{65141697-A20E-9E91-08FB-947B0432DCE2}"/>
          </ac:spMkLst>
        </pc:spChg>
        <pc:spChg chg="add mod ord">
          <ac:chgData name="Luiza Briana Grether" userId="33b05ef5-dde0-4e2c-af71-3f0410b5559e" providerId="ADAL" clId="{C4068DCB-55F7-4A3B-8D04-F04C53C775FA}" dt="2024-11-25T19:48:40.761" v="27" actId="700"/>
          <ac:spMkLst>
            <pc:docMk/>
            <pc:sldMk cId="2001626292" sldId="266"/>
            <ac:spMk id="9" creationId="{3E1666A9-7C7E-1A42-E428-3D7FF82DBFA1}"/>
          </ac:spMkLst>
        </pc:spChg>
        <pc:spChg chg="add mod ord">
          <ac:chgData name="Luiza Briana Grether" userId="33b05ef5-dde0-4e2c-af71-3f0410b5559e" providerId="ADAL" clId="{C4068DCB-55F7-4A3B-8D04-F04C53C775FA}" dt="2024-11-25T19:48:40.768" v="29" actId="27636"/>
          <ac:spMkLst>
            <pc:docMk/>
            <pc:sldMk cId="2001626292" sldId="266"/>
            <ac:spMk id="10" creationId="{A42FCF28-DDCD-E0FA-0DA3-BEE06A2AFD75}"/>
          </ac:spMkLst>
        </pc:spChg>
      </pc:sldChg>
      <pc:sldChg chg="addSp delSp modSp new mod modClrScheme chgLayout">
        <pc:chgData name="Luiza Briana Grether" userId="33b05ef5-dde0-4e2c-af71-3f0410b5559e" providerId="ADAL" clId="{C4068DCB-55F7-4A3B-8D04-F04C53C775FA}" dt="2024-11-25T19:48:45.549" v="32" actId="27636"/>
        <pc:sldMkLst>
          <pc:docMk/>
          <pc:sldMk cId="1971869915" sldId="267"/>
        </pc:sldMkLst>
        <pc:spChg chg="del mod ord">
          <ac:chgData name="Luiza Briana Grether" userId="33b05ef5-dde0-4e2c-af71-3f0410b5559e" providerId="ADAL" clId="{C4068DCB-55F7-4A3B-8D04-F04C53C775FA}" dt="2024-11-25T19:48:45.543" v="31" actId="700"/>
          <ac:spMkLst>
            <pc:docMk/>
            <pc:sldMk cId="1971869915" sldId="267"/>
            <ac:spMk id="2" creationId="{6629D2D7-D58D-3EF5-7E1B-2B73D14CD56D}"/>
          </ac:spMkLst>
        </pc:spChg>
        <pc:spChg chg="del">
          <ac:chgData name="Luiza Briana Grether" userId="33b05ef5-dde0-4e2c-af71-3f0410b5559e" providerId="ADAL" clId="{C4068DCB-55F7-4A3B-8D04-F04C53C775FA}" dt="2024-11-25T19:48:45.543" v="31" actId="700"/>
          <ac:spMkLst>
            <pc:docMk/>
            <pc:sldMk cId="1971869915" sldId="267"/>
            <ac:spMk id="3" creationId="{B132D1F6-D775-A4D9-2CDD-38DA0A25A4F2}"/>
          </ac:spMkLst>
        </pc:spChg>
        <pc:spChg chg="del mod ord">
          <ac:chgData name="Luiza Briana Grether" userId="33b05ef5-dde0-4e2c-af71-3f0410b5559e" providerId="ADAL" clId="{C4068DCB-55F7-4A3B-8D04-F04C53C775FA}" dt="2024-11-25T19:48:45.543" v="31" actId="700"/>
          <ac:spMkLst>
            <pc:docMk/>
            <pc:sldMk cId="1971869915" sldId="267"/>
            <ac:spMk id="4" creationId="{2F55D1EE-0471-DAE5-E45D-13ABBFF51B5A}"/>
          </ac:spMkLst>
        </pc:spChg>
        <pc:spChg chg="del mod ord">
          <ac:chgData name="Luiza Briana Grether" userId="33b05ef5-dde0-4e2c-af71-3f0410b5559e" providerId="ADAL" clId="{C4068DCB-55F7-4A3B-8D04-F04C53C775FA}" dt="2024-11-25T19:48:45.543" v="31" actId="700"/>
          <ac:spMkLst>
            <pc:docMk/>
            <pc:sldMk cId="1971869915" sldId="267"/>
            <ac:spMk id="5" creationId="{48DF2B42-E76E-21EE-AE2B-195834D2CCCC}"/>
          </ac:spMkLst>
        </pc:spChg>
        <pc:spChg chg="add mod ord">
          <ac:chgData name="Luiza Briana Grether" userId="33b05ef5-dde0-4e2c-af71-3f0410b5559e" providerId="ADAL" clId="{C4068DCB-55F7-4A3B-8D04-F04C53C775FA}" dt="2024-11-25T19:48:45.543" v="31" actId="700"/>
          <ac:spMkLst>
            <pc:docMk/>
            <pc:sldMk cId="1971869915" sldId="267"/>
            <ac:spMk id="6" creationId="{2B89812B-42B9-8BA0-8B3C-7481491686F7}"/>
          </ac:spMkLst>
        </pc:spChg>
        <pc:spChg chg="add mod ord">
          <ac:chgData name="Luiza Briana Grether" userId="33b05ef5-dde0-4e2c-af71-3f0410b5559e" providerId="ADAL" clId="{C4068DCB-55F7-4A3B-8D04-F04C53C775FA}" dt="2024-11-25T19:48:45.543" v="31" actId="700"/>
          <ac:spMkLst>
            <pc:docMk/>
            <pc:sldMk cId="1971869915" sldId="267"/>
            <ac:spMk id="7" creationId="{ECA2A5C7-DB39-3A45-4EC4-DEE68895F0A3}"/>
          </ac:spMkLst>
        </pc:spChg>
        <pc:spChg chg="add mod ord">
          <ac:chgData name="Luiza Briana Grether" userId="33b05ef5-dde0-4e2c-af71-3f0410b5559e" providerId="ADAL" clId="{C4068DCB-55F7-4A3B-8D04-F04C53C775FA}" dt="2024-11-25T19:48:45.549" v="32" actId="27636"/>
          <ac:spMkLst>
            <pc:docMk/>
            <pc:sldMk cId="1971869915" sldId="267"/>
            <ac:spMk id="8" creationId="{37C2CD53-9A24-F762-B137-B9737E7CC6D7}"/>
          </ac:spMkLst>
        </pc:spChg>
        <pc:spChg chg="add mod ord">
          <ac:chgData name="Luiza Briana Grether" userId="33b05ef5-dde0-4e2c-af71-3f0410b5559e" providerId="ADAL" clId="{C4068DCB-55F7-4A3B-8D04-F04C53C775FA}" dt="2024-11-25T19:48:45.543" v="31" actId="700"/>
          <ac:spMkLst>
            <pc:docMk/>
            <pc:sldMk cId="1971869915" sldId="267"/>
            <ac:spMk id="9" creationId="{B608D1AC-D78F-0621-4EE5-304C21EA4CF4}"/>
          </ac:spMkLst>
        </pc:spChg>
      </pc:sldChg>
      <pc:sldChg chg="delSp new mod modClrScheme chgLayout">
        <pc:chgData name="Luiza Briana Grether" userId="33b05ef5-dde0-4e2c-af71-3f0410b5559e" providerId="ADAL" clId="{C4068DCB-55F7-4A3B-8D04-F04C53C775FA}" dt="2024-11-25T19:48:51.026" v="34" actId="700"/>
        <pc:sldMkLst>
          <pc:docMk/>
          <pc:sldMk cId="1205183785" sldId="268"/>
        </pc:sldMkLst>
        <pc:spChg chg="del">
          <ac:chgData name="Luiza Briana Grether" userId="33b05ef5-dde0-4e2c-af71-3f0410b5559e" providerId="ADAL" clId="{C4068DCB-55F7-4A3B-8D04-F04C53C775FA}" dt="2024-11-25T19:48:51.026" v="34" actId="700"/>
          <ac:spMkLst>
            <pc:docMk/>
            <pc:sldMk cId="1205183785" sldId="268"/>
            <ac:spMk id="2" creationId="{0D6BF7EF-886B-B472-AC57-96ECFB702E4D}"/>
          </ac:spMkLst>
        </pc:spChg>
        <pc:spChg chg="del">
          <ac:chgData name="Luiza Briana Grether" userId="33b05ef5-dde0-4e2c-af71-3f0410b5559e" providerId="ADAL" clId="{C4068DCB-55F7-4A3B-8D04-F04C53C775FA}" dt="2024-11-25T19:48:51.026" v="34" actId="700"/>
          <ac:spMkLst>
            <pc:docMk/>
            <pc:sldMk cId="1205183785" sldId="268"/>
            <ac:spMk id="3" creationId="{AB5A1ABC-8058-2385-007F-82A8EA590E02}"/>
          </ac:spMkLst>
        </pc:spChg>
        <pc:spChg chg="del">
          <ac:chgData name="Luiza Briana Grether" userId="33b05ef5-dde0-4e2c-af71-3f0410b5559e" providerId="ADAL" clId="{C4068DCB-55F7-4A3B-8D04-F04C53C775FA}" dt="2024-11-25T19:48:51.026" v="34" actId="700"/>
          <ac:spMkLst>
            <pc:docMk/>
            <pc:sldMk cId="1205183785" sldId="268"/>
            <ac:spMk id="4" creationId="{8E9941C4-7EA0-0242-B513-A70F7AF3A1B5}"/>
          </ac:spMkLst>
        </pc:spChg>
        <pc:spChg chg="del">
          <ac:chgData name="Luiza Briana Grether" userId="33b05ef5-dde0-4e2c-af71-3f0410b5559e" providerId="ADAL" clId="{C4068DCB-55F7-4A3B-8D04-F04C53C775FA}" dt="2024-11-25T19:48:51.026" v="34" actId="700"/>
          <ac:spMkLst>
            <pc:docMk/>
            <pc:sldMk cId="1205183785" sldId="268"/>
            <ac:spMk id="5" creationId="{0E7DCD93-5380-22EB-55E5-BF17F87B0AE9}"/>
          </ac:spMkLst>
        </pc:spChg>
      </pc:sldChg>
      <pc:sldChg chg="addSp delSp modSp new mod modClrScheme chgLayout">
        <pc:chgData name="Luiza Briana Grether" userId="33b05ef5-dde0-4e2c-af71-3f0410b5559e" providerId="ADAL" clId="{C4068DCB-55F7-4A3B-8D04-F04C53C775FA}" dt="2024-11-28T17:52:52.007" v="62" actId="700"/>
        <pc:sldMkLst>
          <pc:docMk/>
          <pc:sldMk cId="1072377310" sldId="269"/>
        </pc:sldMkLst>
        <pc:spChg chg="del">
          <ac:chgData name="Luiza Briana Grether" userId="33b05ef5-dde0-4e2c-af71-3f0410b5559e" providerId="ADAL" clId="{C4068DCB-55F7-4A3B-8D04-F04C53C775FA}" dt="2024-11-28T17:52:52.007" v="62" actId="700"/>
          <ac:spMkLst>
            <pc:docMk/>
            <pc:sldMk cId="1072377310" sldId="269"/>
            <ac:spMk id="2" creationId="{7C303318-007E-01C7-0E1F-F27F9E8D63BB}"/>
          </ac:spMkLst>
        </pc:spChg>
        <pc:spChg chg="del mod ord">
          <ac:chgData name="Luiza Briana Grether" userId="33b05ef5-dde0-4e2c-af71-3f0410b5559e" providerId="ADAL" clId="{C4068DCB-55F7-4A3B-8D04-F04C53C775FA}" dt="2024-11-28T17:52:52.007" v="62" actId="700"/>
          <ac:spMkLst>
            <pc:docMk/>
            <pc:sldMk cId="1072377310" sldId="269"/>
            <ac:spMk id="3" creationId="{3B41686B-9C0A-FF15-4277-F2AC7FF7C1A7}"/>
          </ac:spMkLst>
        </pc:spChg>
        <pc:spChg chg="del mod ord">
          <ac:chgData name="Luiza Briana Grether" userId="33b05ef5-dde0-4e2c-af71-3f0410b5559e" providerId="ADAL" clId="{C4068DCB-55F7-4A3B-8D04-F04C53C775FA}" dt="2024-11-28T17:52:52.007" v="62" actId="700"/>
          <ac:spMkLst>
            <pc:docMk/>
            <pc:sldMk cId="1072377310" sldId="269"/>
            <ac:spMk id="4" creationId="{D5637586-3BF3-FC2C-6969-2AF47CE77611}"/>
          </ac:spMkLst>
        </pc:spChg>
        <pc:spChg chg="del">
          <ac:chgData name="Luiza Briana Grether" userId="33b05ef5-dde0-4e2c-af71-3f0410b5559e" providerId="ADAL" clId="{C4068DCB-55F7-4A3B-8D04-F04C53C775FA}" dt="2024-11-28T17:52:52.007" v="62" actId="700"/>
          <ac:spMkLst>
            <pc:docMk/>
            <pc:sldMk cId="1072377310" sldId="269"/>
            <ac:spMk id="5" creationId="{3AE32E95-2F10-C375-05E2-F662F419DA2B}"/>
          </ac:spMkLst>
        </pc:spChg>
        <pc:spChg chg="add mod ord">
          <ac:chgData name="Luiza Briana Grether" userId="33b05ef5-dde0-4e2c-af71-3f0410b5559e" providerId="ADAL" clId="{C4068DCB-55F7-4A3B-8D04-F04C53C775FA}" dt="2024-11-28T17:52:52.007" v="62" actId="700"/>
          <ac:spMkLst>
            <pc:docMk/>
            <pc:sldMk cId="1072377310" sldId="269"/>
            <ac:spMk id="6" creationId="{305905EC-C8F5-CD76-ABA8-F3A6186D2FFF}"/>
          </ac:spMkLst>
        </pc:spChg>
        <pc:spChg chg="add mod ord">
          <ac:chgData name="Luiza Briana Grether" userId="33b05ef5-dde0-4e2c-af71-3f0410b5559e" providerId="ADAL" clId="{C4068DCB-55F7-4A3B-8D04-F04C53C775FA}" dt="2024-11-28T17:52:52.007" v="62" actId="700"/>
          <ac:spMkLst>
            <pc:docMk/>
            <pc:sldMk cId="1072377310" sldId="269"/>
            <ac:spMk id="7" creationId="{A120FF19-74A9-7DAF-A111-421B2A2A1452}"/>
          </ac:spMkLst>
        </pc:spChg>
      </pc:sldChg>
      <pc:sldChg chg="del">
        <pc:chgData name="Luiza Briana Grether" userId="33b05ef5-dde0-4e2c-af71-3f0410b5559e" providerId="ADAL" clId="{C4068DCB-55F7-4A3B-8D04-F04C53C775FA}" dt="2024-11-25T19:47:37.276" v="0" actId="47"/>
        <pc:sldMkLst>
          <pc:docMk/>
          <pc:sldMk cId="3412891661" sldId="270"/>
        </pc:sldMkLst>
      </pc:sldChg>
      <pc:sldChg chg="addSp delSp modSp new mod modClrScheme chgLayout">
        <pc:chgData name="Luiza Briana Grether" userId="33b05ef5-dde0-4e2c-af71-3f0410b5559e" providerId="ADAL" clId="{C4068DCB-55F7-4A3B-8D04-F04C53C775FA}" dt="2024-11-28T17:52:58.102" v="64" actId="700"/>
        <pc:sldMkLst>
          <pc:docMk/>
          <pc:sldMk cId="3979635850" sldId="270"/>
        </pc:sldMkLst>
        <pc:spChg chg="del mod ord">
          <ac:chgData name="Luiza Briana Grether" userId="33b05ef5-dde0-4e2c-af71-3f0410b5559e" providerId="ADAL" clId="{C4068DCB-55F7-4A3B-8D04-F04C53C775FA}" dt="2024-11-28T17:52:58.102" v="64" actId="700"/>
          <ac:spMkLst>
            <pc:docMk/>
            <pc:sldMk cId="3979635850" sldId="270"/>
            <ac:spMk id="2" creationId="{83987A68-248A-74F7-66B1-3F7D4912BB93}"/>
          </ac:spMkLst>
        </pc:spChg>
        <pc:spChg chg="del mod ord">
          <ac:chgData name="Luiza Briana Grether" userId="33b05ef5-dde0-4e2c-af71-3f0410b5559e" providerId="ADAL" clId="{C4068DCB-55F7-4A3B-8D04-F04C53C775FA}" dt="2024-11-28T17:52:58.102" v="64" actId="700"/>
          <ac:spMkLst>
            <pc:docMk/>
            <pc:sldMk cId="3979635850" sldId="270"/>
            <ac:spMk id="3" creationId="{3886FE88-EADF-7587-1B8D-F8CE657273E3}"/>
          </ac:spMkLst>
        </pc:spChg>
        <pc:spChg chg="add mod ord">
          <ac:chgData name="Luiza Briana Grether" userId="33b05ef5-dde0-4e2c-af71-3f0410b5559e" providerId="ADAL" clId="{C4068DCB-55F7-4A3B-8D04-F04C53C775FA}" dt="2024-11-28T17:52:58.102" v="64" actId="700"/>
          <ac:spMkLst>
            <pc:docMk/>
            <pc:sldMk cId="3979635850" sldId="270"/>
            <ac:spMk id="4" creationId="{C2C48471-4771-DCFA-E66A-2FFF2239E328}"/>
          </ac:spMkLst>
        </pc:spChg>
        <pc:spChg chg="add mod ord">
          <ac:chgData name="Luiza Briana Grether" userId="33b05ef5-dde0-4e2c-af71-3f0410b5559e" providerId="ADAL" clId="{C4068DCB-55F7-4A3B-8D04-F04C53C775FA}" dt="2024-11-28T17:52:58.102" v="64" actId="700"/>
          <ac:spMkLst>
            <pc:docMk/>
            <pc:sldMk cId="3979635850" sldId="270"/>
            <ac:spMk id="5" creationId="{8C66D9E1-B560-5661-5A80-29D60D151759}"/>
          </ac:spMkLst>
        </pc:spChg>
      </pc:sldChg>
      <pc:sldChg chg="addSp delSp modSp new mod modClrScheme chgLayout">
        <pc:chgData name="Luiza Briana Grether" userId="33b05ef5-dde0-4e2c-af71-3f0410b5559e" providerId="ADAL" clId="{C4068DCB-55F7-4A3B-8D04-F04C53C775FA}" dt="2024-11-29T19:39:13.429" v="110" actId="700"/>
        <pc:sldMkLst>
          <pc:docMk/>
          <pc:sldMk cId="727386013" sldId="271"/>
        </pc:sldMkLst>
        <pc:spChg chg="del mod ord">
          <ac:chgData name="Luiza Briana Grether" userId="33b05ef5-dde0-4e2c-af71-3f0410b5559e" providerId="ADAL" clId="{C4068DCB-55F7-4A3B-8D04-F04C53C775FA}" dt="2024-11-29T19:39:13.429" v="110" actId="700"/>
          <ac:spMkLst>
            <pc:docMk/>
            <pc:sldMk cId="727386013" sldId="271"/>
            <ac:spMk id="2" creationId="{948A2F32-1967-83DE-1C9C-BD187D4EA98A}"/>
          </ac:spMkLst>
        </pc:spChg>
        <pc:spChg chg="del mod ord">
          <ac:chgData name="Luiza Briana Grether" userId="33b05ef5-dde0-4e2c-af71-3f0410b5559e" providerId="ADAL" clId="{C4068DCB-55F7-4A3B-8D04-F04C53C775FA}" dt="2024-11-29T19:39:13.429" v="110" actId="700"/>
          <ac:spMkLst>
            <pc:docMk/>
            <pc:sldMk cId="727386013" sldId="271"/>
            <ac:spMk id="3" creationId="{20FC28D3-3D58-9085-D29C-911C3FAF86F8}"/>
          </ac:spMkLst>
        </pc:spChg>
        <pc:spChg chg="add mod ord">
          <ac:chgData name="Luiza Briana Grether" userId="33b05ef5-dde0-4e2c-af71-3f0410b5559e" providerId="ADAL" clId="{C4068DCB-55F7-4A3B-8D04-F04C53C775FA}" dt="2024-11-29T19:39:13.429" v="110" actId="700"/>
          <ac:spMkLst>
            <pc:docMk/>
            <pc:sldMk cId="727386013" sldId="271"/>
            <ac:spMk id="4" creationId="{A0F5F277-79DE-4811-C45F-C897DF9C396E}"/>
          </ac:spMkLst>
        </pc:spChg>
        <pc:spChg chg="add mod ord">
          <ac:chgData name="Luiza Briana Grether" userId="33b05ef5-dde0-4e2c-af71-3f0410b5559e" providerId="ADAL" clId="{C4068DCB-55F7-4A3B-8D04-F04C53C775FA}" dt="2024-11-29T19:39:13.429" v="110" actId="700"/>
          <ac:spMkLst>
            <pc:docMk/>
            <pc:sldMk cId="727386013" sldId="271"/>
            <ac:spMk id="5" creationId="{C4A4F6A4-D60C-CEB8-DC83-C60593C38778}"/>
          </ac:spMkLst>
        </pc:spChg>
      </pc:sldChg>
      <pc:sldChg chg="del">
        <pc:chgData name="Luiza Briana Grether" userId="33b05ef5-dde0-4e2c-af71-3f0410b5559e" providerId="ADAL" clId="{C4068DCB-55F7-4A3B-8D04-F04C53C775FA}" dt="2024-11-25T19:47:37.276" v="0" actId="47"/>
        <pc:sldMkLst>
          <pc:docMk/>
          <pc:sldMk cId="2567870009" sldId="272"/>
        </pc:sldMkLst>
      </pc:sldChg>
      <pc:sldChg chg="addSp delSp modSp new mod modClrScheme chgLayout">
        <pc:chgData name="Luiza Briana Grether" userId="33b05ef5-dde0-4e2c-af71-3f0410b5559e" providerId="ADAL" clId="{C4068DCB-55F7-4A3B-8D04-F04C53C775FA}" dt="2024-11-29T19:39:18.941" v="112" actId="700"/>
        <pc:sldMkLst>
          <pc:docMk/>
          <pc:sldMk cId="2727648028" sldId="272"/>
        </pc:sldMkLst>
        <pc:spChg chg="del mod ord">
          <ac:chgData name="Luiza Briana Grether" userId="33b05ef5-dde0-4e2c-af71-3f0410b5559e" providerId="ADAL" clId="{C4068DCB-55F7-4A3B-8D04-F04C53C775FA}" dt="2024-11-29T19:39:18.941" v="112" actId="700"/>
          <ac:spMkLst>
            <pc:docMk/>
            <pc:sldMk cId="2727648028" sldId="272"/>
            <ac:spMk id="2" creationId="{34B63779-7A73-2BF4-99F3-5D387CFDBE0E}"/>
          </ac:spMkLst>
        </pc:spChg>
        <pc:spChg chg="del mod ord">
          <ac:chgData name="Luiza Briana Grether" userId="33b05ef5-dde0-4e2c-af71-3f0410b5559e" providerId="ADAL" clId="{C4068DCB-55F7-4A3B-8D04-F04C53C775FA}" dt="2024-11-29T19:39:18.941" v="112" actId="700"/>
          <ac:spMkLst>
            <pc:docMk/>
            <pc:sldMk cId="2727648028" sldId="272"/>
            <ac:spMk id="3" creationId="{D604E95A-0762-F38B-12F8-BD84E473E59E}"/>
          </ac:spMkLst>
        </pc:spChg>
        <pc:spChg chg="add mod ord">
          <ac:chgData name="Luiza Briana Grether" userId="33b05ef5-dde0-4e2c-af71-3f0410b5559e" providerId="ADAL" clId="{C4068DCB-55F7-4A3B-8D04-F04C53C775FA}" dt="2024-11-29T19:39:18.941" v="112" actId="700"/>
          <ac:spMkLst>
            <pc:docMk/>
            <pc:sldMk cId="2727648028" sldId="272"/>
            <ac:spMk id="4" creationId="{8CEA4A7B-BE04-3D7A-89C8-61881DB9D3A9}"/>
          </ac:spMkLst>
        </pc:spChg>
        <pc:spChg chg="add mod ord">
          <ac:chgData name="Luiza Briana Grether" userId="33b05ef5-dde0-4e2c-af71-3f0410b5559e" providerId="ADAL" clId="{C4068DCB-55F7-4A3B-8D04-F04C53C775FA}" dt="2024-11-29T19:39:18.941" v="112" actId="700"/>
          <ac:spMkLst>
            <pc:docMk/>
            <pc:sldMk cId="2727648028" sldId="272"/>
            <ac:spMk id="5" creationId="{2D085772-43C0-60B4-0855-859E6408A132}"/>
          </ac:spMkLst>
        </pc:spChg>
      </pc:sldChg>
      <pc:sldChg chg="del">
        <pc:chgData name="Luiza Briana Grether" userId="33b05ef5-dde0-4e2c-af71-3f0410b5559e" providerId="ADAL" clId="{C4068DCB-55F7-4A3B-8D04-F04C53C775FA}" dt="2024-11-25T19:47:37.276" v="0" actId="47"/>
        <pc:sldMkLst>
          <pc:docMk/>
          <pc:sldMk cId="4035553123" sldId="273"/>
        </pc:sldMkLst>
      </pc:sldChg>
      <pc:sldChg chg="del">
        <pc:chgData name="Luiza Briana Grether" userId="33b05ef5-dde0-4e2c-af71-3f0410b5559e" providerId="ADAL" clId="{C4068DCB-55F7-4A3B-8D04-F04C53C775FA}" dt="2024-11-25T19:47:37.276" v="0" actId="47"/>
        <pc:sldMkLst>
          <pc:docMk/>
          <pc:sldMk cId="163507567" sldId="274"/>
        </pc:sldMkLst>
      </pc:sldChg>
      <pc:sldChg chg="del">
        <pc:chgData name="Luiza Briana Grether" userId="33b05ef5-dde0-4e2c-af71-3f0410b5559e" providerId="ADAL" clId="{C4068DCB-55F7-4A3B-8D04-F04C53C775FA}" dt="2024-11-25T19:47:37.276" v="0" actId="47"/>
        <pc:sldMkLst>
          <pc:docMk/>
          <pc:sldMk cId="1985988881" sldId="275"/>
        </pc:sldMkLst>
      </pc:sldChg>
      <pc:sldChg chg="del">
        <pc:chgData name="Luiza Briana Grether" userId="33b05ef5-dde0-4e2c-af71-3f0410b5559e" providerId="ADAL" clId="{C4068DCB-55F7-4A3B-8D04-F04C53C775FA}" dt="2024-11-25T19:47:37.276" v="0" actId="47"/>
        <pc:sldMkLst>
          <pc:docMk/>
          <pc:sldMk cId="3509315260" sldId="276"/>
        </pc:sldMkLst>
      </pc:sldChg>
      <pc:sldChg chg="del">
        <pc:chgData name="Luiza Briana Grether" userId="33b05ef5-dde0-4e2c-af71-3f0410b5559e" providerId="ADAL" clId="{C4068DCB-55F7-4A3B-8D04-F04C53C775FA}" dt="2024-11-25T19:47:37.276" v="0" actId="47"/>
        <pc:sldMkLst>
          <pc:docMk/>
          <pc:sldMk cId="3924382213" sldId="277"/>
        </pc:sldMkLst>
      </pc:sldChg>
      <pc:sldChg chg="del">
        <pc:chgData name="Luiza Briana Grether" userId="33b05ef5-dde0-4e2c-af71-3f0410b5559e" providerId="ADAL" clId="{C4068DCB-55F7-4A3B-8D04-F04C53C775FA}" dt="2024-11-25T19:47:37.276" v="0" actId="47"/>
        <pc:sldMkLst>
          <pc:docMk/>
          <pc:sldMk cId="3303472297" sldId="278"/>
        </pc:sldMkLst>
      </pc:sldChg>
      <pc:sldChg chg="del">
        <pc:chgData name="Luiza Briana Grether" userId="33b05ef5-dde0-4e2c-af71-3f0410b5559e" providerId="ADAL" clId="{C4068DCB-55F7-4A3B-8D04-F04C53C775FA}" dt="2024-11-25T19:47:37.276" v="0" actId="47"/>
        <pc:sldMkLst>
          <pc:docMk/>
          <pc:sldMk cId="2915515541" sldId="279"/>
        </pc:sldMkLst>
      </pc:sldChg>
      <pc:sldChg chg="del">
        <pc:chgData name="Luiza Briana Grether" userId="33b05ef5-dde0-4e2c-af71-3f0410b5559e" providerId="ADAL" clId="{C4068DCB-55F7-4A3B-8D04-F04C53C775FA}" dt="2024-11-25T19:47:37.276" v="0" actId="47"/>
        <pc:sldMkLst>
          <pc:docMk/>
          <pc:sldMk cId="68067680" sldId="280"/>
        </pc:sldMkLst>
      </pc:sldChg>
      <pc:sldChg chg="del">
        <pc:chgData name="Luiza Briana Grether" userId="33b05ef5-dde0-4e2c-af71-3f0410b5559e" providerId="ADAL" clId="{C4068DCB-55F7-4A3B-8D04-F04C53C775FA}" dt="2024-11-25T19:47:37.276" v="0" actId="47"/>
        <pc:sldMkLst>
          <pc:docMk/>
          <pc:sldMk cId="4217400491" sldId="281"/>
        </pc:sldMkLst>
      </pc:sldChg>
      <pc:sldChg chg="del">
        <pc:chgData name="Luiza Briana Grether" userId="33b05ef5-dde0-4e2c-af71-3f0410b5559e" providerId="ADAL" clId="{C4068DCB-55F7-4A3B-8D04-F04C53C775FA}" dt="2024-11-25T19:47:37.276" v="0" actId="47"/>
        <pc:sldMkLst>
          <pc:docMk/>
          <pc:sldMk cId="862050276" sldId="282"/>
        </pc:sldMkLst>
      </pc:sldChg>
      <pc:sldChg chg="del">
        <pc:chgData name="Luiza Briana Grether" userId="33b05ef5-dde0-4e2c-af71-3f0410b5559e" providerId="ADAL" clId="{C4068DCB-55F7-4A3B-8D04-F04C53C775FA}" dt="2024-11-25T19:47:37.276" v="0" actId="47"/>
        <pc:sldMkLst>
          <pc:docMk/>
          <pc:sldMk cId="2508726786" sldId="283"/>
        </pc:sldMkLst>
      </pc:sldChg>
      <pc:sldChg chg="del">
        <pc:chgData name="Luiza Briana Grether" userId="33b05ef5-dde0-4e2c-af71-3f0410b5559e" providerId="ADAL" clId="{C4068DCB-55F7-4A3B-8D04-F04C53C775FA}" dt="2024-11-25T19:47:37.276" v="0" actId="47"/>
        <pc:sldMkLst>
          <pc:docMk/>
          <pc:sldMk cId="773479272" sldId="284"/>
        </pc:sldMkLst>
      </pc:sldChg>
      <pc:sldMasterChg chg="addSldLayout modSldLayout">
        <pc:chgData name="Luiza Briana Grether" userId="33b05ef5-dde0-4e2c-af71-3f0410b5559e" providerId="ADAL" clId="{C4068DCB-55F7-4A3B-8D04-F04C53C775FA}" dt="2024-11-29T19:39:02.021" v="108"/>
        <pc:sldMasterMkLst>
          <pc:docMk/>
          <pc:sldMasterMk cId="3332300950" sldId="2147483648"/>
        </pc:sldMasterMkLst>
        <pc:sldLayoutChg chg="addSp delSp modSp mod">
          <pc:chgData name="Luiza Briana Grether" userId="33b05ef5-dde0-4e2c-af71-3f0410b5559e" providerId="ADAL" clId="{C4068DCB-55F7-4A3B-8D04-F04C53C775FA}" dt="2024-11-29T19:34:17.340" v="69" actId="478"/>
          <pc:sldLayoutMkLst>
            <pc:docMk/>
            <pc:sldMasterMk cId="3332300950" sldId="2147483648"/>
            <pc:sldLayoutMk cId="254971135" sldId="2147483653"/>
          </pc:sldLayoutMkLst>
          <pc:picChg chg="del">
            <ac:chgData name="Luiza Briana Grether" userId="33b05ef5-dde0-4e2c-af71-3f0410b5559e" providerId="ADAL" clId="{C4068DCB-55F7-4A3B-8D04-F04C53C775FA}" dt="2024-11-29T19:34:17.340" v="69" actId="478"/>
            <ac:picMkLst>
              <pc:docMk/>
              <pc:sldMasterMk cId="3332300950" sldId="2147483648"/>
              <pc:sldLayoutMk cId="254971135" sldId="2147483653"/>
              <ac:picMk id="3" creationId="{D606BFC1-956A-1A1A-22F0-E7F8E4B0BF0C}"/>
            </ac:picMkLst>
          </pc:picChg>
          <pc:picChg chg="add mod ord">
            <ac:chgData name="Luiza Briana Grether" userId="33b05ef5-dde0-4e2c-af71-3f0410b5559e" providerId="ADAL" clId="{C4068DCB-55F7-4A3B-8D04-F04C53C775FA}" dt="2024-11-29T19:34:15.190" v="68" actId="167"/>
            <ac:picMkLst>
              <pc:docMk/>
              <pc:sldMasterMk cId="3332300950" sldId="2147483648"/>
              <pc:sldLayoutMk cId="254971135" sldId="2147483653"/>
              <ac:picMk id="4" creationId="{3A11877A-8E0E-79D1-0E0A-A3BCD6DC037A}"/>
            </ac:picMkLst>
          </pc:picChg>
        </pc:sldLayoutChg>
        <pc:sldLayoutChg chg="addSp delSp modSp mod">
          <pc:chgData name="Luiza Briana Grether" userId="33b05ef5-dde0-4e2c-af71-3f0410b5559e" providerId="ADAL" clId="{C4068DCB-55F7-4A3B-8D04-F04C53C775FA}" dt="2024-11-29T19:37:33.162" v="84" actId="167"/>
          <pc:sldLayoutMkLst>
            <pc:docMk/>
            <pc:sldMasterMk cId="3332300950" sldId="2147483648"/>
            <pc:sldLayoutMk cId="1640369259" sldId="2147483658"/>
          </pc:sldLayoutMkLst>
          <pc:picChg chg="add del mod ord">
            <ac:chgData name="Luiza Briana Grether" userId="33b05ef5-dde0-4e2c-af71-3f0410b5559e" providerId="ADAL" clId="{C4068DCB-55F7-4A3B-8D04-F04C53C775FA}" dt="2024-11-29T19:37:28.826" v="80" actId="478"/>
            <ac:picMkLst>
              <pc:docMk/>
              <pc:sldMasterMk cId="3332300950" sldId="2147483648"/>
              <pc:sldLayoutMk cId="1640369259" sldId="2147483658"/>
              <ac:picMk id="4" creationId="{92E0F152-C192-8C29-E468-AD85DF7B6752}"/>
            </ac:picMkLst>
          </pc:picChg>
          <pc:picChg chg="del">
            <ac:chgData name="Luiza Briana Grether" userId="33b05ef5-dde0-4e2c-af71-3f0410b5559e" providerId="ADAL" clId="{C4068DCB-55F7-4A3B-8D04-F04C53C775FA}" dt="2024-11-29T19:34:41.373" v="74" actId="478"/>
            <ac:picMkLst>
              <pc:docMk/>
              <pc:sldMasterMk cId="3332300950" sldId="2147483648"/>
              <pc:sldLayoutMk cId="1640369259" sldId="2147483658"/>
              <ac:picMk id="5" creationId="{89F44972-DB4F-82DF-D528-EB7C824CD783}"/>
            </ac:picMkLst>
          </pc:picChg>
          <pc:picChg chg="add del mod ord">
            <ac:chgData name="Luiza Briana Grether" userId="33b05ef5-dde0-4e2c-af71-3f0410b5559e" providerId="ADAL" clId="{C4068DCB-55F7-4A3B-8D04-F04C53C775FA}" dt="2024-11-29T19:37:26.363" v="79" actId="478"/>
            <ac:picMkLst>
              <pc:docMk/>
              <pc:sldMasterMk cId="3332300950" sldId="2147483648"/>
              <pc:sldLayoutMk cId="1640369259" sldId="2147483658"/>
              <ac:picMk id="11" creationId="{FF01DA7B-1CC7-30C2-F2D9-F5D8A2300FBE}"/>
            </ac:picMkLst>
          </pc:picChg>
          <pc:picChg chg="add mod ord">
            <ac:chgData name="Luiza Briana Grether" userId="33b05ef5-dde0-4e2c-af71-3f0410b5559e" providerId="ADAL" clId="{C4068DCB-55F7-4A3B-8D04-F04C53C775FA}" dt="2024-11-29T19:37:33.162" v="84" actId="167"/>
            <ac:picMkLst>
              <pc:docMk/>
              <pc:sldMasterMk cId="3332300950" sldId="2147483648"/>
              <pc:sldLayoutMk cId="1640369259" sldId="2147483658"/>
              <ac:picMk id="13" creationId="{1D27A29D-EC9B-936D-A767-5388A4EA6FD2}"/>
            </ac:picMkLst>
          </pc:picChg>
        </pc:sldLayoutChg>
        <pc:sldLayoutChg chg="addSp delSp modSp mod">
          <pc:chgData name="Luiza Briana Grether" userId="33b05ef5-dde0-4e2c-af71-3f0410b5559e" providerId="ADAL" clId="{C4068DCB-55F7-4A3B-8D04-F04C53C775FA}" dt="2024-11-29T19:37:46.532" v="89" actId="167"/>
          <pc:sldLayoutMkLst>
            <pc:docMk/>
            <pc:sldMasterMk cId="3332300950" sldId="2147483648"/>
            <pc:sldLayoutMk cId="692723080" sldId="2147483659"/>
          </pc:sldLayoutMkLst>
          <pc:picChg chg="del">
            <ac:chgData name="Luiza Briana Grether" userId="33b05ef5-dde0-4e2c-af71-3f0410b5559e" providerId="ADAL" clId="{C4068DCB-55F7-4A3B-8D04-F04C53C775FA}" dt="2024-11-29T19:37:40.779" v="85" actId="478"/>
            <ac:picMkLst>
              <pc:docMk/>
              <pc:sldMasterMk cId="3332300950" sldId="2147483648"/>
              <pc:sldLayoutMk cId="692723080" sldId="2147483659"/>
              <ac:picMk id="3" creationId="{3B9AD206-EE19-D871-AE94-C268640A0CC1}"/>
            </ac:picMkLst>
          </pc:picChg>
          <pc:picChg chg="add mod ord">
            <ac:chgData name="Luiza Briana Grether" userId="33b05ef5-dde0-4e2c-af71-3f0410b5559e" providerId="ADAL" clId="{C4068DCB-55F7-4A3B-8D04-F04C53C775FA}" dt="2024-11-29T19:37:46.532" v="89" actId="167"/>
            <ac:picMkLst>
              <pc:docMk/>
              <pc:sldMasterMk cId="3332300950" sldId="2147483648"/>
              <pc:sldLayoutMk cId="692723080" sldId="2147483659"/>
              <ac:picMk id="4" creationId="{13114E1B-A718-74E9-5D68-535D2A0C103F}"/>
            </ac:picMkLst>
          </pc:picChg>
        </pc:sldLayoutChg>
        <pc:sldLayoutChg chg="addSp delSp modSp new mod">
          <pc:chgData name="Luiza Briana Grether" userId="33b05ef5-dde0-4e2c-af71-3f0410b5559e" providerId="ADAL" clId="{C4068DCB-55F7-4A3B-8D04-F04C53C775FA}" dt="2024-11-28T17:52:34.073" v="59" actId="14100"/>
          <pc:sldLayoutMkLst>
            <pc:docMk/>
            <pc:sldMasterMk cId="3332300950" sldId="2147483648"/>
            <pc:sldLayoutMk cId="875419224" sldId="2147483662"/>
          </pc:sldLayoutMkLst>
          <pc:spChg chg="del">
            <ac:chgData name="Luiza Briana Grether" userId="33b05ef5-dde0-4e2c-af71-3f0410b5559e" providerId="ADAL" clId="{C4068DCB-55F7-4A3B-8D04-F04C53C775FA}" dt="2024-11-28T17:50:10.689" v="36" actId="478"/>
            <ac:spMkLst>
              <pc:docMk/>
              <pc:sldMasterMk cId="3332300950" sldId="2147483648"/>
              <pc:sldLayoutMk cId="875419224" sldId="2147483662"/>
              <ac:spMk id="2" creationId="{8498AEEF-BA22-0410-E6A0-594A00C80B7F}"/>
            </ac:spMkLst>
          </pc:spChg>
          <pc:spChg chg="del">
            <ac:chgData name="Luiza Briana Grether" userId="33b05ef5-dde0-4e2c-af71-3f0410b5559e" providerId="ADAL" clId="{C4068DCB-55F7-4A3B-8D04-F04C53C775FA}" dt="2024-11-28T17:50:11.537" v="37" actId="478"/>
            <ac:spMkLst>
              <pc:docMk/>
              <pc:sldMasterMk cId="3332300950" sldId="2147483648"/>
              <pc:sldLayoutMk cId="875419224" sldId="2147483662"/>
              <ac:spMk id="3" creationId="{EFEC0052-B1F7-FE5A-A3CF-B449B09A0CE2}"/>
            </ac:spMkLst>
          </pc:spChg>
          <pc:spChg chg="del">
            <ac:chgData name="Luiza Briana Grether" userId="33b05ef5-dde0-4e2c-af71-3f0410b5559e" providerId="ADAL" clId="{C4068DCB-55F7-4A3B-8D04-F04C53C775FA}" dt="2024-11-28T17:50:12.161" v="38" actId="478"/>
            <ac:spMkLst>
              <pc:docMk/>
              <pc:sldMasterMk cId="3332300950" sldId="2147483648"/>
              <pc:sldLayoutMk cId="875419224" sldId="2147483662"/>
              <ac:spMk id="4" creationId="{8DBBDC2C-3710-30F1-03AD-244FA99DFEB9}"/>
            </ac:spMkLst>
          </pc:spChg>
          <pc:spChg chg="del">
            <ac:chgData name="Luiza Briana Grether" userId="33b05ef5-dde0-4e2c-af71-3f0410b5559e" providerId="ADAL" clId="{C4068DCB-55F7-4A3B-8D04-F04C53C775FA}" dt="2024-11-28T17:50:12.921" v="39" actId="478"/>
            <ac:spMkLst>
              <pc:docMk/>
              <pc:sldMasterMk cId="3332300950" sldId="2147483648"/>
              <pc:sldLayoutMk cId="875419224" sldId="2147483662"/>
              <ac:spMk id="5" creationId="{A8BE75D6-C54A-878C-351F-63BA5313D1A1}"/>
            </ac:spMkLst>
          </pc:spChg>
          <pc:spChg chg="add mod">
            <ac:chgData name="Luiza Briana Grether" userId="33b05ef5-dde0-4e2c-af71-3f0410b5559e" providerId="ADAL" clId="{C4068DCB-55F7-4A3B-8D04-F04C53C775FA}" dt="2024-11-28T17:52:34.073" v="59" actId="14100"/>
            <ac:spMkLst>
              <pc:docMk/>
              <pc:sldMasterMk cId="3332300950" sldId="2147483648"/>
              <pc:sldLayoutMk cId="875419224" sldId="2147483662"/>
              <ac:spMk id="10" creationId="{32FAA423-0D2F-7FA2-E708-574E3761DB81}"/>
            </ac:spMkLst>
          </pc:spChg>
          <pc:spChg chg="add mod">
            <ac:chgData name="Luiza Briana Grether" userId="33b05ef5-dde0-4e2c-af71-3f0410b5559e" providerId="ADAL" clId="{C4068DCB-55F7-4A3B-8D04-F04C53C775FA}" dt="2024-11-28T17:52:23.056" v="56" actId="14100"/>
            <ac:spMkLst>
              <pc:docMk/>
              <pc:sldMasterMk cId="3332300950" sldId="2147483648"/>
              <pc:sldLayoutMk cId="875419224" sldId="2147483662"/>
              <ac:spMk id="11" creationId="{4D9C9758-BE37-A03A-B81D-29754A02B9BA}"/>
            </ac:spMkLst>
          </pc:spChg>
          <pc:picChg chg="add mod">
            <ac:chgData name="Luiza Briana Grether" userId="33b05ef5-dde0-4e2c-af71-3f0410b5559e" providerId="ADAL" clId="{C4068DCB-55F7-4A3B-8D04-F04C53C775FA}" dt="2024-11-28T17:51:19.638" v="42" actId="962"/>
            <ac:picMkLst>
              <pc:docMk/>
              <pc:sldMasterMk cId="3332300950" sldId="2147483648"/>
              <pc:sldLayoutMk cId="875419224" sldId="2147483662"/>
              <ac:picMk id="7" creationId="{CC2E13CA-3D75-1519-7DAE-DA72631C1E4B}"/>
            </ac:picMkLst>
          </pc:picChg>
          <pc:picChg chg="add del mod">
            <ac:chgData name="Luiza Briana Grether" userId="33b05ef5-dde0-4e2c-af71-3f0410b5559e" providerId="ADAL" clId="{C4068DCB-55F7-4A3B-8D04-F04C53C775FA}" dt="2024-11-28T17:52:25.857" v="57" actId="478"/>
            <ac:picMkLst>
              <pc:docMk/>
              <pc:sldMasterMk cId="3332300950" sldId="2147483648"/>
              <pc:sldLayoutMk cId="875419224" sldId="2147483662"/>
              <ac:picMk id="9" creationId="{72C374C9-B780-0376-3F46-410EE6DC3316}"/>
            </ac:picMkLst>
          </pc:picChg>
        </pc:sldLayoutChg>
        <pc:sldLayoutChg chg="addSp delSp modSp add mod modTransition">
          <pc:chgData name="Luiza Briana Grether" userId="33b05ef5-dde0-4e2c-af71-3f0410b5559e" providerId="ADAL" clId="{C4068DCB-55F7-4A3B-8D04-F04C53C775FA}" dt="2024-11-28T17:52:40.056" v="60"/>
          <pc:sldLayoutMkLst>
            <pc:docMk/>
            <pc:sldMasterMk cId="3332300950" sldId="2147483648"/>
            <pc:sldLayoutMk cId="1156684718" sldId="2147483663"/>
          </pc:sldLayoutMkLst>
          <pc:spChg chg="add mod">
            <ac:chgData name="Luiza Briana Grether" userId="33b05ef5-dde0-4e2c-af71-3f0410b5559e" providerId="ADAL" clId="{C4068DCB-55F7-4A3B-8D04-F04C53C775FA}" dt="2024-11-28T17:52:40.056" v="60"/>
            <ac:spMkLst>
              <pc:docMk/>
              <pc:sldMasterMk cId="3332300950" sldId="2147483648"/>
              <pc:sldLayoutMk cId="1156684718" sldId="2147483663"/>
              <ac:spMk id="4" creationId="{1F7C454A-7CAA-2FF2-DC61-522F56E5FF6F}"/>
            </ac:spMkLst>
          </pc:spChg>
          <pc:spChg chg="add mod">
            <ac:chgData name="Luiza Briana Grether" userId="33b05ef5-dde0-4e2c-af71-3f0410b5559e" providerId="ADAL" clId="{C4068DCB-55F7-4A3B-8D04-F04C53C775FA}" dt="2024-11-28T17:52:40.056" v="60"/>
            <ac:spMkLst>
              <pc:docMk/>
              <pc:sldMasterMk cId="3332300950" sldId="2147483648"/>
              <pc:sldLayoutMk cId="1156684718" sldId="2147483663"/>
              <ac:spMk id="5" creationId="{CABAF94D-7DB0-1956-3209-3001D211FD4C}"/>
            </ac:spMkLst>
          </pc:spChg>
          <pc:picChg chg="add mod">
            <ac:chgData name="Luiza Briana Grether" userId="33b05ef5-dde0-4e2c-af71-3f0410b5559e" providerId="ADAL" clId="{C4068DCB-55F7-4A3B-8D04-F04C53C775FA}" dt="2024-11-28T17:51:24.523" v="47" actId="962"/>
            <ac:picMkLst>
              <pc:docMk/>
              <pc:sldMasterMk cId="3332300950" sldId="2147483648"/>
              <pc:sldLayoutMk cId="1156684718" sldId="2147483663"/>
              <ac:picMk id="3" creationId="{8CF42178-F131-F099-F10F-BF6CA65017DD}"/>
            </ac:picMkLst>
          </pc:picChg>
          <pc:picChg chg="del">
            <ac:chgData name="Luiza Briana Grether" userId="33b05ef5-dde0-4e2c-af71-3f0410b5559e" providerId="ADAL" clId="{C4068DCB-55F7-4A3B-8D04-F04C53C775FA}" dt="2024-11-28T17:51:22.915" v="44" actId="478"/>
            <ac:picMkLst>
              <pc:docMk/>
              <pc:sldMasterMk cId="3332300950" sldId="2147483648"/>
              <pc:sldLayoutMk cId="1156684718" sldId="2147483663"/>
              <ac:picMk id="7" creationId="{CC2E13CA-3D75-1519-7DAE-DA72631C1E4B}"/>
            </ac:picMkLst>
          </pc:picChg>
        </pc:sldLayoutChg>
        <pc:sldLayoutChg chg="addSp delSp modSp new mod">
          <pc:chgData name="Luiza Briana Grether" userId="33b05ef5-dde0-4e2c-af71-3f0410b5559e" providerId="ADAL" clId="{C4068DCB-55F7-4A3B-8D04-F04C53C775FA}" dt="2024-11-29T19:38:53.437" v="107" actId="14100"/>
          <pc:sldLayoutMkLst>
            <pc:docMk/>
            <pc:sldMasterMk cId="3332300950" sldId="2147483648"/>
            <pc:sldLayoutMk cId="2537778495" sldId="2147483664"/>
          </pc:sldLayoutMkLst>
          <pc:spChg chg="del">
            <ac:chgData name="Luiza Briana Grether" userId="33b05ef5-dde0-4e2c-af71-3f0410b5559e" providerId="ADAL" clId="{C4068DCB-55F7-4A3B-8D04-F04C53C775FA}" dt="2024-11-29T19:38:20.131" v="94" actId="478"/>
            <ac:spMkLst>
              <pc:docMk/>
              <pc:sldMasterMk cId="3332300950" sldId="2147483648"/>
              <pc:sldLayoutMk cId="2537778495" sldId="2147483664"/>
              <ac:spMk id="2" creationId="{289ACB41-4491-107D-A788-22C7BCEF9D62}"/>
            </ac:spMkLst>
          </pc:spChg>
          <pc:spChg chg="del">
            <ac:chgData name="Luiza Briana Grether" userId="33b05ef5-dde0-4e2c-af71-3f0410b5559e" providerId="ADAL" clId="{C4068DCB-55F7-4A3B-8D04-F04C53C775FA}" dt="2024-11-29T19:38:18.025" v="92" actId="478"/>
            <ac:spMkLst>
              <pc:docMk/>
              <pc:sldMasterMk cId="3332300950" sldId="2147483648"/>
              <pc:sldLayoutMk cId="2537778495" sldId="2147483664"/>
              <ac:spMk id="3" creationId="{9AFE1254-6B50-19E9-4678-3C748BE7047A}"/>
            </ac:spMkLst>
          </pc:spChg>
          <pc:spChg chg="del">
            <ac:chgData name="Luiza Briana Grether" userId="33b05ef5-dde0-4e2c-af71-3f0410b5559e" providerId="ADAL" clId="{C4068DCB-55F7-4A3B-8D04-F04C53C775FA}" dt="2024-11-29T19:38:17.028" v="91" actId="478"/>
            <ac:spMkLst>
              <pc:docMk/>
              <pc:sldMasterMk cId="3332300950" sldId="2147483648"/>
              <pc:sldLayoutMk cId="2537778495" sldId="2147483664"/>
              <ac:spMk id="4" creationId="{5A9AC283-F02C-1AE9-4537-63E07B0EE6F1}"/>
            </ac:spMkLst>
          </pc:spChg>
          <pc:spChg chg="del">
            <ac:chgData name="Luiza Briana Grether" userId="33b05ef5-dde0-4e2c-af71-3f0410b5559e" providerId="ADAL" clId="{C4068DCB-55F7-4A3B-8D04-F04C53C775FA}" dt="2024-11-29T19:38:19.074" v="93" actId="478"/>
            <ac:spMkLst>
              <pc:docMk/>
              <pc:sldMasterMk cId="3332300950" sldId="2147483648"/>
              <pc:sldLayoutMk cId="2537778495" sldId="2147483664"/>
              <ac:spMk id="5" creationId="{E68B5B8F-F34A-5DE4-C7DB-E6328F3CB44E}"/>
            </ac:spMkLst>
          </pc:spChg>
          <pc:spChg chg="add mod">
            <ac:chgData name="Luiza Briana Grether" userId="33b05ef5-dde0-4e2c-af71-3f0410b5559e" providerId="ADAL" clId="{C4068DCB-55F7-4A3B-8D04-F04C53C775FA}" dt="2024-11-29T19:38:53.437" v="107" actId="14100"/>
            <ac:spMkLst>
              <pc:docMk/>
              <pc:sldMasterMk cId="3332300950" sldId="2147483648"/>
              <pc:sldLayoutMk cId="2537778495" sldId="2147483664"/>
              <ac:spMk id="8" creationId="{62169643-8DD2-FD43-3074-2EFA536626BD}"/>
            </ac:spMkLst>
          </pc:spChg>
          <pc:spChg chg="add mod">
            <ac:chgData name="Luiza Briana Grether" userId="33b05ef5-dde0-4e2c-af71-3f0410b5559e" providerId="ADAL" clId="{C4068DCB-55F7-4A3B-8D04-F04C53C775FA}" dt="2024-11-29T19:38:53.437" v="107" actId="14100"/>
            <ac:spMkLst>
              <pc:docMk/>
              <pc:sldMasterMk cId="3332300950" sldId="2147483648"/>
              <pc:sldLayoutMk cId="2537778495" sldId="2147483664"/>
              <ac:spMk id="9" creationId="{46314C32-24E1-4AF3-4384-3BB8F47AFC0B}"/>
            </ac:spMkLst>
          </pc:spChg>
          <pc:picChg chg="add mod">
            <ac:chgData name="Luiza Briana Grether" userId="33b05ef5-dde0-4e2c-af71-3f0410b5559e" providerId="ADAL" clId="{C4068DCB-55F7-4A3B-8D04-F04C53C775FA}" dt="2024-11-29T19:38:23.088" v="97" actId="962"/>
            <ac:picMkLst>
              <pc:docMk/>
              <pc:sldMasterMk cId="3332300950" sldId="2147483648"/>
              <pc:sldLayoutMk cId="2537778495" sldId="2147483664"/>
              <ac:picMk id="7" creationId="{BE76B54C-E7FB-2699-93BF-46135839DC1E}"/>
            </ac:picMkLst>
          </pc:picChg>
        </pc:sldLayoutChg>
        <pc:sldLayoutChg chg="addSp delSp modSp new mod">
          <pc:chgData name="Luiza Briana Grether" userId="33b05ef5-dde0-4e2c-af71-3f0410b5559e" providerId="ADAL" clId="{C4068DCB-55F7-4A3B-8D04-F04C53C775FA}" dt="2024-11-29T19:39:02.021" v="108"/>
          <pc:sldLayoutMkLst>
            <pc:docMk/>
            <pc:sldMasterMk cId="3332300950" sldId="2147483648"/>
            <pc:sldLayoutMk cId="2556291329" sldId="2147483665"/>
          </pc:sldLayoutMkLst>
          <pc:spChg chg="del">
            <ac:chgData name="Luiza Briana Grether" userId="33b05ef5-dde0-4e2c-af71-3f0410b5559e" providerId="ADAL" clId="{C4068DCB-55F7-4A3B-8D04-F04C53C775FA}" dt="2024-11-29T19:38:27.789" v="99" actId="478"/>
            <ac:spMkLst>
              <pc:docMk/>
              <pc:sldMasterMk cId="3332300950" sldId="2147483648"/>
              <pc:sldLayoutMk cId="2556291329" sldId="2147483665"/>
              <ac:spMk id="2" creationId="{4F2DE768-6B74-6139-8B38-12DF97C8F0AE}"/>
            </ac:spMkLst>
          </pc:spChg>
          <pc:spChg chg="del">
            <ac:chgData name="Luiza Briana Grether" userId="33b05ef5-dde0-4e2c-af71-3f0410b5559e" providerId="ADAL" clId="{C4068DCB-55F7-4A3B-8D04-F04C53C775FA}" dt="2024-11-29T19:38:30.219" v="101" actId="478"/>
            <ac:spMkLst>
              <pc:docMk/>
              <pc:sldMasterMk cId="3332300950" sldId="2147483648"/>
              <pc:sldLayoutMk cId="2556291329" sldId="2147483665"/>
              <ac:spMk id="3" creationId="{4D1EE6F6-8B6D-D597-9CA7-E7F5436492ED}"/>
            </ac:spMkLst>
          </pc:spChg>
          <pc:spChg chg="del">
            <ac:chgData name="Luiza Briana Grether" userId="33b05ef5-dde0-4e2c-af71-3f0410b5559e" providerId="ADAL" clId="{C4068DCB-55F7-4A3B-8D04-F04C53C775FA}" dt="2024-11-29T19:38:29.770" v="100" actId="478"/>
            <ac:spMkLst>
              <pc:docMk/>
              <pc:sldMasterMk cId="3332300950" sldId="2147483648"/>
              <pc:sldLayoutMk cId="2556291329" sldId="2147483665"/>
              <ac:spMk id="4" creationId="{03954E98-4BC5-6F38-FC20-BA17AB9FE2E1}"/>
            </ac:spMkLst>
          </pc:spChg>
          <pc:spChg chg="del">
            <ac:chgData name="Luiza Briana Grether" userId="33b05ef5-dde0-4e2c-af71-3f0410b5559e" providerId="ADAL" clId="{C4068DCB-55F7-4A3B-8D04-F04C53C775FA}" dt="2024-11-29T19:38:30.907" v="102" actId="478"/>
            <ac:spMkLst>
              <pc:docMk/>
              <pc:sldMasterMk cId="3332300950" sldId="2147483648"/>
              <pc:sldLayoutMk cId="2556291329" sldId="2147483665"/>
              <ac:spMk id="5" creationId="{59757748-B272-F4BC-57B7-8602BADFB3CA}"/>
            </ac:spMkLst>
          </pc:spChg>
          <pc:spChg chg="add mod">
            <ac:chgData name="Luiza Briana Grether" userId="33b05ef5-dde0-4e2c-af71-3f0410b5559e" providerId="ADAL" clId="{C4068DCB-55F7-4A3B-8D04-F04C53C775FA}" dt="2024-11-29T19:39:02.021" v="108"/>
            <ac:spMkLst>
              <pc:docMk/>
              <pc:sldMasterMk cId="3332300950" sldId="2147483648"/>
              <pc:sldLayoutMk cId="2556291329" sldId="2147483665"/>
              <ac:spMk id="8" creationId="{59B51597-730B-A004-9BC8-C14D3DC908F9}"/>
            </ac:spMkLst>
          </pc:spChg>
          <pc:spChg chg="add mod">
            <ac:chgData name="Luiza Briana Grether" userId="33b05ef5-dde0-4e2c-af71-3f0410b5559e" providerId="ADAL" clId="{C4068DCB-55F7-4A3B-8D04-F04C53C775FA}" dt="2024-11-29T19:39:02.021" v="108"/>
            <ac:spMkLst>
              <pc:docMk/>
              <pc:sldMasterMk cId="3332300950" sldId="2147483648"/>
              <pc:sldLayoutMk cId="2556291329" sldId="2147483665"/>
              <ac:spMk id="9" creationId="{7EF14CD3-8E2B-D78F-5470-66862BE0EA25}"/>
            </ac:spMkLst>
          </pc:spChg>
          <pc:picChg chg="add mod">
            <ac:chgData name="Luiza Briana Grether" userId="33b05ef5-dde0-4e2c-af71-3f0410b5559e" providerId="ADAL" clId="{C4068DCB-55F7-4A3B-8D04-F04C53C775FA}" dt="2024-11-29T19:38:35.054" v="105" actId="962"/>
            <ac:picMkLst>
              <pc:docMk/>
              <pc:sldMasterMk cId="3332300950" sldId="2147483648"/>
              <pc:sldLayoutMk cId="2556291329" sldId="2147483665"/>
              <ac:picMk id="7" creationId="{A2095D1F-17EA-A278-1C87-3473788D1D37}"/>
            </ac:picMkLst>
          </pc:picChg>
        </pc:sldLayoutChg>
      </pc:sldMasterChg>
    </pc:docChg>
  </pc:docChgLst>
  <pc:docChgLst>
    <pc:chgData name="Luiza Briana Grether" userId="33b05ef5-dde0-4e2c-af71-3f0410b5559e" providerId="ADAL" clId="{1B1701A9-191B-433E-A851-CC2A19DBA54E}"/>
    <pc:docChg chg="undo custSel addSld delSld modSld sldOrd modMainMaster">
      <pc:chgData name="Luiza Briana Grether" userId="33b05ef5-dde0-4e2c-af71-3f0410b5559e" providerId="ADAL" clId="{1B1701A9-191B-433E-A851-CC2A19DBA54E}" dt="2024-11-25T19:30:37.966" v="531" actId="27636"/>
      <pc:docMkLst>
        <pc:docMk/>
      </pc:docMkLst>
      <pc:sldChg chg="modSp mod">
        <pc:chgData name="Luiza Briana Grether" userId="33b05ef5-dde0-4e2c-af71-3f0410b5559e" providerId="ADAL" clId="{1B1701A9-191B-433E-A851-CC2A19DBA54E}" dt="2024-11-25T14:18:42.792" v="342" actId="20577"/>
        <pc:sldMkLst>
          <pc:docMk/>
          <pc:sldMk cId="554345591" sldId="256"/>
        </pc:sldMkLst>
        <pc:spChg chg="mod">
          <ac:chgData name="Luiza Briana Grether" userId="33b05ef5-dde0-4e2c-af71-3f0410b5559e" providerId="ADAL" clId="{1B1701A9-191B-433E-A851-CC2A19DBA54E}" dt="2024-11-25T14:18:42.792" v="342" actId="20577"/>
          <ac:spMkLst>
            <pc:docMk/>
            <pc:sldMk cId="554345591" sldId="256"/>
            <ac:spMk id="2" creationId="{92065C5E-E90E-0B6C-21FB-D368CA2EA5F0}"/>
          </ac:spMkLst>
        </pc:spChg>
        <pc:spChg chg="mod">
          <ac:chgData name="Luiza Briana Grether" userId="33b05ef5-dde0-4e2c-af71-3f0410b5559e" providerId="ADAL" clId="{1B1701A9-191B-433E-A851-CC2A19DBA54E}" dt="2024-11-25T14:18:42.200" v="339" actId="20577"/>
          <ac:spMkLst>
            <pc:docMk/>
            <pc:sldMk cId="554345591" sldId="256"/>
            <ac:spMk id="3" creationId="{E771DFB8-D04E-1089-6895-4BB6B01A09FA}"/>
          </ac:spMkLst>
        </pc:spChg>
      </pc:sldChg>
      <pc:sldChg chg="addSp delSp modSp mod chgLayout">
        <pc:chgData name="Luiza Briana Grether" userId="33b05ef5-dde0-4e2c-af71-3f0410b5559e" providerId="ADAL" clId="{1B1701A9-191B-433E-A851-CC2A19DBA54E}" dt="2024-11-25T13:53:24.189" v="210" actId="962"/>
        <pc:sldMkLst>
          <pc:docMk/>
          <pc:sldMk cId="1707551444" sldId="259"/>
        </pc:sldMkLst>
        <pc:spChg chg="add del mod">
          <ac:chgData name="Luiza Briana Grether" userId="33b05ef5-dde0-4e2c-af71-3f0410b5559e" providerId="ADAL" clId="{1B1701A9-191B-433E-A851-CC2A19DBA54E}" dt="2024-11-25T13:43:32.691" v="33" actId="6264"/>
          <ac:spMkLst>
            <pc:docMk/>
            <pc:sldMk cId="1707551444" sldId="259"/>
            <ac:spMk id="2" creationId="{B7AB2E3D-42FB-CFFE-AD2A-EEE33DA69AB3}"/>
          </ac:spMkLst>
        </pc:spChg>
        <pc:spChg chg="add del mod">
          <ac:chgData name="Luiza Briana Grether" userId="33b05ef5-dde0-4e2c-af71-3f0410b5559e" providerId="ADAL" clId="{1B1701A9-191B-433E-A851-CC2A19DBA54E}" dt="2024-11-25T13:43:32.691" v="33" actId="6264"/>
          <ac:spMkLst>
            <pc:docMk/>
            <pc:sldMk cId="1707551444" sldId="259"/>
            <ac:spMk id="3" creationId="{93F613EB-1912-2EE8-305A-4F7CCA7BE5F6}"/>
          </ac:spMkLst>
        </pc:spChg>
        <pc:spChg chg="mod ord">
          <ac:chgData name="Luiza Briana Grether" userId="33b05ef5-dde0-4e2c-af71-3f0410b5559e" providerId="ADAL" clId="{1B1701A9-191B-433E-A851-CC2A19DBA54E}" dt="2024-11-25T13:43:42.245" v="38" actId="27636"/>
          <ac:spMkLst>
            <pc:docMk/>
            <pc:sldMk cId="1707551444" sldId="259"/>
            <ac:spMk id="4" creationId="{7D6BD109-E32E-E646-5A0F-513277833929}"/>
          </ac:spMkLst>
        </pc:spChg>
        <pc:spChg chg="add del mod">
          <ac:chgData name="Luiza Briana Grether" userId="33b05ef5-dde0-4e2c-af71-3f0410b5559e" providerId="ADAL" clId="{1B1701A9-191B-433E-A851-CC2A19DBA54E}" dt="2024-11-25T13:43:32.691" v="33" actId="6264"/>
          <ac:spMkLst>
            <pc:docMk/>
            <pc:sldMk cId="1707551444" sldId="259"/>
            <ac:spMk id="5" creationId="{93F62E54-9324-C628-53F0-4BF15F0E2010}"/>
          </ac:spMkLst>
        </pc:spChg>
        <pc:spChg chg="add del mod">
          <ac:chgData name="Luiza Briana Grether" userId="33b05ef5-dde0-4e2c-af71-3f0410b5559e" providerId="ADAL" clId="{1B1701A9-191B-433E-A851-CC2A19DBA54E}" dt="2024-11-25T13:50:30.644" v="175" actId="931"/>
          <ac:spMkLst>
            <pc:docMk/>
            <pc:sldMk cId="1707551444" sldId="259"/>
            <ac:spMk id="8" creationId="{E5258C5D-5112-E2C6-A115-D289EFC1349F}"/>
          </ac:spMkLst>
        </pc:spChg>
        <pc:spChg chg="mod ord">
          <ac:chgData name="Luiza Briana Grether" userId="33b05ef5-dde0-4e2c-af71-3f0410b5559e" providerId="ADAL" clId="{1B1701A9-191B-433E-A851-CC2A19DBA54E}" dt="2024-11-25T13:46:49.710" v="120" actId="20577"/>
          <ac:spMkLst>
            <pc:docMk/>
            <pc:sldMk cId="1707551444" sldId="259"/>
            <ac:spMk id="12" creationId="{448BAEE2-C01B-2FDE-E519-CE3B4C41A69B}"/>
          </ac:spMkLst>
        </pc:spChg>
        <pc:spChg chg="add del mod">
          <ac:chgData name="Luiza Briana Grether" userId="33b05ef5-dde0-4e2c-af71-3f0410b5559e" providerId="ADAL" clId="{1B1701A9-191B-433E-A851-CC2A19DBA54E}" dt="2024-11-25T13:51:05.822" v="186"/>
          <ac:spMkLst>
            <pc:docMk/>
            <pc:sldMk cId="1707551444" sldId="259"/>
            <ac:spMk id="14" creationId="{1845B320-D5EF-C5D5-DDBA-861CF7379A9E}"/>
          </ac:spMkLst>
        </pc:spChg>
        <pc:spChg chg="add del mod">
          <ac:chgData name="Luiza Briana Grether" userId="33b05ef5-dde0-4e2c-af71-3f0410b5559e" providerId="ADAL" clId="{1B1701A9-191B-433E-A851-CC2A19DBA54E}" dt="2024-11-25T13:51:34.888" v="188" actId="931"/>
          <ac:spMkLst>
            <pc:docMk/>
            <pc:sldMk cId="1707551444" sldId="259"/>
            <ac:spMk id="17" creationId="{AB10833A-37F5-0E14-50EA-7F54A8CE6CAE}"/>
          </ac:spMkLst>
        </pc:spChg>
        <pc:spChg chg="add del mod">
          <ac:chgData name="Luiza Briana Grether" userId="33b05ef5-dde0-4e2c-af71-3f0410b5559e" providerId="ADAL" clId="{1B1701A9-191B-433E-A851-CC2A19DBA54E}" dt="2024-11-25T13:53:23.182" v="208" actId="931"/>
          <ac:spMkLst>
            <pc:docMk/>
            <pc:sldMk cId="1707551444" sldId="259"/>
            <ac:spMk id="21" creationId="{79127A30-3E31-D3FD-1D6F-CD038839BA15}"/>
          </ac:spMkLst>
        </pc:spChg>
        <pc:picChg chg="del mod ord">
          <ac:chgData name="Luiza Briana Grether" userId="33b05ef5-dde0-4e2c-af71-3f0410b5559e" providerId="ADAL" clId="{1B1701A9-191B-433E-A851-CC2A19DBA54E}" dt="2024-11-25T13:48:47.040" v="147" actId="478"/>
          <ac:picMkLst>
            <pc:docMk/>
            <pc:sldMk cId="1707551444" sldId="259"/>
            <ac:picMk id="6" creationId="{2857F8B6-8D1D-E91B-30CA-FF80C612C1DE}"/>
          </ac:picMkLst>
        </pc:picChg>
        <pc:picChg chg="add del mod">
          <ac:chgData name="Luiza Briana Grether" userId="33b05ef5-dde0-4e2c-af71-3f0410b5559e" providerId="ADAL" clId="{1B1701A9-191B-433E-A851-CC2A19DBA54E}" dt="2024-11-25T13:50:25.711" v="174" actId="478"/>
          <ac:picMkLst>
            <pc:docMk/>
            <pc:sldMk cId="1707551444" sldId="259"/>
            <ac:picMk id="9" creationId="{94BD12B5-786D-806A-589B-7C409AFE5AFB}"/>
          </ac:picMkLst>
        </pc:picChg>
        <pc:picChg chg="add del mod modCrop">
          <ac:chgData name="Luiza Briana Grether" userId="33b05ef5-dde0-4e2c-af71-3f0410b5559e" providerId="ADAL" clId="{1B1701A9-191B-433E-A851-CC2A19DBA54E}" dt="2024-11-25T13:51:02.240" v="185" actId="478"/>
          <ac:picMkLst>
            <pc:docMk/>
            <pc:sldMk cId="1707551444" sldId="259"/>
            <ac:picMk id="11" creationId="{1F20FC81-A936-C720-A53C-BCA820992E58}"/>
          </ac:picMkLst>
        </pc:picChg>
        <pc:picChg chg="add del mod">
          <ac:chgData name="Luiza Briana Grether" userId="33b05ef5-dde0-4e2c-af71-3f0410b5559e" providerId="ADAL" clId="{1B1701A9-191B-433E-A851-CC2A19DBA54E}" dt="2024-11-25T13:51:11.123" v="187" actId="478"/>
          <ac:picMkLst>
            <pc:docMk/>
            <pc:sldMk cId="1707551444" sldId="259"/>
            <ac:picMk id="15" creationId="{6C2B16A4-B15E-315D-8750-850759FC01D2}"/>
          </ac:picMkLst>
        </pc:picChg>
        <pc:picChg chg="add del mod modCrop">
          <ac:chgData name="Luiza Briana Grether" userId="33b05ef5-dde0-4e2c-af71-3f0410b5559e" providerId="ADAL" clId="{1B1701A9-191B-433E-A851-CC2A19DBA54E}" dt="2024-11-25T13:52:20.871" v="205" actId="478"/>
          <ac:picMkLst>
            <pc:docMk/>
            <pc:sldMk cId="1707551444" sldId="259"/>
            <ac:picMk id="19" creationId="{45D347BC-3870-D2CA-919D-7F6305130D27}"/>
          </ac:picMkLst>
        </pc:picChg>
        <pc:picChg chg="add mod">
          <ac:chgData name="Luiza Briana Grether" userId="33b05ef5-dde0-4e2c-af71-3f0410b5559e" providerId="ADAL" clId="{1B1701A9-191B-433E-A851-CC2A19DBA54E}" dt="2024-11-25T13:53:24.189" v="210" actId="962"/>
          <ac:picMkLst>
            <pc:docMk/>
            <pc:sldMk cId="1707551444" sldId="259"/>
            <ac:picMk id="23" creationId="{76EE7D49-F50F-FB3F-350F-A3F09E11C3B8}"/>
          </ac:picMkLst>
        </pc:picChg>
      </pc:sldChg>
      <pc:sldChg chg="modSp mod">
        <pc:chgData name="Luiza Briana Grether" userId="33b05ef5-dde0-4e2c-af71-3f0410b5559e" providerId="ADAL" clId="{1B1701A9-191B-433E-A851-CC2A19DBA54E}" dt="2024-11-25T13:44:00.377" v="46" actId="20577"/>
        <pc:sldMkLst>
          <pc:docMk/>
          <pc:sldMk cId="3308514704" sldId="260"/>
        </pc:sldMkLst>
        <pc:spChg chg="mod">
          <ac:chgData name="Luiza Briana Grether" userId="33b05ef5-dde0-4e2c-af71-3f0410b5559e" providerId="ADAL" clId="{1B1701A9-191B-433E-A851-CC2A19DBA54E}" dt="2024-11-25T13:44:00.377" v="46" actId="20577"/>
          <ac:spMkLst>
            <pc:docMk/>
            <pc:sldMk cId="3308514704" sldId="260"/>
            <ac:spMk id="6" creationId="{82A76196-C88B-BE49-356F-8FA5D45F576A}"/>
          </ac:spMkLst>
        </pc:spChg>
      </pc:sldChg>
      <pc:sldChg chg="addSp delSp modSp mod chgLayout">
        <pc:chgData name="Luiza Briana Grether" userId="33b05ef5-dde0-4e2c-af71-3f0410b5559e" providerId="ADAL" clId="{1B1701A9-191B-433E-A851-CC2A19DBA54E}" dt="2024-11-25T13:44:23.060" v="63" actId="27636"/>
        <pc:sldMkLst>
          <pc:docMk/>
          <pc:sldMk cId="3219517312" sldId="261"/>
        </pc:sldMkLst>
        <pc:spChg chg="add del mod">
          <ac:chgData name="Luiza Briana Grether" userId="33b05ef5-dde0-4e2c-af71-3f0410b5559e" providerId="ADAL" clId="{1B1701A9-191B-433E-A851-CC2A19DBA54E}" dt="2024-11-25T13:44:21.197" v="61" actId="6264"/>
          <ac:spMkLst>
            <pc:docMk/>
            <pc:sldMk cId="3219517312" sldId="261"/>
            <ac:spMk id="2" creationId="{A79595C1-0F2E-70D3-24A0-5B09583F5ADF}"/>
          </ac:spMkLst>
        </pc:spChg>
        <pc:spChg chg="mod ord">
          <ac:chgData name="Luiza Briana Grether" userId="33b05ef5-dde0-4e2c-af71-3f0410b5559e" providerId="ADAL" clId="{1B1701A9-191B-433E-A851-CC2A19DBA54E}" dt="2024-11-25T13:44:21.197" v="61" actId="6264"/>
          <ac:spMkLst>
            <pc:docMk/>
            <pc:sldMk cId="3219517312" sldId="261"/>
            <ac:spMk id="3" creationId="{6B469735-0F94-1DCF-3761-F56499DA6C4E}"/>
          </ac:spMkLst>
        </pc:spChg>
        <pc:spChg chg="mod ord">
          <ac:chgData name="Luiza Briana Grether" userId="33b05ef5-dde0-4e2c-af71-3f0410b5559e" providerId="ADAL" clId="{1B1701A9-191B-433E-A851-CC2A19DBA54E}" dt="2024-11-25T13:44:23.060" v="63" actId="27636"/>
          <ac:spMkLst>
            <pc:docMk/>
            <pc:sldMk cId="3219517312" sldId="261"/>
            <ac:spMk id="4" creationId="{8B82D497-B16B-BADC-0175-8E0C4BBA71E8}"/>
          </ac:spMkLst>
        </pc:spChg>
        <pc:spChg chg="add del mod">
          <ac:chgData name="Luiza Briana Grether" userId="33b05ef5-dde0-4e2c-af71-3f0410b5559e" providerId="ADAL" clId="{1B1701A9-191B-433E-A851-CC2A19DBA54E}" dt="2024-11-25T13:44:21.197" v="61" actId="6264"/>
          <ac:spMkLst>
            <pc:docMk/>
            <pc:sldMk cId="3219517312" sldId="261"/>
            <ac:spMk id="5" creationId="{9D02A84F-4B4A-F0A2-3B0C-92F2C0B234C4}"/>
          </ac:spMkLst>
        </pc:spChg>
      </pc:sldChg>
      <pc:sldChg chg="addSp delSp modSp mod ord">
        <pc:chgData name="Luiza Briana Grether" userId="33b05ef5-dde0-4e2c-af71-3f0410b5559e" providerId="ADAL" clId="{1B1701A9-191B-433E-A851-CC2A19DBA54E}" dt="2024-11-25T13:53:18.564" v="207" actId="27614"/>
        <pc:sldMkLst>
          <pc:docMk/>
          <pc:sldMk cId="1648572485" sldId="262"/>
        </pc:sldMkLst>
        <pc:spChg chg="add del mod">
          <ac:chgData name="Luiza Briana Grether" userId="33b05ef5-dde0-4e2c-af71-3f0410b5559e" providerId="ADAL" clId="{1B1701A9-191B-433E-A851-CC2A19DBA54E}" dt="2024-11-25T13:49:09.049" v="150" actId="931"/>
          <ac:spMkLst>
            <pc:docMk/>
            <pc:sldMk cId="1648572485" sldId="262"/>
            <ac:spMk id="3" creationId="{0A51155E-B1FD-E7EE-9029-E9D323AC94BD}"/>
          </ac:spMkLst>
        </pc:spChg>
        <pc:spChg chg="mod">
          <ac:chgData name="Luiza Briana Grether" userId="33b05ef5-dde0-4e2c-af71-3f0410b5559e" providerId="ADAL" clId="{1B1701A9-191B-433E-A851-CC2A19DBA54E}" dt="2024-11-25T13:44:31.191" v="69" actId="20577"/>
          <ac:spMkLst>
            <pc:docMk/>
            <pc:sldMk cId="1648572485" sldId="262"/>
            <ac:spMk id="4" creationId="{61791FE0-C0E8-FBEF-E2DB-8CF14621A8B2}"/>
          </ac:spMkLst>
        </pc:spChg>
        <pc:spChg chg="mod">
          <ac:chgData name="Luiza Briana Grether" userId="33b05ef5-dde0-4e2c-af71-3f0410b5559e" providerId="ADAL" clId="{1B1701A9-191B-433E-A851-CC2A19DBA54E}" dt="2024-11-25T13:44:37.654" v="70"/>
          <ac:spMkLst>
            <pc:docMk/>
            <pc:sldMk cId="1648572485" sldId="262"/>
            <ac:spMk id="5" creationId="{FD13C09D-73F5-CF36-5A89-C2FCC65E8315}"/>
          </ac:spMkLst>
        </pc:spChg>
        <pc:spChg chg="mod">
          <ac:chgData name="Luiza Briana Grether" userId="33b05ef5-dde0-4e2c-af71-3f0410b5559e" providerId="ADAL" clId="{1B1701A9-191B-433E-A851-CC2A19DBA54E}" dt="2024-11-25T13:46:54.004" v="121"/>
          <ac:spMkLst>
            <pc:docMk/>
            <pc:sldMk cId="1648572485" sldId="262"/>
            <ac:spMk id="7" creationId="{60BF9D02-EAA8-EAF9-16FD-B8F58FC8BB81}"/>
          </ac:spMkLst>
        </pc:spChg>
        <pc:spChg chg="add del mod">
          <ac:chgData name="Luiza Briana Grether" userId="33b05ef5-dde0-4e2c-af71-3f0410b5559e" providerId="ADAL" clId="{1B1701A9-191B-433E-A851-CC2A19DBA54E}" dt="2024-11-25T13:49:25.255" v="154" actId="931"/>
          <ac:spMkLst>
            <pc:docMk/>
            <pc:sldMk cId="1648572485" sldId="262"/>
            <ac:spMk id="11" creationId="{847470B9-C6E2-D10B-CCB1-AC45115CEBA9}"/>
          </ac:spMkLst>
        </pc:spChg>
        <pc:spChg chg="add del mod">
          <ac:chgData name="Luiza Briana Grether" userId="33b05ef5-dde0-4e2c-af71-3f0410b5559e" providerId="ADAL" clId="{1B1701A9-191B-433E-A851-CC2A19DBA54E}" dt="2024-11-25T13:49:43.348" v="158" actId="931"/>
          <ac:spMkLst>
            <pc:docMk/>
            <pc:sldMk cId="1648572485" sldId="262"/>
            <ac:spMk id="15" creationId="{53B0DD52-E40E-EE14-DBC7-408FA83F2ED9}"/>
          </ac:spMkLst>
        </pc:spChg>
        <pc:spChg chg="add del mod">
          <ac:chgData name="Luiza Briana Grether" userId="33b05ef5-dde0-4e2c-af71-3f0410b5559e" providerId="ADAL" clId="{1B1701A9-191B-433E-A851-CC2A19DBA54E}" dt="2024-11-25T13:49:53.177" v="160" actId="931"/>
          <ac:spMkLst>
            <pc:docMk/>
            <pc:sldMk cId="1648572485" sldId="262"/>
            <ac:spMk id="19" creationId="{3539F69F-E715-6705-3E28-F5EAC76D9D7B}"/>
          </ac:spMkLst>
        </pc:spChg>
        <pc:spChg chg="add del mod">
          <ac:chgData name="Luiza Briana Grether" userId="33b05ef5-dde0-4e2c-af71-3f0410b5559e" providerId="ADAL" clId="{1B1701A9-191B-433E-A851-CC2A19DBA54E}" dt="2024-11-25T13:53:16.778" v="206" actId="931"/>
          <ac:spMkLst>
            <pc:docMk/>
            <pc:sldMk cId="1648572485" sldId="262"/>
            <ac:spMk id="23" creationId="{25253632-3224-1702-AE66-FD89F2CA35F4}"/>
          </ac:spMkLst>
        </pc:spChg>
        <pc:picChg chg="add del mod">
          <ac:chgData name="Luiza Briana Grether" userId="33b05ef5-dde0-4e2c-af71-3f0410b5559e" providerId="ADAL" clId="{1B1701A9-191B-433E-A851-CC2A19DBA54E}" dt="2024-11-25T13:49:18.521" v="153" actId="478"/>
          <ac:picMkLst>
            <pc:docMk/>
            <pc:sldMk cId="1648572485" sldId="262"/>
            <ac:picMk id="8" creationId="{09DAE281-CAF2-AEC0-DD7F-D34248FCEA16}"/>
          </ac:picMkLst>
        </pc:picChg>
        <pc:picChg chg="del">
          <ac:chgData name="Luiza Briana Grether" userId="33b05ef5-dde0-4e2c-af71-3f0410b5559e" providerId="ADAL" clId="{1B1701A9-191B-433E-A851-CC2A19DBA54E}" dt="2024-11-25T13:48:48.215" v="148" actId="478"/>
          <ac:picMkLst>
            <pc:docMk/>
            <pc:sldMk cId="1648572485" sldId="262"/>
            <ac:picMk id="9" creationId="{9A40D980-8314-3FF2-60CF-51BDE9EA010C}"/>
          </ac:picMkLst>
        </pc:picChg>
        <pc:picChg chg="add del mod">
          <ac:chgData name="Luiza Briana Grether" userId="33b05ef5-dde0-4e2c-af71-3f0410b5559e" providerId="ADAL" clId="{1B1701A9-191B-433E-A851-CC2A19DBA54E}" dt="2024-11-25T13:49:28.129" v="157" actId="478"/>
          <ac:picMkLst>
            <pc:docMk/>
            <pc:sldMk cId="1648572485" sldId="262"/>
            <ac:picMk id="13" creationId="{1D117609-4CA5-2621-C80B-FE4BD0B315E2}"/>
          </ac:picMkLst>
        </pc:picChg>
        <pc:picChg chg="add del mod">
          <ac:chgData name="Luiza Briana Grether" userId="33b05ef5-dde0-4e2c-af71-3f0410b5559e" providerId="ADAL" clId="{1B1701A9-191B-433E-A851-CC2A19DBA54E}" dt="2024-11-25T13:49:45.336" v="159" actId="478"/>
          <ac:picMkLst>
            <pc:docMk/>
            <pc:sldMk cId="1648572485" sldId="262"/>
            <ac:picMk id="17" creationId="{8E1C38DC-5E8F-DF79-37FE-790F8DCA68D2}"/>
          </ac:picMkLst>
        </pc:picChg>
        <pc:picChg chg="add del mod modCrop">
          <ac:chgData name="Luiza Briana Grether" userId="33b05ef5-dde0-4e2c-af71-3f0410b5559e" providerId="ADAL" clId="{1B1701A9-191B-433E-A851-CC2A19DBA54E}" dt="2024-11-25T13:52:19.177" v="204" actId="478"/>
          <ac:picMkLst>
            <pc:docMk/>
            <pc:sldMk cId="1648572485" sldId="262"/>
            <ac:picMk id="21" creationId="{D11236AE-99CD-68A1-AB2D-06D4AE27D3E3}"/>
          </ac:picMkLst>
        </pc:picChg>
        <pc:picChg chg="add mod">
          <ac:chgData name="Luiza Briana Grether" userId="33b05ef5-dde0-4e2c-af71-3f0410b5559e" providerId="ADAL" clId="{1B1701A9-191B-433E-A851-CC2A19DBA54E}" dt="2024-11-25T13:53:18.564" v="207" actId="27614"/>
          <ac:picMkLst>
            <pc:docMk/>
            <pc:sldMk cId="1648572485" sldId="262"/>
            <ac:picMk id="25" creationId="{6BEB5C80-9156-8B2A-AB20-4C29B16C5166}"/>
          </ac:picMkLst>
        </pc:picChg>
      </pc:sldChg>
      <pc:sldChg chg="modSp mod">
        <pc:chgData name="Luiza Briana Grether" userId="33b05ef5-dde0-4e2c-af71-3f0410b5559e" providerId="ADAL" clId="{1B1701A9-191B-433E-A851-CC2A19DBA54E}" dt="2024-11-25T17:54:09.969" v="470" actId="20577"/>
        <pc:sldMkLst>
          <pc:docMk/>
          <pc:sldMk cId="3935208750" sldId="263"/>
        </pc:sldMkLst>
        <pc:spChg chg="mod">
          <ac:chgData name="Luiza Briana Grether" userId="33b05ef5-dde0-4e2c-af71-3f0410b5559e" providerId="ADAL" clId="{1B1701A9-191B-433E-A851-CC2A19DBA54E}" dt="2024-11-25T17:54:09.969" v="470" actId="20577"/>
          <ac:spMkLst>
            <pc:docMk/>
            <pc:sldMk cId="3935208750" sldId="263"/>
            <ac:spMk id="10" creationId="{60FC964B-074A-7921-A7C5-F4450A1D8673}"/>
          </ac:spMkLst>
        </pc:spChg>
      </pc:sldChg>
      <pc:sldChg chg="addSp delSp modSp mod chgLayout">
        <pc:chgData name="Luiza Briana Grether" userId="33b05ef5-dde0-4e2c-af71-3f0410b5559e" providerId="ADAL" clId="{1B1701A9-191B-433E-A851-CC2A19DBA54E}" dt="2024-11-25T18:00:00.527" v="484" actId="6264"/>
        <pc:sldMkLst>
          <pc:docMk/>
          <pc:sldMk cId="2764548526" sldId="264"/>
        </pc:sldMkLst>
        <pc:spChg chg="add del mod">
          <ac:chgData name="Luiza Briana Grether" userId="33b05ef5-dde0-4e2c-af71-3f0410b5559e" providerId="ADAL" clId="{1B1701A9-191B-433E-A851-CC2A19DBA54E}" dt="2024-11-25T18:00:00.527" v="484" actId="6264"/>
          <ac:spMkLst>
            <pc:docMk/>
            <pc:sldMk cId="2764548526" sldId="264"/>
            <ac:spMk id="2" creationId="{DCAE89B1-957A-439F-2FD6-92541950101D}"/>
          </ac:spMkLst>
        </pc:spChg>
        <pc:spChg chg="add del mod">
          <ac:chgData name="Luiza Briana Grether" userId="33b05ef5-dde0-4e2c-af71-3f0410b5559e" providerId="ADAL" clId="{1B1701A9-191B-433E-A851-CC2A19DBA54E}" dt="2024-11-25T13:52:01.563" v="198" actId="931"/>
          <ac:spMkLst>
            <pc:docMk/>
            <pc:sldMk cId="2764548526" sldId="264"/>
            <ac:spMk id="3" creationId="{36043FAD-3EE9-0D30-B902-B8D125B9CE5A}"/>
          </ac:spMkLst>
        </pc:spChg>
        <pc:spChg chg="add del mod">
          <ac:chgData name="Luiza Briana Grether" userId="33b05ef5-dde0-4e2c-af71-3f0410b5559e" providerId="ADAL" clId="{1B1701A9-191B-433E-A851-CC2A19DBA54E}" dt="2024-11-25T18:00:00.527" v="484" actId="6264"/>
          <ac:spMkLst>
            <pc:docMk/>
            <pc:sldMk cId="2764548526" sldId="264"/>
            <ac:spMk id="3" creationId="{BF51330A-A15F-9257-8156-34B151CCFB2B}"/>
          </ac:spMkLst>
        </pc:spChg>
        <pc:spChg chg="add del mod">
          <ac:chgData name="Luiza Briana Grether" userId="33b05ef5-dde0-4e2c-af71-3f0410b5559e" providerId="ADAL" clId="{1B1701A9-191B-433E-A851-CC2A19DBA54E}" dt="2024-11-25T18:00:00.527" v="484" actId="6264"/>
          <ac:spMkLst>
            <pc:docMk/>
            <pc:sldMk cId="2764548526" sldId="264"/>
            <ac:spMk id="4" creationId="{990B896D-EB4E-B5BF-75D8-04260CF6CE6C}"/>
          </ac:spMkLst>
        </pc:spChg>
        <pc:spChg chg="mod ord">
          <ac:chgData name="Luiza Briana Grether" userId="33b05ef5-dde0-4e2c-af71-3f0410b5559e" providerId="ADAL" clId="{1B1701A9-191B-433E-A851-CC2A19DBA54E}" dt="2024-11-25T18:00:00.527" v="484" actId="6264"/>
          <ac:spMkLst>
            <pc:docMk/>
            <pc:sldMk cId="2764548526" sldId="264"/>
            <ac:spMk id="5" creationId="{96636678-0B69-C35E-E571-8389EBFFCEBD}"/>
          </ac:spMkLst>
        </pc:spChg>
        <pc:spChg chg="add del mod">
          <ac:chgData name="Luiza Briana Grether" userId="33b05ef5-dde0-4e2c-af71-3f0410b5559e" providerId="ADAL" clId="{1B1701A9-191B-433E-A851-CC2A19DBA54E}" dt="2024-11-25T13:55:34.065" v="212" actId="931"/>
          <ac:spMkLst>
            <pc:docMk/>
            <pc:sldMk cId="2764548526" sldId="264"/>
            <ac:spMk id="6" creationId="{66E3BFCD-EE4B-6033-DD2E-D5C378779CC9}"/>
          </ac:spMkLst>
        </pc:spChg>
        <pc:spChg chg="add del mod">
          <ac:chgData name="Luiza Briana Grether" userId="33b05ef5-dde0-4e2c-af71-3f0410b5559e" providerId="ADAL" clId="{1B1701A9-191B-433E-A851-CC2A19DBA54E}" dt="2024-11-25T18:00:00.527" v="484" actId="6264"/>
          <ac:spMkLst>
            <pc:docMk/>
            <pc:sldMk cId="2764548526" sldId="264"/>
            <ac:spMk id="6" creationId="{F7DD4D12-E7B8-512B-2ABD-915F4668A87F}"/>
          </ac:spMkLst>
        </pc:spChg>
        <pc:spChg chg="add del mod">
          <ac:chgData name="Luiza Briana Grether" userId="33b05ef5-dde0-4e2c-af71-3f0410b5559e" providerId="ADAL" clId="{1B1701A9-191B-433E-A851-CC2A19DBA54E}" dt="2024-11-25T18:00:00.527" v="484" actId="6264"/>
          <ac:spMkLst>
            <pc:docMk/>
            <pc:sldMk cId="2764548526" sldId="264"/>
            <ac:spMk id="7" creationId="{3F5450DD-00A2-9DE5-E455-68DFD2A46F4E}"/>
          </ac:spMkLst>
        </pc:spChg>
        <pc:spChg chg="add del mod">
          <ac:chgData name="Luiza Briana Grether" userId="33b05ef5-dde0-4e2c-af71-3f0410b5559e" providerId="ADAL" clId="{1B1701A9-191B-433E-A851-CC2A19DBA54E}" dt="2024-11-25T13:55:31.051" v="211" actId="931"/>
          <ac:spMkLst>
            <pc:docMk/>
            <pc:sldMk cId="2764548526" sldId="264"/>
            <ac:spMk id="11" creationId="{6D59557E-FD6D-BB68-E66D-0C8027C63300}"/>
          </ac:spMkLst>
        </pc:spChg>
        <pc:spChg chg="mod ord">
          <ac:chgData name="Luiza Briana Grether" userId="33b05ef5-dde0-4e2c-af71-3f0410b5559e" providerId="ADAL" clId="{1B1701A9-191B-433E-A851-CC2A19DBA54E}" dt="2024-11-25T18:00:00.527" v="484" actId="6264"/>
          <ac:spMkLst>
            <pc:docMk/>
            <pc:sldMk cId="2764548526" sldId="264"/>
            <ac:spMk id="20" creationId="{CC6432CB-0B43-25FD-2F14-35855C4F5D68}"/>
          </ac:spMkLst>
        </pc:spChg>
        <pc:spChg chg="mod ord">
          <ac:chgData name="Luiza Briana Grether" userId="33b05ef5-dde0-4e2c-af71-3f0410b5559e" providerId="ADAL" clId="{1B1701A9-191B-433E-A851-CC2A19DBA54E}" dt="2024-11-25T18:00:00.527" v="484" actId="6264"/>
          <ac:spMkLst>
            <pc:docMk/>
            <pc:sldMk cId="2764548526" sldId="264"/>
            <ac:spMk id="21" creationId="{97CEF02E-6A99-C5AF-91B8-5881D469B69D}"/>
          </ac:spMkLst>
        </pc:spChg>
        <pc:picChg chg="add del mod modCrop">
          <ac:chgData name="Luiza Briana Grether" userId="33b05ef5-dde0-4e2c-af71-3f0410b5559e" providerId="ADAL" clId="{1B1701A9-191B-433E-A851-CC2A19DBA54E}" dt="2024-11-25T13:52:14.239" v="203" actId="478"/>
          <ac:picMkLst>
            <pc:docMk/>
            <pc:sldMk cId="2764548526" sldId="264"/>
            <ac:picMk id="8" creationId="{C93624EF-D986-0E03-EA79-21BF11B341F6}"/>
          </ac:picMkLst>
        </pc:picChg>
        <pc:picChg chg="del">
          <ac:chgData name="Luiza Briana Grether" userId="33b05ef5-dde0-4e2c-af71-3f0410b5559e" providerId="ADAL" clId="{1B1701A9-191B-433E-A851-CC2A19DBA54E}" dt="2024-11-25T13:48:44.622" v="145" actId="478"/>
          <ac:picMkLst>
            <pc:docMk/>
            <pc:sldMk cId="2764548526" sldId="264"/>
            <ac:picMk id="9" creationId="{8508F8AA-8DFF-6BE8-A5F1-164B51EBDF91}"/>
          </ac:picMkLst>
        </pc:picChg>
        <pc:picChg chg="add mod ord">
          <ac:chgData name="Luiza Briana Grether" userId="33b05ef5-dde0-4e2c-af71-3f0410b5559e" providerId="ADAL" clId="{1B1701A9-191B-433E-A851-CC2A19DBA54E}" dt="2024-11-25T18:00:00.527" v="484" actId="6264"/>
          <ac:picMkLst>
            <pc:docMk/>
            <pc:sldMk cId="2764548526" sldId="264"/>
            <ac:picMk id="13" creationId="{B0A80554-E46F-575C-23DB-16B0E26CD6FF}"/>
          </ac:picMkLst>
        </pc:picChg>
        <pc:picChg chg="add mod ord">
          <ac:chgData name="Luiza Briana Grether" userId="33b05ef5-dde0-4e2c-af71-3f0410b5559e" providerId="ADAL" clId="{1B1701A9-191B-433E-A851-CC2A19DBA54E}" dt="2024-11-25T18:00:00.527" v="484" actId="6264"/>
          <ac:picMkLst>
            <pc:docMk/>
            <pc:sldMk cId="2764548526" sldId="264"/>
            <ac:picMk id="15" creationId="{A97D586B-FB67-B5EE-9493-6E85FEC3A704}"/>
          </ac:picMkLst>
        </pc:picChg>
        <pc:picChg chg="del">
          <ac:chgData name="Luiza Briana Grether" userId="33b05ef5-dde0-4e2c-af71-3f0410b5559e" providerId="ADAL" clId="{1B1701A9-191B-433E-A851-CC2A19DBA54E}" dt="2024-11-25T13:48:45.121" v="146" actId="478"/>
          <ac:picMkLst>
            <pc:docMk/>
            <pc:sldMk cId="2764548526" sldId="264"/>
            <ac:picMk id="16" creationId="{4F1B291A-069D-EA9C-7CD3-252684CF7B17}"/>
          </ac:picMkLst>
        </pc:picChg>
      </pc:sldChg>
      <pc:sldChg chg="modSp del mod">
        <pc:chgData name="Luiza Briana Grether" userId="33b05ef5-dde0-4e2c-af71-3f0410b5559e" providerId="ADAL" clId="{1B1701A9-191B-433E-A851-CC2A19DBA54E}" dt="2024-11-25T13:45:16.467" v="98" actId="47"/>
        <pc:sldMkLst>
          <pc:docMk/>
          <pc:sldMk cId="4233346620" sldId="266"/>
        </pc:sldMkLst>
        <pc:spChg chg="mod">
          <ac:chgData name="Luiza Briana Grether" userId="33b05ef5-dde0-4e2c-af71-3f0410b5559e" providerId="ADAL" clId="{1B1701A9-191B-433E-A851-CC2A19DBA54E}" dt="2024-11-25T13:45:13.347" v="97" actId="20577"/>
          <ac:spMkLst>
            <pc:docMk/>
            <pc:sldMk cId="4233346620" sldId="266"/>
            <ac:spMk id="2" creationId="{3F672EB2-BA31-258D-49EF-C21D8689A7D0}"/>
          </ac:spMkLst>
        </pc:spChg>
        <pc:spChg chg="mod">
          <ac:chgData name="Luiza Briana Grether" userId="33b05ef5-dde0-4e2c-af71-3f0410b5559e" providerId="ADAL" clId="{1B1701A9-191B-433E-A851-CC2A19DBA54E}" dt="2024-11-25T13:45:07.855" v="91" actId="27636"/>
          <ac:spMkLst>
            <pc:docMk/>
            <pc:sldMk cId="4233346620" sldId="266"/>
            <ac:spMk id="3" creationId="{83E9997E-38BC-C2ED-57F3-C4C24F228011}"/>
          </ac:spMkLst>
        </pc:spChg>
      </pc:sldChg>
      <pc:sldChg chg="del">
        <pc:chgData name="Luiza Briana Grether" userId="33b05ef5-dde0-4e2c-af71-3f0410b5559e" providerId="ADAL" clId="{1B1701A9-191B-433E-A851-CC2A19DBA54E}" dt="2024-11-25T13:45:20.371" v="99" actId="47"/>
        <pc:sldMkLst>
          <pc:docMk/>
          <pc:sldMk cId="2653190169" sldId="267"/>
        </pc:sldMkLst>
      </pc:sldChg>
      <pc:sldChg chg="del">
        <pc:chgData name="Luiza Briana Grether" userId="33b05ef5-dde0-4e2c-af71-3f0410b5559e" providerId="ADAL" clId="{1B1701A9-191B-433E-A851-CC2A19DBA54E}" dt="2024-11-25T13:45:25.832" v="100" actId="47"/>
        <pc:sldMkLst>
          <pc:docMk/>
          <pc:sldMk cId="1386092570" sldId="269"/>
        </pc:sldMkLst>
      </pc:sldChg>
      <pc:sldChg chg="addSp delSp modSp mod">
        <pc:chgData name="Luiza Briana Grether" userId="33b05ef5-dde0-4e2c-af71-3f0410b5559e" providerId="ADAL" clId="{1B1701A9-191B-433E-A851-CC2A19DBA54E}" dt="2024-11-25T13:55:43.424" v="219" actId="962"/>
        <pc:sldMkLst>
          <pc:docMk/>
          <pc:sldMk cId="3412891661" sldId="270"/>
        </pc:sldMkLst>
        <pc:spChg chg="add del mod">
          <ac:chgData name="Luiza Briana Grether" userId="33b05ef5-dde0-4e2c-af71-3f0410b5559e" providerId="ADAL" clId="{1B1701A9-191B-433E-A851-CC2A19DBA54E}" dt="2024-11-25T13:55:42.312" v="217" actId="931"/>
          <ac:spMkLst>
            <pc:docMk/>
            <pc:sldMk cId="3412891661" sldId="270"/>
            <ac:spMk id="3" creationId="{5439E848-9F34-3A5F-0FF2-1EA05D0CF1E7}"/>
          </ac:spMkLst>
        </pc:spChg>
        <pc:spChg chg="mod">
          <ac:chgData name="Luiza Briana Grether" userId="33b05ef5-dde0-4e2c-af71-3f0410b5559e" providerId="ADAL" clId="{1B1701A9-191B-433E-A851-CC2A19DBA54E}" dt="2024-11-25T13:47:01.798" v="124"/>
          <ac:spMkLst>
            <pc:docMk/>
            <pc:sldMk cId="3412891661" sldId="270"/>
            <ac:spMk id="9" creationId="{61064952-90D5-2CA2-EE2B-98C51014E7BC}"/>
          </ac:spMkLst>
        </pc:spChg>
        <pc:picChg chg="add mod">
          <ac:chgData name="Luiza Briana Grether" userId="33b05ef5-dde0-4e2c-af71-3f0410b5559e" providerId="ADAL" clId="{1B1701A9-191B-433E-A851-CC2A19DBA54E}" dt="2024-11-25T13:55:43.424" v="219" actId="962"/>
          <ac:picMkLst>
            <pc:docMk/>
            <pc:sldMk cId="3412891661" sldId="270"/>
            <ac:picMk id="5" creationId="{20929B4F-1B09-C66C-D4F1-C78652E26AE8}"/>
          </ac:picMkLst>
        </pc:picChg>
        <pc:picChg chg="del">
          <ac:chgData name="Luiza Briana Grether" userId="33b05ef5-dde0-4e2c-af71-3f0410b5559e" providerId="ADAL" clId="{1B1701A9-191B-433E-A851-CC2A19DBA54E}" dt="2024-11-25T13:48:42.512" v="144" actId="478"/>
          <ac:picMkLst>
            <pc:docMk/>
            <pc:sldMk cId="3412891661" sldId="270"/>
            <ac:picMk id="7" creationId="{C0E9C5D4-686C-7734-4CC8-C223D61C4822}"/>
          </ac:picMkLst>
        </pc:picChg>
      </pc:sldChg>
      <pc:sldChg chg="modSp mod">
        <pc:chgData name="Luiza Briana Grether" userId="33b05ef5-dde0-4e2c-af71-3f0410b5559e" providerId="ADAL" clId="{1B1701A9-191B-433E-A851-CC2A19DBA54E}" dt="2024-11-25T13:56:17.751" v="228" actId="27636"/>
        <pc:sldMkLst>
          <pc:docMk/>
          <pc:sldMk cId="2567870009" sldId="272"/>
        </pc:sldMkLst>
        <pc:spChg chg="mod">
          <ac:chgData name="Luiza Briana Grether" userId="33b05ef5-dde0-4e2c-af71-3f0410b5559e" providerId="ADAL" clId="{1B1701A9-191B-433E-A851-CC2A19DBA54E}" dt="2024-11-25T13:48:07.878" v="130" actId="20577"/>
          <ac:spMkLst>
            <pc:docMk/>
            <pc:sldMk cId="2567870009" sldId="272"/>
            <ac:spMk id="4" creationId="{B7F1DC20-780B-9E5F-A494-2FD0CE244211}"/>
          </ac:spMkLst>
        </pc:spChg>
        <pc:spChg chg="mod">
          <ac:chgData name="Luiza Briana Grether" userId="33b05ef5-dde0-4e2c-af71-3f0410b5559e" providerId="ADAL" clId="{1B1701A9-191B-433E-A851-CC2A19DBA54E}" dt="2024-11-25T13:56:17.751" v="228" actId="27636"/>
          <ac:spMkLst>
            <pc:docMk/>
            <pc:sldMk cId="2567870009" sldId="272"/>
            <ac:spMk id="5" creationId="{37CAB9E5-AC07-1A75-49E4-1DE2BCE6FBD3}"/>
          </ac:spMkLst>
        </pc:spChg>
      </pc:sldChg>
      <pc:sldChg chg="addSp delSp modSp mod">
        <pc:chgData name="Luiza Briana Grether" userId="33b05ef5-dde0-4e2c-af71-3f0410b5559e" providerId="ADAL" clId="{1B1701A9-191B-433E-A851-CC2A19DBA54E}" dt="2024-11-25T13:56:14.351" v="226" actId="1076"/>
        <pc:sldMkLst>
          <pc:docMk/>
          <pc:sldMk cId="163507567" sldId="274"/>
        </pc:sldMkLst>
        <pc:spChg chg="add del mod">
          <ac:chgData name="Luiza Briana Grether" userId="33b05ef5-dde0-4e2c-af71-3f0410b5559e" providerId="ADAL" clId="{1B1701A9-191B-433E-A851-CC2A19DBA54E}" dt="2024-11-25T13:55:51.058" v="220" actId="931"/>
          <ac:spMkLst>
            <pc:docMk/>
            <pc:sldMk cId="163507567" sldId="274"/>
            <ac:spMk id="3" creationId="{585EB664-E2EC-3430-EE33-E1C005570C5C}"/>
          </ac:spMkLst>
        </pc:spChg>
        <pc:spChg chg="mod">
          <ac:chgData name="Luiza Briana Grether" userId="33b05ef5-dde0-4e2c-af71-3f0410b5559e" providerId="ADAL" clId="{1B1701A9-191B-433E-A851-CC2A19DBA54E}" dt="2024-11-25T13:56:14.351" v="226" actId="1076"/>
          <ac:spMkLst>
            <pc:docMk/>
            <pc:sldMk cId="163507567" sldId="274"/>
            <ac:spMk id="11" creationId="{725FA4EF-C6B1-A11C-7075-93DFD4481BC5}"/>
          </ac:spMkLst>
        </pc:spChg>
        <pc:spChg chg="mod">
          <ac:chgData name="Luiza Briana Grether" userId="33b05ef5-dde0-4e2c-af71-3f0410b5559e" providerId="ADAL" clId="{1B1701A9-191B-433E-A851-CC2A19DBA54E}" dt="2024-11-25T13:47:04.863" v="125"/>
          <ac:spMkLst>
            <pc:docMk/>
            <pc:sldMk cId="163507567" sldId="274"/>
            <ac:spMk id="12" creationId="{065CFC56-19CD-C088-C2BB-18F3DF70B635}"/>
          </ac:spMkLst>
        </pc:spChg>
        <pc:spChg chg="mod">
          <ac:chgData name="Luiza Briana Grether" userId="33b05ef5-dde0-4e2c-af71-3f0410b5559e" providerId="ADAL" clId="{1B1701A9-191B-433E-A851-CC2A19DBA54E}" dt="2024-11-25T13:48:29.967" v="143" actId="20577"/>
          <ac:spMkLst>
            <pc:docMk/>
            <pc:sldMk cId="163507567" sldId="274"/>
            <ac:spMk id="13" creationId="{3A227CCC-C8CB-566C-5D86-E4380A7135B7}"/>
          </ac:spMkLst>
        </pc:spChg>
        <pc:picChg chg="add mod modCrop">
          <ac:chgData name="Luiza Briana Grether" userId="33b05ef5-dde0-4e2c-af71-3f0410b5559e" providerId="ADAL" clId="{1B1701A9-191B-433E-A851-CC2A19DBA54E}" dt="2024-11-25T13:55:56.287" v="224" actId="18131"/>
          <ac:picMkLst>
            <pc:docMk/>
            <pc:sldMk cId="163507567" sldId="274"/>
            <ac:picMk id="5" creationId="{AEDF952E-CF81-2798-6B94-DD16704B284F}"/>
          </ac:picMkLst>
        </pc:picChg>
        <pc:picChg chg="del">
          <ac:chgData name="Luiza Briana Grether" userId="33b05ef5-dde0-4e2c-af71-3f0410b5559e" providerId="ADAL" clId="{1B1701A9-191B-433E-A851-CC2A19DBA54E}" dt="2024-11-25T13:48:50.442" v="149" actId="478"/>
          <ac:picMkLst>
            <pc:docMk/>
            <pc:sldMk cId="163507567" sldId="274"/>
            <ac:picMk id="9" creationId="{B0A8039E-9C7A-B069-DBE1-D7798A6271DB}"/>
          </ac:picMkLst>
        </pc:picChg>
      </pc:sldChg>
      <pc:sldChg chg="modSp new mod">
        <pc:chgData name="Luiza Briana Grether" userId="33b05ef5-dde0-4e2c-af71-3f0410b5559e" providerId="ADAL" clId="{1B1701A9-191B-433E-A851-CC2A19DBA54E}" dt="2024-11-25T14:20:08.349" v="398" actId="20577"/>
        <pc:sldMkLst>
          <pc:docMk/>
          <pc:sldMk cId="1985988881" sldId="275"/>
        </pc:sldMkLst>
        <pc:spChg chg="mod">
          <ac:chgData name="Luiza Briana Grether" userId="33b05ef5-dde0-4e2c-af71-3f0410b5559e" providerId="ADAL" clId="{1B1701A9-191B-433E-A851-CC2A19DBA54E}" dt="2024-11-25T14:19:48.238" v="380" actId="20577"/>
          <ac:spMkLst>
            <pc:docMk/>
            <pc:sldMk cId="1985988881" sldId="275"/>
            <ac:spMk id="2" creationId="{68A540A7-582F-45CF-0991-11C3B1591050}"/>
          </ac:spMkLst>
        </pc:spChg>
        <pc:spChg chg="mod">
          <ac:chgData name="Luiza Briana Grether" userId="33b05ef5-dde0-4e2c-af71-3f0410b5559e" providerId="ADAL" clId="{1B1701A9-191B-433E-A851-CC2A19DBA54E}" dt="2024-11-25T14:20:08.349" v="398" actId="20577"/>
          <ac:spMkLst>
            <pc:docMk/>
            <pc:sldMk cId="1985988881" sldId="275"/>
            <ac:spMk id="3" creationId="{1FC80BF6-551F-6CE0-E3D9-50711418ED3D}"/>
          </ac:spMkLst>
        </pc:spChg>
      </pc:sldChg>
      <pc:sldChg chg="new add del">
        <pc:chgData name="Luiza Briana Grether" userId="33b05ef5-dde0-4e2c-af71-3f0410b5559e" providerId="ADAL" clId="{1B1701A9-191B-433E-A851-CC2A19DBA54E}" dt="2024-11-25T14:18:43.012" v="343" actId="680"/>
        <pc:sldMkLst>
          <pc:docMk/>
          <pc:sldMk cId="2874953724" sldId="275"/>
        </pc:sldMkLst>
      </pc:sldChg>
      <pc:sldChg chg="addSp delSp modSp new del mod modClrScheme chgLayout">
        <pc:chgData name="Luiza Briana Grether" userId="33b05ef5-dde0-4e2c-af71-3f0410b5559e" providerId="ADAL" clId="{1B1701A9-191B-433E-A851-CC2A19DBA54E}" dt="2024-11-25T14:18:39.664" v="331" actId="680"/>
        <pc:sldMkLst>
          <pc:docMk/>
          <pc:sldMk cId="784558655" sldId="276"/>
        </pc:sldMkLst>
        <pc:spChg chg="add del mod ord">
          <ac:chgData name="Luiza Briana Grether" userId="33b05ef5-dde0-4e2c-af71-3f0410b5559e" providerId="ADAL" clId="{1B1701A9-191B-433E-A851-CC2A19DBA54E}" dt="2024-11-25T14:18:39.298" v="329" actId="700"/>
          <ac:spMkLst>
            <pc:docMk/>
            <pc:sldMk cId="784558655" sldId="276"/>
            <ac:spMk id="2" creationId="{799B5938-2597-C948-CE97-D0B68DC8B803}"/>
          </ac:spMkLst>
        </pc:spChg>
        <pc:spChg chg="add del">
          <ac:chgData name="Luiza Briana Grether" userId="33b05ef5-dde0-4e2c-af71-3f0410b5559e" providerId="ADAL" clId="{1B1701A9-191B-433E-A851-CC2A19DBA54E}" dt="2024-11-25T14:18:39.298" v="329" actId="700"/>
          <ac:spMkLst>
            <pc:docMk/>
            <pc:sldMk cId="784558655" sldId="276"/>
            <ac:spMk id="3" creationId="{89E8DBD9-F376-8B40-96F1-6368DC806EB8}"/>
          </ac:spMkLst>
        </pc:spChg>
        <pc:spChg chg="add del mod ord">
          <ac:chgData name="Luiza Briana Grether" userId="33b05ef5-dde0-4e2c-af71-3f0410b5559e" providerId="ADAL" clId="{1B1701A9-191B-433E-A851-CC2A19DBA54E}" dt="2024-11-25T14:18:39.298" v="329" actId="700"/>
          <ac:spMkLst>
            <pc:docMk/>
            <pc:sldMk cId="784558655" sldId="276"/>
            <ac:spMk id="4" creationId="{D44B4304-7606-24A6-7657-99F37FA8BA69}"/>
          </ac:spMkLst>
        </pc:spChg>
        <pc:spChg chg="add del mod ord">
          <ac:chgData name="Luiza Briana Grether" userId="33b05ef5-dde0-4e2c-af71-3f0410b5559e" providerId="ADAL" clId="{1B1701A9-191B-433E-A851-CC2A19DBA54E}" dt="2024-11-25T14:18:39.298" v="329" actId="700"/>
          <ac:spMkLst>
            <pc:docMk/>
            <pc:sldMk cId="784558655" sldId="276"/>
            <ac:spMk id="5" creationId="{BCC14CBC-1806-9CA2-638C-89DA35151282}"/>
          </ac:spMkLst>
        </pc:spChg>
      </pc:sldChg>
      <pc:sldChg chg="addSp delSp modSp new mod ord modClrScheme chgLayout">
        <pc:chgData name="Luiza Briana Grether" userId="33b05ef5-dde0-4e2c-af71-3f0410b5559e" providerId="ADAL" clId="{1B1701A9-191B-433E-A851-CC2A19DBA54E}" dt="2024-11-25T17:36:39.699" v="467"/>
        <pc:sldMkLst>
          <pc:docMk/>
          <pc:sldMk cId="3509315260" sldId="276"/>
        </pc:sldMkLst>
        <pc:spChg chg="del mod ord">
          <ac:chgData name="Luiza Briana Grether" userId="33b05ef5-dde0-4e2c-af71-3f0410b5559e" providerId="ADAL" clId="{1B1701A9-191B-433E-A851-CC2A19DBA54E}" dt="2024-11-25T14:20:15.575" v="400" actId="700"/>
          <ac:spMkLst>
            <pc:docMk/>
            <pc:sldMk cId="3509315260" sldId="276"/>
            <ac:spMk id="2" creationId="{E14C37FC-1878-3492-3333-9B8DBE4B9564}"/>
          </ac:spMkLst>
        </pc:spChg>
        <pc:spChg chg="del">
          <ac:chgData name="Luiza Briana Grether" userId="33b05ef5-dde0-4e2c-af71-3f0410b5559e" providerId="ADAL" clId="{1B1701A9-191B-433E-A851-CC2A19DBA54E}" dt="2024-11-25T14:20:15.575" v="400" actId="700"/>
          <ac:spMkLst>
            <pc:docMk/>
            <pc:sldMk cId="3509315260" sldId="276"/>
            <ac:spMk id="3" creationId="{473B165F-C253-EE50-271F-6E57DD6202A5}"/>
          </ac:spMkLst>
        </pc:spChg>
        <pc:spChg chg="add del mod ord">
          <ac:chgData name="Luiza Briana Grether" userId="33b05ef5-dde0-4e2c-af71-3f0410b5559e" providerId="ADAL" clId="{1B1701A9-191B-433E-A851-CC2A19DBA54E}" dt="2024-11-25T14:20:22.428" v="402"/>
          <ac:spMkLst>
            <pc:docMk/>
            <pc:sldMk cId="3509315260" sldId="276"/>
            <ac:spMk id="4" creationId="{A67624E8-4E01-E6C1-59E3-37EF6357F378}"/>
          </ac:spMkLst>
        </pc:spChg>
        <pc:spChg chg="add mod ord">
          <ac:chgData name="Luiza Briana Grether" userId="33b05ef5-dde0-4e2c-af71-3f0410b5559e" providerId="ADAL" clId="{1B1701A9-191B-433E-A851-CC2A19DBA54E}" dt="2024-11-25T14:20:28.267" v="418" actId="20577"/>
          <ac:spMkLst>
            <pc:docMk/>
            <pc:sldMk cId="3509315260" sldId="276"/>
            <ac:spMk id="5" creationId="{04E12360-9C0A-0A47-E9D0-FD781B6F4913}"/>
          </ac:spMkLst>
        </pc:spChg>
        <pc:picChg chg="add mod">
          <ac:chgData name="Luiza Briana Grether" userId="33b05ef5-dde0-4e2c-af71-3f0410b5559e" providerId="ADAL" clId="{1B1701A9-191B-433E-A851-CC2A19DBA54E}" dt="2024-11-25T14:20:23.334" v="404" actId="962"/>
          <ac:picMkLst>
            <pc:docMk/>
            <pc:sldMk cId="3509315260" sldId="276"/>
            <ac:picMk id="7" creationId="{9930BC2B-6AE8-85CE-66BB-D5C7B0467D6D}"/>
          </ac:picMkLst>
        </pc:picChg>
      </pc:sldChg>
      <pc:sldChg chg="addSp delSp modSp new mod">
        <pc:chgData name="Luiza Briana Grether" userId="33b05ef5-dde0-4e2c-af71-3f0410b5559e" providerId="ADAL" clId="{1B1701A9-191B-433E-A851-CC2A19DBA54E}" dt="2024-11-25T17:32:22.834" v="453" actId="20577"/>
        <pc:sldMkLst>
          <pc:docMk/>
          <pc:sldMk cId="3924382213" sldId="277"/>
        </pc:sldMkLst>
        <pc:spChg chg="del">
          <ac:chgData name="Luiza Briana Grether" userId="33b05ef5-dde0-4e2c-af71-3f0410b5559e" providerId="ADAL" clId="{1B1701A9-191B-433E-A851-CC2A19DBA54E}" dt="2024-11-25T14:20:40.556" v="420"/>
          <ac:spMkLst>
            <pc:docMk/>
            <pc:sldMk cId="3924382213" sldId="277"/>
            <ac:spMk id="2" creationId="{B91A9581-297C-7F9B-6B36-12011023B72F}"/>
          </ac:spMkLst>
        </pc:spChg>
        <pc:spChg chg="mod">
          <ac:chgData name="Luiza Briana Grether" userId="33b05ef5-dde0-4e2c-af71-3f0410b5559e" providerId="ADAL" clId="{1B1701A9-191B-433E-A851-CC2A19DBA54E}" dt="2024-11-25T17:32:22.834" v="453" actId="20577"/>
          <ac:spMkLst>
            <pc:docMk/>
            <pc:sldMk cId="3924382213" sldId="277"/>
            <ac:spMk id="3" creationId="{77FF75B8-7F23-9994-A33A-A962104EE409}"/>
          </ac:spMkLst>
        </pc:spChg>
        <pc:picChg chg="add mod">
          <ac:chgData name="Luiza Briana Grether" userId="33b05ef5-dde0-4e2c-af71-3f0410b5559e" providerId="ADAL" clId="{1B1701A9-191B-433E-A851-CC2A19DBA54E}" dt="2024-11-25T14:20:41.748" v="423" actId="962"/>
          <ac:picMkLst>
            <pc:docMk/>
            <pc:sldMk cId="3924382213" sldId="277"/>
            <ac:picMk id="5" creationId="{059F587D-D6F0-A679-C279-C27BE676BC70}"/>
          </ac:picMkLst>
        </pc:picChg>
      </pc:sldChg>
      <pc:sldChg chg="addSp delSp modSp new mod">
        <pc:chgData name="Luiza Briana Grether" userId="33b05ef5-dde0-4e2c-af71-3f0410b5559e" providerId="ADAL" clId="{1B1701A9-191B-433E-A851-CC2A19DBA54E}" dt="2024-11-25T17:32:27.899" v="455" actId="20577"/>
        <pc:sldMkLst>
          <pc:docMk/>
          <pc:sldMk cId="3303472297" sldId="278"/>
        </pc:sldMkLst>
        <pc:spChg chg="del">
          <ac:chgData name="Luiza Briana Grether" userId="33b05ef5-dde0-4e2c-af71-3f0410b5559e" providerId="ADAL" clId="{1B1701A9-191B-433E-A851-CC2A19DBA54E}" dt="2024-11-25T14:20:48.381" v="425"/>
          <ac:spMkLst>
            <pc:docMk/>
            <pc:sldMk cId="3303472297" sldId="278"/>
            <ac:spMk id="2" creationId="{4A427EB8-937E-0D57-9959-65E7FF744E2A}"/>
          </ac:spMkLst>
        </pc:spChg>
        <pc:spChg chg="mod">
          <ac:chgData name="Luiza Briana Grether" userId="33b05ef5-dde0-4e2c-af71-3f0410b5559e" providerId="ADAL" clId="{1B1701A9-191B-433E-A851-CC2A19DBA54E}" dt="2024-11-25T17:32:27.899" v="455" actId="20577"/>
          <ac:spMkLst>
            <pc:docMk/>
            <pc:sldMk cId="3303472297" sldId="278"/>
            <ac:spMk id="3" creationId="{631A82A6-9317-C1B2-E932-64EE56B61E62}"/>
          </ac:spMkLst>
        </pc:spChg>
        <pc:picChg chg="add mod">
          <ac:chgData name="Luiza Briana Grether" userId="33b05ef5-dde0-4e2c-af71-3f0410b5559e" providerId="ADAL" clId="{1B1701A9-191B-433E-A851-CC2A19DBA54E}" dt="2024-11-25T14:20:49.432" v="428" actId="962"/>
          <ac:picMkLst>
            <pc:docMk/>
            <pc:sldMk cId="3303472297" sldId="278"/>
            <ac:picMk id="5" creationId="{B43550A1-7ECD-7878-D5D3-D7A5C44A1AC1}"/>
          </ac:picMkLst>
        </pc:picChg>
      </pc:sldChg>
      <pc:sldChg chg="addSp delSp modSp new mod">
        <pc:chgData name="Luiza Briana Grether" userId="33b05ef5-dde0-4e2c-af71-3f0410b5559e" providerId="ADAL" clId="{1B1701A9-191B-433E-A851-CC2A19DBA54E}" dt="2024-11-25T17:32:29.916" v="457" actId="20577"/>
        <pc:sldMkLst>
          <pc:docMk/>
          <pc:sldMk cId="2915515541" sldId="279"/>
        </pc:sldMkLst>
        <pc:spChg chg="del">
          <ac:chgData name="Luiza Briana Grether" userId="33b05ef5-dde0-4e2c-af71-3f0410b5559e" providerId="ADAL" clId="{1B1701A9-191B-433E-A851-CC2A19DBA54E}" dt="2024-11-25T14:21:05.171" v="430"/>
          <ac:spMkLst>
            <pc:docMk/>
            <pc:sldMk cId="2915515541" sldId="279"/>
            <ac:spMk id="2" creationId="{71A07DDB-1613-C536-AA5B-9001D02DA3FC}"/>
          </ac:spMkLst>
        </pc:spChg>
        <pc:spChg chg="mod">
          <ac:chgData name="Luiza Briana Grether" userId="33b05ef5-dde0-4e2c-af71-3f0410b5559e" providerId="ADAL" clId="{1B1701A9-191B-433E-A851-CC2A19DBA54E}" dt="2024-11-25T17:32:29.916" v="457" actId="20577"/>
          <ac:spMkLst>
            <pc:docMk/>
            <pc:sldMk cId="2915515541" sldId="279"/>
            <ac:spMk id="3" creationId="{E846DAC5-362B-66E4-124F-D44244FCC581}"/>
          </ac:spMkLst>
        </pc:spChg>
        <pc:picChg chg="add mod">
          <ac:chgData name="Luiza Briana Grether" userId="33b05ef5-dde0-4e2c-af71-3f0410b5559e" providerId="ADAL" clId="{1B1701A9-191B-433E-A851-CC2A19DBA54E}" dt="2024-11-25T14:21:06.060" v="433" actId="962"/>
          <ac:picMkLst>
            <pc:docMk/>
            <pc:sldMk cId="2915515541" sldId="279"/>
            <ac:picMk id="5" creationId="{29899096-9D89-7287-63C5-263E69EC5E36}"/>
          </ac:picMkLst>
        </pc:picChg>
      </pc:sldChg>
      <pc:sldChg chg="addSp delSp modSp new mod">
        <pc:chgData name="Luiza Briana Grether" userId="33b05ef5-dde0-4e2c-af71-3f0410b5559e" providerId="ADAL" clId="{1B1701A9-191B-433E-A851-CC2A19DBA54E}" dt="2024-11-25T17:32:32.194" v="459" actId="20577"/>
        <pc:sldMkLst>
          <pc:docMk/>
          <pc:sldMk cId="68067680" sldId="280"/>
        </pc:sldMkLst>
        <pc:spChg chg="del">
          <ac:chgData name="Luiza Briana Grether" userId="33b05ef5-dde0-4e2c-af71-3f0410b5559e" providerId="ADAL" clId="{1B1701A9-191B-433E-A851-CC2A19DBA54E}" dt="2024-11-25T14:21:12.900" v="435"/>
          <ac:spMkLst>
            <pc:docMk/>
            <pc:sldMk cId="68067680" sldId="280"/>
            <ac:spMk id="2" creationId="{73548A42-B132-578B-2F1F-1460DF5DE4C8}"/>
          </ac:spMkLst>
        </pc:spChg>
        <pc:spChg chg="mod">
          <ac:chgData name="Luiza Briana Grether" userId="33b05ef5-dde0-4e2c-af71-3f0410b5559e" providerId="ADAL" clId="{1B1701A9-191B-433E-A851-CC2A19DBA54E}" dt="2024-11-25T17:32:32.194" v="459" actId="20577"/>
          <ac:spMkLst>
            <pc:docMk/>
            <pc:sldMk cId="68067680" sldId="280"/>
            <ac:spMk id="3" creationId="{823E620E-0A29-5B47-F3E9-E7FB054958FB}"/>
          </ac:spMkLst>
        </pc:spChg>
        <pc:picChg chg="add mod">
          <ac:chgData name="Luiza Briana Grether" userId="33b05ef5-dde0-4e2c-af71-3f0410b5559e" providerId="ADAL" clId="{1B1701A9-191B-433E-A851-CC2A19DBA54E}" dt="2024-11-25T14:21:13.812" v="438" actId="962"/>
          <ac:picMkLst>
            <pc:docMk/>
            <pc:sldMk cId="68067680" sldId="280"/>
            <ac:picMk id="5" creationId="{CD2E5138-0DD3-63E5-AEAD-EAD00A21DB96}"/>
          </ac:picMkLst>
        </pc:picChg>
      </pc:sldChg>
      <pc:sldChg chg="addSp delSp modSp new mod ord">
        <pc:chgData name="Luiza Briana Grether" userId="33b05ef5-dde0-4e2c-af71-3f0410b5559e" providerId="ADAL" clId="{1B1701A9-191B-433E-A851-CC2A19DBA54E}" dt="2024-11-25T18:00:28.554" v="486"/>
        <pc:sldMkLst>
          <pc:docMk/>
          <pc:sldMk cId="4217400491" sldId="281"/>
        </pc:sldMkLst>
        <pc:spChg chg="del">
          <ac:chgData name="Luiza Briana Grether" userId="33b05ef5-dde0-4e2c-af71-3f0410b5559e" providerId="ADAL" clId="{1B1701A9-191B-433E-A851-CC2A19DBA54E}" dt="2024-11-25T17:30:04.866" v="440" actId="931"/>
          <ac:spMkLst>
            <pc:docMk/>
            <pc:sldMk cId="4217400491" sldId="281"/>
            <ac:spMk id="2" creationId="{7459AEAA-F245-1968-378C-2B2F6A23B93F}"/>
          </ac:spMkLst>
        </pc:spChg>
        <pc:spChg chg="mod">
          <ac:chgData name="Luiza Briana Grether" userId="33b05ef5-dde0-4e2c-af71-3f0410b5559e" providerId="ADAL" clId="{1B1701A9-191B-433E-A851-CC2A19DBA54E}" dt="2024-11-25T17:32:35.754" v="461" actId="20577"/>
          <ac:spMkLst>
            <pc:docMk/>
            <pc:sldMk cId="4217400491" sldId="281"/>
            <ac:spMk id="3" creationId="{FD78774C-2196-3E8D-A6CD-3A83673137E2}"/>
          </ac:spMkLst>
        </pc:spChg>
        <pc:picChg chg="add mod">
          <ac:chgData name="Luiza Briana Grether" userId="33b05ef5-dde0-4e2c-af71-3f0410b5559e" providerId="ADAL" clId="{1B1701A9-191B-433E-A851-CC2A19DBA54E}" dt="2024-11-25T17:30:05.967" v="442" actId="27614"/>
          <ac:picMkLst>
            <pc:docMk/>
            <pc:sldMk cId="4217400491" sldId="281"/>
            <ac:picMk id="5" creationId="{B665477C-5A05-567D-1B84-B447BF5537D8}"/>
          </ac:picMkLst>
        </pc:picChg>
      </pc:sldChg>
      <pc:sldChg chg="addSp delSp modSp new mod ord">
        <pc:chgData name="Luiza Briana Grether" userId="33b05ef5-dde0-4e2c-af71-3f0410b5559e" providerId="ADAL" clId="{1B1701A9-191B-433E-A851-CC2A19DBA54E}" dt="2024-11-25T17:54:59.468" v="474"/>
        <pc:sldMkLst>
          <pc:docMk/>
          <pc:sldMk cId="862050276" sldId="282"/>
        </pc:sldMkLst>
        <pc:spChg chg="del">
          <ac:chgData name="Luiza Briana Grether" userId="33b05ef5-dde0-4e2c-af71-3f0410b5559e" providerId="ADAL" clId="{1B1701A9-191B-433E-A851-CC2A19DBA54E}" dt="2024-11-25T17:30:14.411" v="444" actId="931"/>
          <ac:spMkLst>
            <pc:docMk/>
            <pc:sldMk cId="862050276" sldId="282"/>
            <ac:spMk id="2" creationId="{1D347107-EEE5-DBCA-177D-64BBB5063F99}"/>
          </ac:spMkLst>
        </pc:spChg>
        <pc:spChg chg="mod">
          <ac:chgData name="Luiza Briana Grether" userId="33b05ef5-dde0-4e2c-af71-3f0410b5559e" providerId="ADAL" clId="{1B1701A9-191B-433E-A851-CC2A19DBA54E}" dt="2024-11-25T17:30:14.542" v="445" actId="27636"/>
          <ac:spMkLst>
            <pc:docMk/>
            <pc:sldMk cId="862050276" sldId="282"/>
            <ac:spMk id="3" creationId="{C6BF498D-EF19-8ADE-F57D-A27F32A5755C}"/>
          </ac:spMkLst>
        </pc:spChg>
        <pc:picChg chg="add mod">
          <ac:chgData name="Luiza Briana Grether" userId="33b05ef5-dde0-4e2c-af71-3f0410b5559e" providerId="ADAL" clId="{1B1701A9-191B-433E-A851-CC2A19DBA54E}" dt="2024-11-25T17:30:14.997" v="446" actId="27614"/>
          <ac:picMkLst>
            <pc:docMk/>
            <pc:sldMk cId="862050276" sldId="282"/>
            <ac:picMk id="5" creationId="{325FA532-5F83-26C5-5ED7-60CBCA4C9317}"/>
          </ac:picMkLst>
        </pc:picChg>
      </pc:sldChg>
      <pc:sldChg chg="addSp delSp modSp new mod ord">
        <pc:chgData name="Luiza Briana Grether" userId="33b05ef5-dde0-4e2c-af71-3f0410b5559e" providerId="ADAL" clId="{1B1701A9-191B-433E-A851-CC2A19DBA54E}" dt="2024-11-25T19:29:57.937" v="522" actId="27614"/>
        <pc:sldMkLst>
          <pc:docMk/>
          <pc:sldMk cId="2508726786" sldId="283"/>
        </pc:sldMkLst>
        <pc:spChg chg="del">
          <ac:chgData name="Luiza Briana Grether" userId="33b05ef5-dde0-4e2c-af71-3f0410b5559e" providerId="ADAL" clId="{1B1701A9-191B-433E-A851-CC2A19DBA54E}" dt="2024-11-25T17:30:20.071" v="448" actId="931"/>
          <ac:spMkLst>
            <pc:docMk/>
            <pc:sldMk cId="2508726786" sldId="283"/>
            <ac:spMk id="2" creationId="{339C78C9-E69A-F3E8-DBB5-EA374FE4B8A0}"/>
          </ac:spMkLst>
        </pc:spChg>
        <pc:spChg chg="mod">
          <ac:chgData name="Luiza Briana Grether" userId="33b05ef5-dde0-4e2c-af71-3f0410b5559e" providerId="ADAL" clId="{1B1701A9-191B-433E-A851-CC2A19DBA54E}" dt="2024-11-25T17:33:03.954" v="463" actId="20577"/>
          <ac:spMkLst>
            <pc:docMk/>
            <pc:sldMk cId="2508726786" sldId="283"/>
            <ac:spMk id="3" creationId="{C6ED1CD5-25D6-3511-7EF3-63F0EDA0675B}"/>
          </ac:spMkLst>
        </pc:spChg>
        <pc:spChg chg="add del mod">
          <ac:chgData name="Luiza Briana Grether" userId="33b05ef5-dde0-4e2c-af71-3f0410b5559e" providerId="ADAL" clId="{1B1701A9-191B-433E-A851-CC2A19DBA54E}" dt="2024-11-25T19:29:53.936" v="521" actId="931"/>
          <ac:spMkLst>
            <pc:docMk/>
            <pc:sldMk cId="2508726786" sldId="283"/>
            <ac:spMk id="7" creationId="{F69389A7-5055-F159-4018-78F2C690BEF3}"/>
          </ac:spMkLst>
        </pc:spChg>
        <pc:picChg chg="add del mod">
          <ac:chgData name="Luiza Briana Grether" userId="33b05ef5-dde0-4e2c-af71-3f0410b5559e" providerId="ADAL" clId="{1B1701A9-191B-433E-A851-CC2A19DBA54E}" dt="2024-11-25T19:29:44.266" v="520" actId="478"/>
          <ac:picMkLst>
            <pc:docMk/>
            <pc:sldMk cId="2508726786" sldId="283"/>
            <ac:picMk id="5" creationId="{431B780E-CFD3-7380-2C11-A4B7C02D8775}"/>
          </ac:picMkLst>
        </pc:picChg>
        <pc:picChg chg="add mod">
          <ac:chgData name="Luiza Briana Grether" userId="33b05ef5-dde0-4e2c-af71-3f0410b5559e" providerId="ADAL" clId="{1B1701A9-191B-433E-A851-CC2A19DBA54E}" dt="2024-11-25T19:29:57.937" v="522" actId="27614"/>
          <ac:picMkLst>
            <pc:docMk/>
            <pc:sldMk cId="2508726786" sldId="283"/>
            <ac:picMk id="9" creationId="{646A9AC4-FEEB-2EB1-9323-E5AFADCA5B2B}"/>
          </ac:picMkLst>
        </pc:picChg>
      </pc:sldChg>
      <pc:sldChg chg="addSp delSp modSp new mod modClrScheme chgLayout">
        <pc:chgData name="Luiza Briana Grether" userId="33b05ef5-dde0-4e2c-af71-3f0410b5559e" providerId="ADAL" clId="{1B1701A9-191B-433E-A851-CC2A19DBA54E}" dt="2024-11-25T19:30:37.966" v="531" actId="27636"/>
        <pc:sldMkLst>
          <pc:docMk/>
          <pc:sldMk cId="773479272" sldId="284"/>
        </pc:sldMkLst>
        <pc:spChg chg="del mod ord">
          <ac:chgData name="Luiza Briana Grether" userId="33b05ef5-dde0-4e2c-af71-3f0410b5559e" providerId="ADAL" clId="{1B1701A9-191B-433E-A851-CC2A19DBA54E}" dt="2024-11-25T19:26:57.995" v="488" actId="700"/>
          <ac:spMkLst>
            <pc:docMk/>
            <pc:sldMk cId="773479272" sldId="284"/>
            <ac:spMk id="2" creationId="{2EF688A0-C145-65DB-3C09-330A516E6B8B}"/>
          </ac:spMkLst>
        </pc:spChg>
        <pc:spChg chg="del mod ord">
          <ac:chgData name="Luiza Briana Grether" userId="33b05ef5-dde0-4e2c-af71-3f0410b5559e" providerId="ADAL" clId="{1B1701A9-191B-433E-A851-CC2A19DBA54E}" dt="2024-11-25T19:26:57.995" v="488" actId="700"/>
          <ac:spMkLst>
            <pc:docMk/>
            <pc:sldMk cId="773479272" sldId="284"/>
            <ac:spMk id="3" creationId="{088397D0-FD21-9DA6-F7EB-B91FBF16EE54}"/>
          </ac:spMkLst>
        </pc:spChg>
        <pc:spChg chg="add mod ord">
          <ac:chgData name="Luiza Briana Grether" userId="33b05ef5-dde0-4e2c-af71-3f0410b5559e" providerId="ADAL" clId="{1B1701A9-191B-433E-A851-CC2A19DBA54E}" dt="2024-11-25T19:27:16.175" v="516" actId="6264"/>
          <ac:spMkLst>
            <pc:docMk/>
            <pc:sldMk cId="773479272" sldId="284"/>
            <ac:spMk id="4" creationId="{A2730A6F-EB53-9324-EE6E-97E5ABB2F7FB}"/>
          </ac:spMkLst>
        </pc:spChg>
        <pc:spChg chg="add mod ord">
          <ac:chgData name="Luiza Briana Grether" userId="33b05ef5-dde0-4e2c-af71-3f0410b5559e" providerId="ADAL" clId="{1B1701A9-191B-433E-A851-CC2A19DBA54E}" dt="2024-11-25T19:30:37.966" v="531" actId="27636"/>
          <ac:spMkLst>
            <pc:docMk/>
            <pc:sldMk cId="773479272" sldId="284"/>
            <ac:spMk id="5" creationId="{AEC7FBAA-828B-DC41-B34B-4D818B39E26F}"/>
          </ac:spMkLst>
        </pc:spChg>
        <pc:spChg chg="add del mod">
          <ac:chgData name="Luiza Briana Grether" userId="33b05ef5-dde0-4e2c-af71-3f0410b5559e" providerId="ADAL" clId="{1B1701A9-191B-433E-A851-CC2A19DBA54E}" dt="2024-11-25T19:27:16.175" v="516" actId="6264"/>
          <ac:spMkLst>
            <pc:docMk/>
            <pc:sldMk cId="773479272" sldId="284"/>
            <ac:spMk id="6" creationId="{2663F6FB-0CE3-8379-C7D4-6FD158F64A94}"/>
          </ac:spMkLst>
        </pc:spChg>
        <pc:spChg chg="add del mod">
          <ac:chgData name="Luiza Briana Grether" userId="33b05ef5-dde0-4e2c-af71-3f0410b5559e" providerId="ADAL" clId="{1B1701A9-191B-433E-A851-CC2A19DBA54E}" dt="2024-11-25T19:27:16.175" v="516" actId="6264"/>
          <ac:spMkLst>
            <pc:docMk/>
            <pc:sldMk cId="773479272" sldId="284"/>
            <ac:spMk id="7" creationId="{316ACDFA-C9A3-6D79-1E7E-D606BD9F1158}"/>
          </ac:spMkLst>
        </pc:spChg>
      </pc:sldChg>
      <pc:sldMasterChg chg="modSldLayout">
        <pc:chgData name="Luiza Briana Grether" userId="33b05ef5-dde0-4e2c-af71-3f0410b5559e" providerId="ADAL" clId="{1B1701A9-191B-433E-A851-CC2A19DBA54E}" dt="2024-11-25T17:59:34.982" v="483"/>
        <pc:sldMasterMkLst>
          <pc:docMk/>
          <pc:sldMasterMk cId="3332300950" sldId="2147483648"/>
        </pc:sldMasterMkLst>
        <pc:sldLayoutChg chg="modSp mod">
          <pc:chgData name="Luiza Briana Grether" userId="33b05ef5-dde0-4e2c-af71-3f0410b5559e" providerId="ADAL" clId="{1B1701A9-191B-433E-A851-CC2A19DBA54E}" dt="2024-11-25T17:59:24.952" v="481" actId="1076"/>
          <pc:sldLayoutMkLst>
            <pc:docMk/>
            <pc:sldMasterMk cId="3332300950" sldId="2147483648"/>
            <pc:sldLayoutMk cId="2057250987" sldId="2147483657"/>
          </pc:sldLayoutMkLst>
          <pc:spChg chg="mod">
            <ac:chgData name="Luiza Briana Grether" userId="33b05ef5-dde0-4e2c-af71-3f0410b5559e" providerId="ADAL" clId="{1B1701A9-191B-433E-A851-CC2A19DBA54E}" dt="2024-11-25T17:59:24.952" v="481" actId="1076"/>
            <ac:spMkLst>
              <pc:docMk/>
              <pc:sldMasterMk cId="3332300950" sldId="2147483648"/>
              <pc:sldLayoutMk cId="2057250987" sldId="2147483657"/>
              <ac:spMk id="7" creationId="{DED453B1-226E-335D-E155-FE7CBE82D196}"/>
            </ac:spMkLst>
          </pc:spChg>
        </pc:sldLayoutChg>
        <pc:sldLayoutChg chg="addSp delSp modSp mod">
          <pc:chgData name="Luiza Briana Grether" userId="33b05ef5-dde0-4e2c-af71-3f0410b5559e" providerId="ADAL" clId="{1B1701A9-191B-433E-A851-CC2A19DBA54E}" dt="2024-11-25T17:59:34.982" v="483"/>
          <pc:sldLayoutMkLst>
            <pc:docMk/>
            <pc:sldMasterMk cId="3332300950" sldId="2147483648"/>
            <pc:sldLayoutMk cId="1640369259" sldId="2147483658"/>
          </pc:sldLayoutMkLst>
          <pc:spChg chg="add mod">
            <ac:chgData name="Luiza Briana Grether" userId="33b05ef5-dde0-4e2c-af71-3f0410b5559e" providerId="ADAL" clId="{1B1701A9-191B-433E-A851-CC2A19DBA54E}" dt="2024-11-25T17:59:34.982" v="483"/>
            <ac:spMkLst>
              <pc:docMk/>
              <pc:sldMasterMk cId="3332300950" sldId="2147483648"/>
              <pc:sldLayoutMk cId="1640369259" sldId="2147483658"/>
              <ac:spMk id="2" creationId="{A6DAFF80-5242-640A-C617-6C9212C6124B}"/>
            </ac:spMkLst>
          </pc:spChg>
          <pc:spChg chg="del mod">
            <ac:chgData name="Luiza Briana Grether" userId="33b05ef5-dde0-4e2c-af71-3f0410b5559e" providerId="ADAL" clId="{1B1701A9-191B-433E-A851-CC2A19DBA54E}" dt="2024-11-25T17:59:34.593" v="482" actId="478"/>
            <ac:spMkLst>
              <pc:docMk/>
              <pc:sldMasterMk cId="3332300950" sldId="2147483648"/>
              <pc:sldLayoutMk cId="1640369259" sldId="2147483658"/>
              <ac:spMk id="4" creationId="{7968C4A0-42DA-E267-DE26-9F1AC21D6ED7}"/>
            </ac:spMkLst>
          </pc:spChg>
        </pc:sldLayoutChg>
      </pc:sldMasterChg>
    </pc:docChg>
  </pc:docChgLst>
  <pc:docChgLst>
    <pc:chgData name="Luiza Briana Grether" userId="33b05ef5-dde0-4e2c-af71-3f0410b5559e" providerId="ADAL" clId="{9DFE6B6B-F089-4EC1-8A18-BD60DE033737}"/>
    <pc:docChg chg="custSel addSld delSld modSld">
      <pc:chgData name="Luiza Briana Grether" userId="33b05ef5-dde0-4e2c-af71-3f0410b5559e" providerId="ADAL" clId="{9DFE6B6B-F089-4EC1-8A18-BD60DE033737}" dt="2024-12-15T22:37:51.029" v="166" actId="700"/>
      <pc:docMkLst>
        <pc:docMk/>
      </pc:docMkLst>
      <pc:sldChg chg="addSp modSp">
        <pc:chgData name="Luiza Briana Grether" userId="33b05ef5-dde0-4e2c-af71-3f0410b5559e" providerId="ADAL" clId="{9DFE6B6B-F089-4EC1-8A18-BD60DE033737}" dt="2024-12-15T22:24:28.846" v="0"/>
        <pc:sldMkLst>
          <pc:docMk/>
          <pc:sldMk cId="1019073360" sldId="256"/>
        </pc:sldMkLst>
        <pc:picChg chg="add mod">
          <ac:chgData name="Luiza Briana Grether" userId="33b05ef5-dde0-4e2c-af71-3f0410b5559e" providerId="ADAL" clId="{9DFE6B6B-F089-4EC1-8A18-BD60DE033737}" dt="2024-12-15T22:24:28.846" v="0"/>
          <ac:picMkLst>
            <pc:docMk/>
            <pc:sldMk cId="1019073360" sldId="256"/>
            <ac:picMk id="2" creationId="{B6119A45-6281-762E-30A8-FFCC58ED821E}"/>
          </ac:picMkLst>
        </pc:picChg>
      </pc:sldChg>
      <pc:sldChg chg="addSp delSp modSp new mod modClrScheme chgLayout">
        <pc:chgData name="Luiza Briana Grether" userId="33b05ef5-dde0-4e2c-af71-3f0410b5559e" providerId="ADAL" clId="{9DFE6B6B-F089-4EC1-8A18-BD60DE033737}" dt="2024-12-15T22:24:51.056" v="8" actId="20577"/>
        <pc:sldMkLst>
          <pc:docMk/>
          <pc:sldMk cId="2528182625" sldId="257"/>
        </pc:sldMkLst>
        <pc:spChg chg="del mod ord">
          <ac:chgData name="Luiza Briana Grether" userId="33b05ef5-dde0-4e2c-af71-3f0410b5559e" providerId="ADAL" clId="{9DFE6B6B-F089-4EC1-8A18-BD60DE033737}" dt="2024-12-15T22:24:43.374" v="3" actId="700"/>
          <ac:spMkLst>
            <pc:docMk/>
            <pc:sldMk cId="2528182625" sldId="257"/>
            <ac:spMk id="2" creationId="{25FA15FE-91FA-71AD-96AC-A99E658AE786}"/>
          </ac:spMkLst>
        </pc:spChg>
        <pc:spChg chg="del mod ord">
          <ac:chgData name="Luiza Briana Grether" userId="33b05ef5-dde0-4e2c-af71-3f0410b5559e" providerId="ADAL" clId="{9DFE6B6B-F089-4EC1-8A18-BD60DE033737}" dt="2024-12-15T22:24:43.374" v="3" actId="700"/>
          <ac:spMkLst>
            <pc:docMk/>
            <pc:sldMk cId="2528182625" sldId="257"/>
            <ac:spMk id="3" creationId="{2FE45A97-7957-D257-2FB6-69D15438F4C3}"/>
          </ac:spMkLst>
        </pc:spChg>
        <pc:spChg chg="add mod ord">
          <ac:chgData name="Luiza Briana Grether" userId="33b05ef5-dde0-4e2c-af71-3f0410b5559e" providerId="ADAL" clId="{9DFE6B6B-F089-4EC1-8A18-BD60DE033737}" dt="2024-12-15T22:24:46.361" v="5" actId="20577"/>
          <ac:spMkLst>
            <pc:docMk/>
            <pc:sldMk cId="2528182625" sldId="257"/>
            <ac:spMk id="4" creationId="{F05A8BD7-6B49-7073-B4AB-3B3D743613FA}"/>
          </ac:spMkLst>
        </pc:spChg>
        <pc:spChg chg="add mod ord">
          <ac:chgData name="Luiza Briana Grether" userId="33b05ef5-dde0-4e2c-af71-3f0410b5559e" providerId="ADAL" clId="{9DFE6B6B-F089-4EC1-8A18-BD60DE033737}" dt="2024-12-15T22:24:51.056" v="8" actId="20577"/>
          <ac:spMkLst>
            <pc:docMk/>
            <pc:sldMk cId="2528182625" sldId="257"/>
            <ac:spMk id="5" creationId="{973F4612-AE2B-7388-5889-10F3F2E15064}"/>
          </ac:spMkLst>
        </pc:spChg>
      </pc:sldChg>
      <pc:sldChg chg="del">
        <pc:chgData name="Luiza Briana Grether" userId="33b05ef5-dde0-4e2c-af71-3f0410b5559e" providerId="ADAL" clId="{9DFE6B6B-F089-4EC1-8A18-BD60DE033737}" dt="2024-12-15T22:24:36.257" v="1" actId="47"/>
        <pc:sldMkLst>
          <pc:docMk/>
          <pc:sldMk cId="3823548911" sldId="257"/>
        </pc:sldMkLst>
      </pc:sldChg>
      <pc:sldChg chg="del">
        <pc:chgData name="Luiza Briana Grether" userId="33b05ef5-dde0-4e2c-af71-3f0410b5559e" providerId="ADAL" clId="{9DFE6B6B-F089-4EC1-8A18-BD60DE033737}" dt="2024-12-15T22:24:36.257" v="1" actId="47"/>
        <pc:sldMkLst>
          <pc:docMk/>
          <pc:sldMk cId="781846017" sldId="258"/>
        </pc:sldMkLst>
      </pc:sldChg>
      <pc:sldChg chg="addSp modSp new mod">
        <pc:chgData name="Luiza Briana Grether" userId="33b05ef5-dde0-4e2c-af71-3f0410b5559e" providerId="ADAL" clId="{9DFE6B6B-F089-4EC1-8A18-BD60DE033737}" dt="2024-12-15T22:25:04.533" v="12" actId="962"/>
        <pc:sldMkLst>
          <pc:docMk/>
          <pc:sldMk cId="1745408993" sldId="258"/>
        </pc:sldMkLst>
        <pc:picChg chg="add mod">
          <ac:chgData name="Luiza Briana Grether" userId="33b05ef5-dde0-4e2c-af71-3f0410b5559e" providerId="ADAL" clId="{9DFE6B6B-F089-4EC1-8A18-BD60DE033737}" dt="2024-12-15T22:25:04.533" v="12" actId="962"/>
          <ac:picMkLst>
            <pc:docMk/>
            <pc:sldMk cId="1745408993" sldId="258"/>
            <ac:picMk id="5" creationId="{70279CAD-0929-845A-2474-C02FFB2EAC4C}"/>
          </ac:picMkLst>
        </pc:picChg>
      </pc:sldChg>
      <pc:sldChg chg="addSp modSp new mod">
        <pc:chgData name="Luiza Briana Grether" userId="33b05ef5-dde0-4e2c-af71-3f0410b5559e" providerId="ADAL" clId="{9DFE6B6B-F089-4EC1-8A18-BD60DE033737}" dt="2024-12-15T22:31:30.394" v="16" actId="27614"/>
        <pc:sldMkLst>
          <pc:docMk/>
          <pc:sldMk cId="1368692720" sldId="259"/>
        </pc:sldMkLst>
        <pc:picChg chg="add mod">
          <ac:chgData name="Luiza Briana Grether" userId="33b05ef5-dde0-4e2c-af71-3f0410b5559e" providerId="ADAL" clId="{9DFE6B6B-F089-4EC1-8A18-BD60DE033737}" dt="2024-12-15T22:31:30.394" v="16" actId="27614"/>
          <ac:picMkLst>
            <pc:docMk/>
            <pc:sldMk cId="1368692720" sldId="259"/>
            <ac:picMk id="5" creationId="{4657C2F7-987D-2B5C-7408-FAC346427091}"/>
          </ac:picMkLst>
        </pc:picChg>
      </pc:sldChg>
      <pc:sldChg chg="del">
        <pc:chgData name="Luiza Briana Grether" userId="33b05ef5-dde0-4e2c-af71-3f0410b5559e" providerId="ADAL" clId="{9DFE6B6B-F089-4EC1-8A18-BD60DE033737}" dt="2024-12-15T22:24:36.257" v="1" actId="47"/>
        <pc:sldMkLst>
          <pc:docMk/>
          <pc:sldMk cId="3958341558" sldId="259"/>
        </pc:sldMkLst>
      </pc:sldChg>
      <pc:sldChg chg="del">
        <pc:chgData name="Luiza Briana Grether" userId="33b05ef5-dde0-4e2c-af71-3f0410b5559e" providerId="ADAL" clId="{9DFE6B6B-F089-4EC1-8A18-BD60DE033737}" dt="2024-12-15T22:24:36.257" v="1" actId="47"/>
        <pc:sldMkLst>
          <pc:docMk/>
          <pc:sldMk cId="2631850462" sldId="260"/>
        </pc:sldMkLst>
      </pc:sldChg>
      <pc:sldChg chg="addSp modSp new mod">
        <pc:chgData name="Luiza Briana Grether" userId="33b05ef5-dde0-4e2c-af71-3f0410b5559e" providerId="ADAL" clId="{9DFE6B6B-F089-4EC1-8A18-BD60DE033737}" dt="2024-12-15T22:31:38.586" v="20" actId="27614"/>
        <pc:sldMkLst>
          <pc:docMk/>
          <pc:sldMk cId="3751108855" sldId="260"/>
        </pc:sldMkLst>
        <pc:picChg chg="add mod">
          <ac:chgData name="Luiza Briana Grether" userId="33b05ef5-dde0-4e2c-af71-3f0410b5559e" providerId="ADAL" clId="{9DFE6B6B-F089-4EC1-8A18-BD60DE033737}" dt="2024-12-15T22:31:38.586" v="20" actId="27614"/>
          <ac:picMkLst>
            <pc:docMk/>
            <pc:sldMk cId="3751108855" sldId="260"/>
            <ac:picMk id="5" creationId="{023027BF-0BED-DECD-7A5B-FC76A0F9F4BC}"/>
          </ac:picMkLst>
        </pc:picChg>
      </pc:sldChg>
      <pc:sldChg chg="addSp modSp new mod">
        <pc:chgData name="Luiza Briana Grether" userId="33b05ef5-dde0-4e2c-af71-3f0410b5559e" providerId="ADAL" clId="{9DFE6B6B-F089-4EC1-8A18-BD60DE033737}" dt="2024-12-15T22:31:41.263" v="23" actId="27614"/>
        <pc:sldMkLst>
          <pc:docMk/>
          <pc:sldMk cId="2798828515" sldId="261"/>
        </pc:sldMkLst>
        <pc:picChg chg="add mod">
          <ac:chgData name="Luiza Briana Grether" userId="33b05ef5-dde0-4e2c-af71-3f0410b5559e" providerId="ADAL" clId="{9DFE6B6B-F089-4EC1-8A18-BD60DE033737}" dt="2024-12-15T22:31:41.263" v="23" actId="27614"/>
          <ac:picMkLst>
            <pc:docMk/>
            <pc:sldMk cId="2798828515" sldId="261"/>
            <ac:picMk id="5" creationId="{F4831AA2-CD6B-6CA4-BAA7-983F5A6FD754}"/>
          </ac:picMkLst>
        </pc:picChg>
      </pc:sldChg>
      <pc:sldChg chg="del">
        <pc:chgData name="Luiza Briana Grether" userId="33b05ef5-dde0-4e2c-af71-3f0410b5559e" providerId="ADAL" clId="{9DFE6B6B-F089-4EC1-8A18-BD60DE033737}" dt="2024-12-15T22:24:36.257" v="1" actId="47"/>
        <pc:sldMkLst>
          <pc:docMk/>
          <pc:sldMk cId="3770203671" sldId="261"/>
        </pc:sldMkLst>
      </pc:sldChg>
      <pc:sldChg chg="del">
        <pc:chgData name="Luiza Briana Grether" userId="33b05ef5-dde0-4e2c-af71-3f0410b5559e" providerId="ADAL" clId="{9DFE6B6B-F089-4EC1-8A18-BD60DE033737}" dt="2024-12-15T22:24:36.257" v="1" actId="47"/>
        <pc:sldMkLst>
          <pc:docMk/>
          <pc:sldMk cId="1060996210" sldId="262"/>
        </pc:sldMkLst>
      </pc:sldChg>
      <pc:sldChg chg="addSp modSp new mod">
        <pc:chgData name="Luiza Briana Grether" userId="33b05ef5-dde0-4e2c-af71-3f0410b5559e" providerId="ADAL" clId="{9DFE6B6B-F089-4EC1-8A18-BD60DE033737}" dt="2024-12-15T22:31:46.506" v="26" actId="27614"/>
        <pc:sldMkLst>
          <pc:docMk/>
          <pc:sldMk cId="1684926294" sldId="262"/>
        </pc:sldMkLst>
        <pc:picChg chg="add mod">
          <ac:chgData name="Luiza Briana Grether" userId="33b05ef5-dde0-4e2c-af71-3f0410b5559e" providerId="ADAL" clId="{9DFE6B6B-F089-4EC1-8A18-BD60DE033737}" dt="2024-12-15T22:31:46.506" v="26" actId="27614"/>
          <ac:picMkLst>
            <pc:docMk/>
            <pc:sldMk cId="1684926294" sldId="262"/>
            <ac:picMk id="5" creationId="{D0B54E0C-9D8D-8447-CE73-66F77BDD9BF4}"/>
          </ac:picMkLst>
        </pc:picChg>
      </pc:sldChg>
      <pc:sldChg chg="del">
        <pc:chgData name="Luiza Briana Grether" userId="33b05ef5-dde0-4e2c-af71-3f0410b5559e" providerId="ADAL" clId="{9DFE6B6B-F089-4EC1-8A18-BD60DE033737}" dt="2024-12-15T22:24:36.257" v="1" actId="47"/>
        <pc:sldMkLst>
          <pc:docMk/>
          <pc:sldMk cId="735048995" sldId="263"/>
        </pc:sldMkLst>
      </pc:sldChg>
      <pc:sldChg chg="addSp modSp new mod">
        <pc:chgData name="Luiza Briana Grether" userId="33b05ef5-dde0-4e2c-af71-3f0410b5559e" providerId="ADAL" clId="{9DFE6B6B-F089-4EC1-8A18-BD60DE033737}" dt="2024-12-15T22:31:51.206" v="29" actId="962"/>
        <pc:sldMkLst>
          <pc:docMk/>
          <pc:sldMk cId="3084504835" sldId="263"/>
        </pc:sldMkLst>
        <pc:picChg chg="add mod">
          <ac:chgData name="Luiza Briana Grether" userId="33b05ef5-dde0-4e2c-af71-3f0410b5559e" providerId="ADAL" clId="{9DFE6B6B-F089-4EC1-8A18-BD60DE033737}" dt="2024-12-15T22:31:51.206" v="29" actId="962"/>
          <ac:picMkLst>
            <pc:docMk/>
            <pc:sldMk cId="3084504835" sldId="263"/>
            <ac:picMk id="5" creationId="{C7B0B814-05E6-7ED5-D399-A937A59880A3}"/>
          </ac:picMkLst>
        </pc:picChg>
      </pc:sldChg>
      <pc:sldChg chg="del">
        <pc:chgData name="Luiza Briana Grether" userId="33b05ef5-dde0-4e2c-af71-3f0410b5559e" providerId="ADAL" clId="{9DFE6B6B-F089-4EC1-8A18-BD60DE033737}" dt="2024-12-15T22:24:36.257" v="1" actId="47"/>
        <pc:sldMkLst>
          <pc:docMk/>
          <pc:sldMk cId="1132087079" sldId="264"/>
        </pc:sldMkLst>
      </pc:sldChg>
      <pc:sldChg chg="addSp modSp new mod">
        <pc:chgData name="Luiza Briana Grether" userId="33b05ef5-dde0-4e2c-af71-3f0410b5559e" providerId="ADAL" clId="{9DFE6B6B-F089-4EC1-8A18-BD60DE033737}" dt="2024-12-15T22:32:09.624" v="32" actId="27614"/>
        <pc:sldMkLst>
          <pc:docMk/>
          <pc:sldMk cId="3934099269" sldId="264"/>
        </pc:sldMkLst>
        <pc:picChg chg="add mod">
          <ac:chgData name="Luiza Briana Grether" userId="33b05ef5-dde0-4e2c-af71-3f0410b5559e" providerId="ADAL" clId="{9DFE6B6B-F089-4EC1-8A18-BD60DE033737}" dt="2024-12-15T22:32:09.624" v="32" actId="27614"/>
          <ac:picMkLst>
            <pc:docMk/>
            <pc:sldMk cId="3934099269" sldId="264"/>
            <ac:picMk id="5" creationId="{5FA7072F-F4DE-EC89-FEB1-76F8BEB777F1}"/>
          </ac:picMkLst>
        </pc:picChg>
      </pc:sldChg>
      <pc:sldChg chg="del">
        <pc:chgData name="Luiza Briana Grether" userId="33b05ef5-dde0-4e2c-af71-3f0410b5559e" providerId="ADAL" clId="{9DFE6B6B-F089-4EC1-8A18-BD60DE033737}" dt="2024-12-15T22:24:36.257" v="1" actId="47"/>
        <pc:sldMkLst>
          <pc:docMk/>
          <pc:sldMk cId="2584547635" sldId="265"/>
        </pc:sldMkLst>
      </pc:sldChg>
      <pc:sldChg chg="addSp modSp new mod">
        <pc:chgData name="Luiza Briana Grether" userId="33b05ef5-dde0-4e2c-af71-3f0410b5559e" providerId="ADAL" clId="{9DFE6B6B-F089-4EC1-8A18-BD60DE033737}" dt="2024-12-15T22:32:12.614" v="35" actId="27614"/>
        <pc:sldMkLst>
          <pc:docMk/>
          <pc:sldMk cId="3308737555" sldId="265"/>
        </pc:sldMkLst>
        <pc:picChg chg="add mod">
          <ac:chgData name="Luiza Briana Grether" userId="33b05ef5-dde0-4e2c-af71-3f0410b5559e" providerId="ADAL" clId="{9DFE6B6B-F089-4EC1-8A18-BD60DE033737}" dt="2024-12-15T22:32:12.614" v="35" actId="27614"/>
          <ac:picMkLst>
            <pc:docMk/>
            <pc:sldMk cId="3308737555" sldId="265"/>
            <ac:picMk id="5" creationId="{5AF81524-246D-3C30-B715-B3282F52072F}"/>
          </ac:picMkLst>
        </pc:picChg>
      </pc:sldChg>
      <pc:sldChg chg="del">
        <pc:chgData name="Luiza Briana Grether" userId="33b05ef5-dde0-4e2c-af71-3f0410b5559e" providerId="ADAL" clId="{9DFE6B6B-F089-4EC1-8A18-BD60DE033737}" dt="2024-12-15T22:24:36.257" v="1" actId="47"/>
        <pc:sldMkLst>
          <pc:docMk/>
          <pc:sldMk cId="2001626292" sldId="266"/>
        </pc:sldMkLst>
      </pc:sldChg>
      <pc:sldChg chg="addSp modSp new mod">
        <pc:chgData name="Luiza Briana Grether" userId="33b05ef5-dde0-4e2c-af71-3f0410b5559e" providerId="ADAL" clId="{9DFE6B6B-F089-4EC1-8A18-BD60DE033737}" dt="2024-12-15T22:32:21.374" v="39" actId="27614"/>
        <pc:sldMkLst>
          <pc:docMk/>
          <pc:sldMk cId="3161124614" sldId="266"/>
        </pc:sldMkLst>
        <pc:picChg chg="add mod">
          <ac:chgData name="Luiza Briana Grether" userId="33b05ef5-dde0-4e2c-af71-3f0410b5559e" providerId="ADAL" clId="{9DFE6B6B-F089-4EC1-8A18-BD60DE033737}" dt="2024-12-15T22:32:21.374" v="39" actId="27614"/>
          <ac:picMkLst>
            <pc:docMk/>
            <pc:sldMk cId="3161124614" sldId="266"/>
            <ac:picMk id="5" creationId="{4FBDD951-2F3D-6342-B4CB-B9DF2305041E}"/>
          </ac:picMkLst>
        </pc:picChg>
      </pc:sldChg>
      <pc:sldChg chg="del">
        <pc:chgData name="Luiza Briana Grether" userId="33b05ef5-dde0-4e2c-af71-3f0410b5559e" providerId="ADAL" clId="{9DFE6B6B-F089-4EC1-8A18-BD60DE033737}" dt="2024-12-15T22:24:36.257" v="1" actId="47"/>
        <pc:sldMkLst>
          <pc:docMk/>
          <pc:sldMk cId="1971869915" sldId="267"/>
        </pc:sldMkLst>
      </pc:sldChg>
      <pc:sldChg chg="addSp delSp modSp new mod modClrScheme chgLayout">
        <pc:chgData name="Luiza Briana Grether" userId="33b05ef5-dde0-4e2c-af71-3f0410b5559e" providerId="ADAL" clId="{9DFE6B6B-F089-4EC1-8A18-BD60DE033737}" dt="2024-12-15T22:32:53.992" v="50"/>
        <pc:sldMkLst>
          <pc:docMk/>
          <pc:sldMk cId="3468190303" sldId="267"/>
        </pc:sldMkLst>
        <pc:spChg chg="del mod ord">
          <ac:chgData name="Luiza Briana Grether" userId="33b05ef5-dde0-4e2c-af71-3f0410b5559e" providerId="ADAL" clId="{9DFE6B6B-F089-4EC1-8A18-BD60DE033737}" dt="2024-12-15T22:32:37.273" v="40" actId="700"/>
          <ac:spMkLst>
            <pc:docMk/>
            <pc:sldMk cId="3468190303" sldId="267"/>
            <ac:spMk id="2" creationId="{0D6C252C-228C-2167-DFB7-93C59505C979}"/>
          </ac:spMkLst>
        </pc:spChg>
        <pc:spChg chg="del mod ord">
          <ac:chgData name="Luiza Briana Grether" userId="33b05ef5-dde0-4e2c-af71-3f0410b5559e" providerId="ADAL" clId="{9DFE6B6B-F089-4EC1-8A18-BD60DE033737}" dt="2024-12-15T22:32:37.273" v="40" actId="700"/>
          <ac:spMkLst>
            <pc:docMk/>
            <pc:sldMk cId="3468190303" sldId="267"/>
            <ac:spMk id="3" creationId="{449EFA52-7777-972B-394A-41BE48DAF46B}"/>
          </ac:spMkLst>
        </pc:spChg>
        <pc:spChg chg="add mod ord">
          <ac:chgData name="Luiza Briana Grether" userId="33b05ef5-dde0-4e2c-af71-3f0410b5559e" providerId="ADAL" clId="{9DFE6B6B-F089-4EC1-8A18-BD60DE033737}" dt="2024-12-15T22:32:42.974" v="45" actId="403"/>
          <ac:spMkLst>
            <pc:docMk/>
            <pc:sldMk cId="3468190303" sldId="267"/>
            <ac:spMk id="4" creationId="{18081A5D-F9A4-BFD9-72B7-71F13AC6F5FB}"/>
          </ac:spMkLst>
        </pc:spChg>
        <pc:spChg chg="add del mod ord">
          <ac:chgData name="Luiza Briana Grether" userId="33b05ef5-dde0-4e2c-af71-3f0410b5559e" providerId="ADAL" clId="{9DFE6B6B-F089-4EC1-8A18-BD60DE033737}" dt="2024-12-15T22:32:53.992" v="50"/>
          <ac:spMkLst>
            <pc:docMk/>
            <pc:sldMk cId="3468190303" sldId="267"/>
            <ac:spMk id="5" creationId="{209B5B38-C70D-98CC-C309-159C2577724A}"/>
          </ac:spMkLst>
        </pc:spChg>
        <pc:spChg chg="add mod ord">
          <ac:chgData name="Luiza Briana Grether" userId="33b05ef5-dde0-4e2c-af71-3f0410b5559e" providerId="ADAL" clId="{9DFE6B6B-F089-4EC1-8A18-BD60DE033737}" dt="2024-12-15T22:32:48.198" v="47" actId="20577"/>
          <ac:spMkLst>
            <pc:docMk/>
            <pc:sldMk cId="3468190303" sldId="267"/>
            <ac:spMk id="6" creationId="{B11361DC-7251-2B3B-DB25-35FE607BB0E7}"/>
          </ac:spMkLst>
        </pc:spChg>
        <pc:picChg chg="add del mod">
          <ac:chgData name="Luiza Briana Grether" userId="33b05ef5-dde0-4e2c-af71-3f0410b5559e" providerId="ADAL" clId="{9DFE6B6B-F089-4EC1-8A18-BD60DE033737}" dt="2024-12-15T22:32:53.479" v="49" actId="21"/>
          <ac:picMkLst>
            <pc:docMk/>
            <pc:sldMk cId="3468190303" sldId="267"/>
            <ac:picMk id="7" creationId="{4B221115-D2FC-18F4-1F1F-5E43CFCBE92A}"/>
          </ac:picMkLst>
        </pc:picChg>
        <pc:picChg chg="add mod">
          <ac:chgData name="Luiza Briana Grether" userId="33b05ef5-dde0-4e2c-af71-3f0410b5559e" providerId="ADAL" clId="{9DFE6B6B-F089-4EC1-8A18-BD60DE033737}" dt="2024-12-15T22:32:53.992" v="50"/>
          <ac:picMkLst>
            <pc:docMk/>
            <pc:sldMk cId="3468190303" sldId="267"/>
            <ac:picMk id="8" creationId="{4B221115-D2FC-18F4-1F1F-5E43CFCBE92A}"/>
          </ac:picMkLst>
        </pc:picChg>
      </pc:sldChg>
      <pc:sldChg chg="addSp delSp modSp new mod modClrScheme chgLayout">
        <pc:chgData name="Luiza Briana Grether" userId="33b05ef5-dde0-4e2c-af71-3f0410b5559e" providerId="ADAL" clId="{9DFE6B6B-F089-4EC1-8A18-BD60DE033737}" dt="2024-12-15T22:33:14.381" v="58"/>
        <pc:sldMkLst>
          <pc:docMk/>
          <pc:sldMk cId="310857222" sldId="268"/>
        </pc:sldMkLst>
        <pc:spChg chg="del mod ord">
          <ac:chgData name="Luiza Briana Grether" userId="33b05ef5-dde0-4e2c-af71-3f0410b5559e" providerId="ADAL" clId="{9DFE6B6B-F089-4EC1-8A18-BD60DE033737}" dt="2024-12-15T22:33:01.476" v="52" actId="700"/>
          <ac:spMkLst>
            <pc:docMk/>
            <pc:sldMk cId="310857222" sldId="268"/>
            <ac:spMk id="2" creationId="{B13B0AF6-4EBC-B2F0-23AD-DD66A81BED55}"/>
          </ac:spMkLst>
        </pc:spChg>
        <pc:spChg chg="del mod ord">
          <ac:chgData name="Luiza Briana Grether" userId="33b05ef5-dde0-4e2c-af71-3f0410b5559e" providerId="ADAL" clId="{9DFE6B6B-F089-4EC1-8A18-BD60DE033737}" dt="2024-12-15T22:33:01.476" v="52" actId="700"/>
          <ac:spMkLst>
            <pc:docMk/>
            <pc:sldMk cId="310857222" sldId="268"/>
            <ac:spMk id="3" creationId="{8EE8138B-3F0A-7D7D-7A0C-7236B79A4E3D}"/>
          </ac:spMkLst>
        </pc:spChg>
        <pc:spChg chg="del mod ord">
          <ac:chgData name="Luiza Briana Grether" userId="33b05ef5-dde0-4e2c-af71-3f0410b5559e" providerId="ADAL" clId="{9DFE6B6B-F089-4EC1-8A18-BD60DE033737}" dt="2024-12-15T22:33:01.476" v="52" actId="700"/>
          <ac:spMkLst>
            <pc:docMk/>
            <pc:sldMk cId="310857222" sldId="268"/>
            <ac:spMk id="4" creationId="{3D25C4FD-D155-F96F-4802-8BC4502F1676}"/>
          </ac:spMkLst>
        </pc:spChg>
        <pc:spChg chg="add del mod ord">
          <ac:chgData name="Luiza Briana Grether" userId="33b05ef5-dde0-4e2c-af71-3f0410b5559e" providerId="ADAL" clId="{9DFE6B6B-F089-4EC1-8A18-BD60DE033737}" dt="2024-12-15T22:33:03.966" v="54" actId="478"/>
          <ac:spMkLst>
            <pc:docMk/>
            <pc:sldMk cId="310857222" sldId="268"/>
            <ac:spMk id="5" creationId="{D9388541-3621-2D46-D1A0-E4E4B6DAF9B6}"/>
          </ac:spMkLst>
        </pc:spChg>
        <pc:spChg chg="add del mod ord">
          <ac:chgData name="Luiza Briana Grether" userId="33b05ef5-dde0-4e2c-af71-3f0410b5559e" providerId="ADAL" clId="{9DFE6B6B-F089-4EC1-8A18-BD60DE033737}" dt="2024-12-15T22:33:04.795" v="55" actId="478"/>
          <ac:spMkLst>
            <pc:docMk/>
            <pc:sldMk cId="310857222" sldId="268"/>
            <ac:spMk id="6" creationId="{A9215A65-4B71-4CCF-8E03-B6CCD3DDD872}"/>
          </ac:spMkLst>
        </pc:spChg>
        <pc:spChg chg="add del mod ord">
          <ac:chgData name="Luiza Briana Grether" userId="33b05ef5-dde0-4e2c-af71-3f0410b5559e" providerId="ADAL" clId="{9DFE6B6B-F089-4EC1-8A18-BD60DE033737}" dt="2024-12-15T22:33:06.597" v="57" actId="478"/>
          <ac:spMkLst>
            <pc:docMk/>
            <pc:sldMk cId="310857222" sldId="268"/>
            <ac:spMk id="7" creationId="{D8424BAA-0812-E737-5BE2-9CDD83496598}"/>
          </ac:spMkLst>
        </pc:spChg>
        <pc:spChg chg="add del mod ord">
          <ac:chgData name="Luiza Briana Grether" userId="33b05ef5-dde0-4e2c-af71-3f0410b5559e" providerId="ADAL" clId="{9DFE6B6B-F089-4EC1-8A18-BD60DE033737}" dt="2024-12-15T22:33:05.965" v="56" actId="478"/>
          <ac:spMkLst>
            <pc:docMk/>
            <pc:sldMk cId="310857222" sldId="268"/>
            <ac:spMk id="8" creationId="{0E597B0F-B3E9-153C-EDCC-BB7F2B03A99C}"/>
          </ac:spMkLst>
        </pc:spChg>
        <pc:spChg chg="add mod">
          <ac:chgData name="Luiza Briana Grether" userId="33b05ef5-dde0-4e2c-af71-3f0410b5559e" providerId="ADAL" clId="{9DFE6B6B-F089-4EC1-8A18-BD60DE033737}" dt="2024-12-15T22:33:14.381" v="58"/>
          <ac:spMkLst>
            <pc:docMk/>
            <pc:sldMk cId="310857222" sldId="268"/>
            <ac:spMk id="9" creationId="{FFC308F7-BCFB-9E22-ECC2-E7C0BF3D3DB5}"/>
          </ac:spMkLst>
        </pc:spChg>
        <pc:spChg chg="add mod">
          <ac:chgData name="Luiza Briana Grether" userId="33b05ef5-dde0-4e2c-af71-3f0410b5559e" providerId="ADAL" clId="{9DFE6B6B-F089-4EC1-8A18-BD60DE033737}" dt="2024-12-15T22:33:14.381" v="58"/>
          <ac:spMkLst>
            <pc:docMk/>
            <pc:sldMk cId="310857222" sldId="268"/>
            <ac:spMk id="10" creationId="{E7CC6151-5446-0249-1033-5EA8AA312A19}"/>
          </ac:spMkLst>
        </pc:spChg>
        <pc:picChg chg="add mod">
          <ac:chgData name="Luiza Briana Grether" userId="33b05ef5-dde0-4e2c-af71-3f0410b5559e" providerId="ADAL" clId="{9DFE6B6B-F089-4EC1-8A18-BD60DE033737}" dt="2024-12-15T22:33:14.381" v="58"/>
          <ac:picMkLst>
            <pc:docMk/>
            <pc:sldMk cId="310857222" sldId="268"/>
            <ac:picMk id="11" creationId="{BEC1D876-2871-5256-6727-7A0493008F35}"/>
          </ac:picMkLst>
        </pc:picChg>
      </pc:sldChg>
      <pc:sldChg chg="del">
        <pc:chgData name="Luiza Briana Grether" userId="33b05ef5-dde0-4e2c-af71-3f0410b5559e" providerId="ADAL" clId="{9DFE6B6B-F089-4EC1-8A18-BD60DE033737}" dt="2024-12-15T22:24:36.257" v="1" actId="47"/>
        <pc:sldMkLst>
          <pc:docMk/>
          <pc:sldMk cId="1205183785" sldId="268"/>
        </pc:sldMkLst>
      </pc:sldChg>
      <pc:sldChg chg="del">
        <pc:chgData name="Luiza Briana Grether" userId="33b05ef5-dde0-4e2c-af71-3f0410b5559e" providerId="ADAL" clId="{9DFE6B6B-F089-4EC1-8A18-BD60DE033737}" dt="2024-12-15T22:24:36.257" v="1" actId="47"/>
        <pc:sldMkLst>
          <pc:docMk/>
          <pc:sldMk cId="1072377310" sldId="269"/>
        </pc:sldMkLst>
      </pc:sldChg>
      <pc:sldChg chg="addSp delSp modSp new mod modClrScheme chgLayout">
        <pc:chgData name="Luiza Briana Grether" userId="33b05ef5-dde0-4e2c-af71-3f0410b5559e" providerId="ADAL" clId="{9DFE6B6B-F089-4EC1-8A18-BD60DE033737}" dt="2024-12-15T22:33:35.357" v="65" actId="27614"/>
        <pc:sldMkLst>
          <pc:docMk/>
          <pc:sldMk cId="2714862983" sldId="269"/>
        </pc:sldMkLst>
        <pc:spChg chg="del">
          <ac:chgData name="Luiza Briana Grether" userId="33b05ef5-dde0-4e2c-af71-3f0410b5559e" providerId="ADAL" clId="{9DFE6B6B-F089-4EC1-8A18-BD60DE033737}" dt="2024-12-15T22:33:22.231" v="60" actId="6264"/>
          <ac:spMkLst>
            <pc:docMk/>
            <pc:sldMk cId="2714862983" sldId="269"/>
            <ac:spMk id="2" creationId="{87A83AEF-7231-D688-CAEE-124D5C4883E3}"/>
          </ac:spMkLst>
        </pc:spChg>
        <pc:spChg chg="del">
          <ac:chgData name="Luiza Briana Grether" userId="33b05ef5-dde0-4e2c-af71-3f0410b5559e" providerId="ADAL" clId="{9DFE6B6B-F089-4EC1-8A18-BD60DE033737}" dt="2024-12-15T22:33:22.231" v="60" actId="6264"/>
          <ac:spMkLst>
            <pc:docMk/>
            <pc:sldMk cId="2714862983" sldId="269"/>
            <ac:spMk id="3" creationId="{D899EFA3-00E8-002D-BE14-7BBB3CC6C9AA}"/>
          </ac:spMkLst>
        </pc:spChg>
        <pc:spChg chg="del">
          <ac:chgData name="Luiza Briana Grether" userId="33b05ef5-dde0-4e2c-af71-3f0410b5559e" providerId="ADAL" clId="{9DFE6B6B-F089-4EC1-8A18-BD60DE033737}" dt="2024-12-15T22:33:22.231" v="60" actId="6264"/>
          <ac:spMkLst>
            <pc:docMk/>
            <pc:sldMk cId="2714862983" sldId="269"/>
            <ac:spMk id="4" creationId="{5C42E7B5-C3E0-03F5-6424-9C594C3C4851}"/>
          </ac:spMkLst>
        </pc:spChg>
        <pc:spChg chg="del">
          <ac:chgData name="Luiza Briana Grether" userId="33b05ef5-dde0-4e2c-af71-3f0410b5559e" providerId="ADAL" clId="{9DFE6B6B-F089-4EC1-8A18-BD60DE033737}" dt="2024-12-15T22:33:22.231" v="60" actId="6264"/>
          <ac:spMkLst>
            <pc:docMk/>
            <pc:sldMk cId="2714862983" sldId="269"/>
            <ac:spMk id="5" creationId="{B41EA38E-A6B9-DAF0-E4EE-A712BCA71BB4}"/>
          </ac:spMkLst>
        </pc:spChg>
        <pc:spChg chg="add del mod ord">
          <ac:chgData name="Luiza Briana Grether" userId="33b05ef5-dde0-4e2c-af71-3f0410b5559e" providerId="ADAL" clId="{9DFE6B6B-F089-4EC1-8A18-BD60DE033737}" dt="2024-12-15T22:33:25.596" v="62" actId="700"/>
          <ac:spMkLst>
            <pc:docMk/>
            <pc:sldMk cId="2714862983" sldId="269"/>
            <ac:spMk id="6" creationId="{0055F05D-BFC4-F0E4-F7AA-224B701509CC}"/>
          </ac:spMkLst>
        </pc:spChg>
        <pc:spChg chg="add del mod ord">
          <ac:chgData name="Luiza Briana Grether" userId="33b05ef5-dde0-4e2c-af71-3f0410b5559e" providerId="ADAL" clId="{9DFE6B6B-F089-4EC1-8A18-BD60DE033737}" dt="2024-12-15T22:33:25.596" v="62" actId="700"/>
          <ac:spMkLst>
            <pc:docMk/>
            <pc:sldMk cId="2714862983" sldId="269"/>
            <ac:spMk id="7" creationId="{212ABF85-821A-6CF9-E80E-85FA7222601D}"/>
          </ac:spMkLst>
        </pc:spChg>
        <pc:spChg chg="add del mod ord">
          <ac:chgData name="Luiza Briana Grether" userId="33b05ef5-dde0-4e2c-af71-3f0410b5559e" providerId="ADAL" clId="{9DFE6B6B-F089-4EC1-8A18-BD60DE033737}" dt="2024-12-15T22:33:25.596" v="62" actId="700"/>
          <ac:spMkLst>
            <pc:docMk/>
            <pc:sldMk cId="2714862983" sldId="269"/>
            <ac:spMk id="8" creationId="{29DBC99C-344D-96DD-EE17-942BDBB80463}"/>
          </ac:spMkLst>
        </pc:spChg>
        <pc:spChg chg="add del mod ord">
          <ac:chgData name="Luiza Briana Grether" userId="33b05ef5-dde0-4e2c-af71-3f0410b5559e" providerId="ADAL" clId="{9DFE6B6B-F089-4EC1-8A18-BD60DE033737}" dt="2024-12-15T22:33:25.596" v="62" actId="700"/>
          <ac:spMkLst>
            <pc:docMk/>
            <pc:sldMk cId="2714862983" sldId="269"/>
            <ac:spMk id="9" creationId="{DD947FFB-B3F2-1710-4DFD-CFACBF9A4FE3}"/>
          </ac:spMkLst>
        </pc:spChg>
        <pc:spChg chg="add mod ord">
          <ac:chgData name="Luiza Briana Grether" userId="33b05ef5-dde0-4e2c-af71-3f0410b5559e" providerId="ADAL" clId="{9DFE6B6B-F089-4EC1-8A18-BD60DE033737}" dt="2024-12-15T22:33:25.596" v="62" actId="700"/>
          <ac:spMkLst>
            <pc:docMk/>
            <pc:sldMk cId="2714862983" sldId="269"/>
            <ac:spMk id="10" creationId="{1BC07642-FECC-EBDB-5E50-6C03A7A78B73}"/>
          </ac:spMkLst>
        </pc:spChg>
        <pc:spChg chg="add mod ord">
          <ac:chgData name="Luiza Briana Grether" userId="33b05ef5-dde0-4e2c-af71-3f0410b5559e" providerId="ADAL" clId="{9DFE6B6B-F089-4EC1-8A18-BD60DE033737}" dt="2024-12-15T22:33:25.596" v="62" actId="700"/>
          <ac:spMkLst>
            <pc:docMk/>
            <pc:sldMk cId="2714862983" sldId="269"/>
            <ac:spMk id="11" creationId="{66A2C3F5-27F2-48F0-94EB-DAE2F76DD4D2}"/>
          </ac:spMkLst>
        </pc:spChg>
        <pc:picChg chg="add mod">
          <ac:chgData name="Luiza Briana Grether" userId="33b05ef5-dde0-4e2c-af71-3f0410b5559e" providerId="ADAL" clId="{9DFE6B6B-F089-4EC1-8A18-BD60DE033737}" dt="2024-12-15T22:33:35.357" v="65" actId="27614"/>
          <ac:picMkLst>
            <pc:docMk/>
            <pc:sldMk cId="2714862983" sldId="269"/>
            <ac:picMk id="13" creationId="{4DFEA4EF-6157-DE85-EF94-4F7EDB37B0D5}"/>
          </ac:picMkLst>
        </pc:picChg>
      </pc:sldChg>
      <pc:sldChg chg="addSp modSp new mod">
        <pc:chgData name="Luiza Briana Grether" userId="33b05ef5-dde0-4e2c-af71-3f0410b5559e" providerId="ADAL" clId="{9DFE6B6B-F089-4EC1-8A18-BD60DE033737}" dt="2024-12-15T22:33:41.444" v="68" actId="962"/>
        <pc:sldMkLst>
          <pc:docMk/>
          <pc:sldMk cId="937987017" sldId="270"/>
        </pc:sldMkLst>
        <pc:picChg chg="add mod">
          <ac:chgData name="Luiza Briana Grether" userId="33b05ef5-dde0-4e2c-af71-3f0410b5559e" providerId="ADAL" clId="{9DFE6B6B-F089-4EC1-8A18-BD60DE033737}" dt="2024-12-15T22:33:41.444" v="68" actId="962"/>
          <ac:picMkLst>
            <pc:docMk/>
            <pc:sldMk cId="937987017" sldId="270"/>
            <ac:picMk id="5" creationId="{97BCF58E-DC4D-EA86-05B4-29CB89A50D3D}"/>
          </ac:picMkLst>
        </pc:picChg>
      </pc:sldChg>
      <pc:sldChg chg="del">
        <pc:chgData name="Luiza Briana Grether" userId="33b05ef5-dde0-4e2c-af71-3f0410b5559e" providerId="ADAL" clId="{9DFE6B6B-F089-4EC1-8A18-BD60DE033737}" dt="2024-12-15T22:24:36.257" v="1" actId="47"/>
        <pc:sldMkLst>
          <pc:docMk/>
          <pc:sldMk cId="3979635850" sldId="270"/>
        </pc:sldMkLst>
      </pc:sldChg>
      <pc:sldChg chg="del">
        <pc:chgData name="Luiza Briana Grether" userId="33b05ef5-dde0-4e2c-af71-3f0410b5559e" providerId="ADAL" clId="{9DFE6B6B-F089-4EC1-8A18-BD60DE033737}" dt="2024-12-15T22:24:36.257" v="1" actId="47"/>
        <pc:sldMkLst>
          <pc:docMk/>
          <pc:sldMk cId="727386013" sldId="271"/>
        </pc:sldMkLst>
      </pc:sldChg>
      <pc:sldChg chg="addSp modSp new mod">
        <pc:chgData name="Luiza Briana Grether" userId="33b05ef5-dde0-4e2c-af71-3f0410b5559e" providerId="ADAL" clId="{9DFE6B6B-F089-4EC1-8A18-BD60DE033737}" dt="2024-12-15T22:33:59.609" v="73" actId="27614"/>
        <pc:sldMkLst>
          <pc:docMk/>
          <pc:sldMk cId="2781532611" sldId="271"/>
        </pc:sldMkLst>
        <pc:picChg chg="add mod">
          <ac:chgData name="Luiza Briana Grether" userId="33b05ef5-dde0-4e2c-af71-3f0410b5559e" providerId="ADAL" clId="{9DFE6B6B-F089-4EC1-8A18-BD60DE033737}" dt="2024-12-15T22:33:59.609" v="73" actId="27614"/>
          <ac:picMkLst>
            <pc:docMk/>
            <pc:sldMk cId="2781532611" sldId="271"/>
            <ac:picMk id="5" creationId="{52FD7618-D08D-13B8-E3E8-4EFF9286D6A5}"/>
          </ac:picMkLst>
        </pc:picChg>
      </pc:sldChg>
      <pc:sldChg chg="addSp modSp new mod">
        <pc:chgData name="Luiza Briana Grether" userId="33b05ef5-dde0-4e2c-af71-3f0410b5559e" providerId="ADAL" clId="{9DFE6B6B-F089-4EC1-8A18-BD60DE033737}" dt="2024-12-15T22:33:59.719" v="76" actId="962"/>
        <pc:sldMkLst>
          <pc:docMk/>
          <pc:sldMk cId="109675811" sldId="272"/>
        </pc:sldMkLst>
        <pc:picChg chg="add mod">
          <ac:chgData name="Luiza Briana Grether" userId="33b05ef5-dde0-4e2c-af71-3f0410b5559e" providerId="ADAL" clId="{9DFE6B6B-F089-4EC1-8A18-BD60DE033737}" dt="2024-12-15T22:33:59.719" v="76" actId="962"/>
          <ac:picMkLst>
            <pc:docMk/>
            <pc:sldMk cId="109675811" sldId="272"/>
            <ac:picMk id="5" creationId="{93D4F779-0F2F-DDA0-71F8-A73C0E083EF7}"/>
          </ac:picMkLst>
        </pc:picChg>
      </pc:sldChg>
      <pc:sldChg chg="del">
        <pc:chgData name="Luiza Briana Grether" userId="33b05ef5-dde0-4e2c-af71-3f0410b5559e" providerId="ADAL" clId="{9DFE6B6B-F089-4EC1-8A18-BD60DE033737}" dt="2024-12-15T22:24:36.257" v="1" actId="47"/>
        <pc:sldMkLst>
          <pc:docMk/>
          <pc:sldMk cId="2727648028" sldId="272"/>
        </pc:sldMkLst>
      </pc:sldChg>
      <pc:sldChg chg="addSp modSp new mod">
        <pc:chgData name="Luiza Briana Grether" userId="33b05ef5-dde0-4e2c-af71-3f0410b5559e" providerId="ADAL" clId="{9DFE6B6B-F089-4EC1-8A18-BD60DE033737}" dt="2024-12-15T22:34:06.408" v="80" actId="27614"/>
        <pc:sldMkLst>
          <pc:docMk/>
          <pc:sldMk cId="3575293656" sldId="273"/>
        </pc:sldMkLst>
        <pc:picChg chg="add mod">
          <ac:chgData name="Luiza Briana Grether" userId="33b05ef5-dde0-4e2c-af71-3f0410b5559e" providerId="ADAL" clId="{9DFE6B6B-F089-4EC1-8A18-BD60DE033737}" dt="2024-12-15T22:34:06.408" v="80" actId="27614"/>
          <ac:picMkLst>
            <pc:docMk/>
            <pc:sldMk cId="3575293656" sldId="273"/>
            <ac:picMk id="5" creationId="{D811FACF-FC83-A97D-B816-C4E04EC462B8}"/>
          </ac:picMkLst>
        </pc:picChg>
      </pc:sldChg>
      <pc:sldChg chg="addSp delSp modSp new mod modClrScheme chgLayout">
        <pc:chgData name="Luiza Briana Grether" userId="33b05ef5-dde0-4e2c-af71-3f0410b5559e" providerId="ADAL" clId="{9DFE6B6B-F089-4EC1-8A18-BD60DE033737}" dt="2024-12-15T22:34:24.279" v="85" actId="20577"/>
        <pc:sldMkLst>
          <pc:docMk/>
          <pc:sldMk cId="3486429054" sldId="274"/>
        </pc:sldMkLst>
        <pc:spChg chg="del mod ord">
          <ac:chgData name="Luiza Briana Grether" userId="33b05ef5-dde0-4e2c-af71-3f0410b5559e" providerId="ADAL" clId="{9DFE6B6B-F089-4EC1-8A18-BD60DE033737}" dt="2024-12-15T22:34:17.601" v="81" actId="700"/>
          <ac:spMkLst>
            <pc:docMk/>
            <pc:sldMk cId="3486429054" sldId="274"/>
            <ac:spMk id="2" creationId="{846B078D-473E-D000-FCD2-F1B46519DA86}"/>
          </ac:spMkLst>
        </pc:spChg>
        <pc:spChg chg="del mod ord">
          <ac:chgData name="Luiza Briana Grether" userId="33b05ef5-dde0-4e2c-af71-3f0410b5559e" providerId="ADAL" clId="{9DFE6B6B-F089-4EC1-8A18-BD60DE033737}" dt="2024-12-15T22:34:17.601" v="81" actId="700"/>
          <ac:spMkLst>
            <pc:docMk/>
            <pc:sldMk cId="3486429054" sldId="274"/>
            <ac:spMk id="3" creationId="{54EACF4D-CB03-43A8-2A7A-C76AD30F02EB}"/>
          </ac:spMkLst>
        </pc:spChg>
        <pc:spChg chg="add mod ord">
          <ac:chgData name="Luiza Briana Grether" userId="33b05ef5-dde0-4e2c-af71-3f0410b5559e" providerId="ADAL" clId="{9DFE6B6B-F089-4EC1-8A18-BD60DE033737}" dt="2024-12-15T22:34:21.487" v="83" actId="20577"/>
          <ac:spMkLst>
            <pc:docMk/>
            <pc:sldMk cId="3486429054" sldId="274"/>
            <ac:spMk id="4" creationId="{A631CAD1-3191-352B-0DA5-7A9A6228EA96}"/>
          </ac:spMkLst>
        </pc:spChg>
        <pc:spChg chg="add mod ord">
          <ac:chgData name="Luiza Briana Grether" userId="33b05ef5-dde0-4e2c-af71-3f0410b5559e" providerId="ADAL" clId="{9DFE6B6B-F089-4EC1-8A18-BD60DE033737}" dt="2024-12-15T22:34:24.279" v="85" actId="20577"/>
          <ac:spMkLst>
            <pc:docMk/>
            <pc:sldMk cId="3486429054" sldId="274"/>
            <ac:spMk id="5" creationId="{BD6219C9-8C06-81B8-0465-2149E2E0B384}"/>
          </ac:spMkLst>
        </pc:spChg>
      </pc:sldChg>
      <pc:sldChg chg="addSp delSp modSp new mod modClrScheme chgLayout">
        <pc:chgData name="Luiza Briana Grether" userId="33b05ef5-dde0-4e2c-af71-3f0410b5559e" providerId="ADAL" clId="{9DFE6B6B-F089-4EC1-8A18-BD60DE033737}" dt="2024-12-15T22:35:01.635" v="96" actId="27614"/>
        <pc:sldMkLst>
          <pc:docMk/>
          <pc:sldMk cId="2118186121" sldId="275"/>
        </pc:sldMkLst>
        <pc:spChg chg="del mod ord">
          <ac:chgData name="Luiza Briana Grether" userId="33b05ef5-dde0-4e2c-af71-3f0410b5559e" providerId="ADAL" clId="{9DFE6B6B-F089-4EC1-8A18-BD60DE033737}" dt="2024-12-15T22:34:32.794" v="87" actId="700"/>
          <ac:spMkLst>
            <pc:docMk/>
            <pc:sldMk cId="2118186121" sldId="275"/>
            <ac:spMk id="2" creationId="{39B9B2A2-92D9-8B6F-8CF5-0EECE5C9ADD3}"/>
          </ac:spMkLst>
        </pc:spChg>
        <pc:spChg chg="del mod ord">
          <ac:chgData name="Luiza Briana Grether" userId="33b05ef5-dde0-4e2c-af71-3f0410b5559e" providerId="ADAL" clId="{9DFE6B6B-F089-4EC1-8A18-BD60DE033737}" dt="2024-12-15T22:34:32.794" v="87" actId="700"/>
          <ac:spMkLst>
            <pc:docMk/>
            <pc:sldMk cId="2118186121" sldId="275"/>
            <ac:spMk id="3" creationId="{1D756319-1562-FD5B-91A7-9237EB25E9BA}"/>
          </ac:spMkLst>
        </pc:spChg>
        <pc:spChg chg="add mod ord">
          <ac:chgData name="Luiza Briana Grether" userId="33b05ef5-dde0-4e2c-af71-3f0410b5559e" providerId="ADAL" clId="{9DFE6B6B-F089-4EC1-8A18-BD60DE033737}" dt="2024-12-15T22:34:36.102" v="90" actId="20577"/>
          <ac:spMkLst>
            <pc:docMk/>
            <pc:sldMk cId="2118186121" sldId="275"/>
            <ac:spMk id="4" creationId="{DC7B835B-DE5B-1098-6141-70D5FAC6F7A3}"/>
          </ac:spMkLst>
        </pc:spChg>
        <pc:spChg chg="add mod ord">
          <ac:chgData name="Luiza Briana Grether" userId="33b05ef5-dde0-4e2c-af71-3f0410b5559e" providerId="ADAL" clId="{9DFE6B6B-F089-4EC1-8A18-BD60DE033737}" dt="2024-12-15T22:34:39.637" v="92" actId="20577"/>
          <ac:spMkLst>
            <pc:docMk/>
            <pc:sldMk cId="2118186121" sldId="275"/>
            <ac:spMk id="5" creationId="{87DC9821-2099-F774-C55A-5697E250D736}"/>
          </ac:spMkLst>
        </pc:spChg>
        <pc:spChg chg="add del mod ord">
          <ac:chgData name="Luiza Briana Grether" userId="33b05ef5-dde0-4e2c-af71-3f0410b5559e" providerId="ADAL" clId="{9DFE6B6B-F089-4EC1-8A18-BD60DE033737}" dt="2024-12-15T22:35:00.748" v="95" actId="931"/>
          <ac:spMkLst>
            <pc:docMk/>
            <pc:sldMk cId="2118186121" sldId="275"/>
            <ac:spMk id="6" creationId="{54E94269-0A7F-A2D0-4320-48F508A43463}"/>
          </ac:spMkLst>
        </pc:spChg>
        <pc:spChg chg="add mod ord">
          <ac:chgData name="Luiza Briana Grether" userId="33b05ef5-dde0-4e2c-af71-3f0410b5559e" providerId="ADAL" clId="{9DFE6B6B-F089-4EC1-8A18-BD60DE033737}" dt="2024-12-15T22:34:46.062" v="94" actId="20577"/>
          <ac:spMkLst>
            <pc:docMk/>
            <pc:sldMk cId="2118186121" sldId="275"/>
            <ac:spMk id="7" creationId="{E28A1C0A-EC0B-9880-8E3A-3A107F295DCF}"/>
          </ac:spMkLst>
        </pc:spChg>
        <pc:picChg chg="add mod">
          <ac:chgData name="Luiza Briana Grether" userId="33b05ef5-dde0-4e2c-af71-3f0410b5559e" providerId="ADAL" clId="{9DFE6B6B-F089-4EC1-8A18-BD60DE033737}" dt="2024-12-15T22:35:01.635" v="96" actId="27614"/>
          <ac:picMkLst>
            <pc:docMk/>
            <pc:sldMk cId="2118186121" sldId="275"/>
            <ac:picMk id="9" creationId="{EB8EC409-F7F7-758E-2A4D-41BD27C701B8}"/>
          </ac:picMkLst>
        </pc:picChg>
      </pc:sldChg>
      <pc:sldChg chg="addSp delSp modSp new mod modClrScheme chgLayout">
        <pc:chgData name="Luiza Briana Grether" userId="33b05ef5-dde0-4e2c-af71-3f0410b5559e" providerId="ADAL" clId="{9DFE6B6B-F089-4EC1-8A18-BD60DE033737}" dt="2024-12-15T22:35:25.934" v="105" actId="27614"/>
        <pc:sldMkLst>
          <pc:docMk/>
          <pc:sldMk cId="1789589743" sldId="276"/>
        </pc:sldMkLst>
        <pc:spChg chg="del mod ord">
          <ac:chgData name="Luiza Briana Grether" userId="33b05ef5-dde0-4e2c-af71-3f0410b5559e" providerId="ADAL" clId="{9DFE6B6B-F089-4EC1-8A18-BD60DE033737}" dt="2024-12-15T22:35:10.445" v="98" actId="700"/>
          <ac:spMkLst>
            <pc:docMk/>
            <pc:sldMk cId="1789589743" sldId="276"/>
            <ac:spMk id="2" creationId="{C6FF3E81-D377-1FE1-D79C-9ACA280DCC7C}"/>
          </ac:spMkLst>
        </pc:spChg>
        <pc:spChg chg="del mod ord">
          <ac:chgData name="Luiza Briana Grether" userId="33b05ef5-dde0-4e2c-af71-3f0410b5559e" providerId="ADAL" clId="{9DFE6B6B-F089-4EC1-8A18-BD60DE033737}" dt="2024-12-15T22:35:10.445" v="98" actId="700"/>
          <ac:spMkLst>
            <pc:docMk/>
            <pc:sldMk cId="1789589743" sldId="276"/>
            <ac:spMk id="3" creationId="{563EDD6A-2B94-BC16-38B3-DD8957D4D1F0}"/>
          </ac:spMkLst>
        </pc:spChg>
        <pc:spChg chg="del mod ord">
          <ac:chgData name="Luiza Briana Grether" userId="33b05ef5-dde0-4e2c-af71-3f0410b5559e" providerId="ADAL" clId="{9DFE6B6B-F089-4EC1-8A18-BD60DE033737}" dt="2024-12-15T22:35:10.445" v="98" actId="700"/>
          <ac:spMkLst>
            <pc:docMk/>
            <pc:sldMk cId="1789589743" sldId="276"/>
            <ac:spMk id="4" creationId="{FD8BFFE2-DAA0-B2F3-F0A6-5C013F97D01D}"/>
          </ac:spMkLst>
        </pc:spChg>
        <pc:spChg chg="del">
          <ac:chgData name="Luiza Briana Grether" userId="33b05ef5-dde0-4e2c-af71-3f0410b5559e" providerId="ADAL" clId="{9DFE6B6B-F089-4EC1-8A18-BD60DE033737}" dt="2024-12-15T22:35:10.445" v="98" actId="700"/>
          <ac:spMkLst>
            <pc:docMk/>
            <pc:sldMk cId="1789589743" sldId="276"/>
            <ac:spMk id="5" creationId="{104651A2-19B5-84A1-2E1C-565E60275C38}"/>
          </ac:spMkLst>
        </pc:spChg>
        <pc:spChg chg="add mod ord">
          <ac:chgData name="Luiza Briana Grether" userId="33b05ef5-dde0-4e2c-af71-3f0410b5559e" providerId="ADAL" clId="{9DFE6B6B-F089-4EC1-8A18-BD60DE033737}" dt="2024-12-15T22:35:13.807" v="101" actId="20577"/>
          <ac:spMkLst>
            <pc:docMk/>
            <pc:sldMk cId="1789589743" sldId="276"/>
            <ac:spMk id="6" creationId="{6CF823EE-2854-F54C-236E-3A4B3677E9F2}"/>
          </ac:spMkLst>
        </pc:spChg>
        <pc:spChg chg="add del mod ord">
          <ac:chgData name="Luiza Briana Grether" userId="33b05ef5-dde0-4e2c-af71-3f0410b5559e" providerId="ADAL" clId="{9DFE6B6B-F089-4EC1-8A18-BD60DE033737}" dt="2024-12-15T22:35:25.052" v="104" actId="931"/>
          <ac:spMkLst>
            <pc:docMk/>
            <pc:sldMk cId="1789589743" sldId="276"/>
            <ac:spMk id="7" creationId="{711A003D-AA77-FECE-C1A2-EA7F4CCF6ACF}"/>
          </ac:spMkLst>
        </pc:spChg>
        <pc:spChg chg="add mod ord">
          <ac:chgData name="Luiza Briana Grether" userId="33b05ef5-dde0-4e2c-af71-3f0410b5559e" providerId="ADAL" clId="{9DFE6B6B-F089-4EC1-8A18-BD60DE033737}" dt="2024-12-15T22:35:19.646" v="103" actId="20577"/>
          <ac:spMkLst>
            <pc:docMk/>
            <pc:sldMk cId="1789589743" sldId="276"/>
            <ac:spMk id="8" creationId="{0E002FF8-26A9-C5AC-41C3-E0663F9BAA8D}"/>
          </ac:spMkLst>
        </pc:spChg>
        <pc:picChg chg="add mod">
          <ac:chgData name="Luiza Briana Grether" userId="33b05ef5-dde0-4e2c-af71-3f0410b5559e" providerId="ADAL" clId="{9DFE6B6B-F089-4EC1-8A18-BD60DE033737}" dt="2024-12-15T22:35:25.934" v="105" actId="27614"/>
          <ac:picMkLst>
            <pc:docMk/>
            <pc:sldMk cId="1789589743" sldId="276"/>
            <ac:picMk id="10" creationId="{0C8D6D5D-0DB6-4088-1D3E-087BA4BD07F0}"/>
          </ac:picMkLst>
        </pc:picChg>
      </pc:sldChg>
      <pc:sldChg chg="addSp delSp modSp new mod modClrScheme chgLayout">
        <pc:chgData name="Luiza Briana Grether" userId="33b05ef5-dde0-4e2c-af71-3f0410b5559e" providerId="ADAL" clId="{9DFE6B6B-F089-4EC1-8A18-BD60DE033737}" dt="2024-12-15T22:35:35.879" v="110" actId="20577"/>
        <pc:sldMkLst>
          <pc:docMk/>
          <pc:sldMk cId="2073751393" sldId="277"/>
        </pc:sldMkLst>
        <pc:spChg chg="del mod ord">
          <ac:chgData name="Luiza Briana Grether" userId="33b05ef5-dde0-4e2c-af71-3f0410b5559e" providerId="ADAL" clId="{9DFE6B6B-F089-4EC1-8A18-BD60DE033737}" dt="2024-12-15T22:35:32.018" v="107" actId="700"/>
          <ac:spMkLst>
            <pc:docMk/>
            <pc:sldMk cId="2073751393" sldId="277"/>
            <ac:spMk id="2" creationId="{82D56585-68C1-BDD0-4BA8-61254BCFECAF}"/>
          </ac:spMkLst>
        </pc:spChg>
        <pc:spChg chg="del">
          <ac:chgData name="Luiza Briana Grether" userId="33b05ef5-dde0-4e2c-af71-3f0410b5559e" providerId="ADAL" clId="{9DFE6B6B-F089-4EC1-8A18-BD60DE033737}" dt="2024-12-15T22:35:32.018" v="107" actId="700"/>
          <ac:spMkLst>
            <pc:docMk/>
            <pc:sldMk cId="2073751393" sldId="277"/>
            <ac:spMk id="3" creationId="{907F84DD-D0DE-25EB-8075-CD2FC94D376D}"/>
          </ac:spMkLst>
        </pc:spChg>
        <pc:spChg chg="del">
          <ac:chgData name="Luiza Briana Grether" userId="33b05ef5-dde0-4e2c-af71-3f0410b5559e" providerId="ADAL" clId="{9DFE6B6B-F089-4EC1-8A18-BD60DE033737}" dt="2024-12-15T22:35:32.018" v="107" actId="700"/>
          <ac:spMkLst>
            <pc:docMk/>
            <pc:sldMk cId="2073751393" sldId="277"/>
            <ac:spMk id="4" creationId="{CFE98B4A-786B-B57D-6D94-853B3A0EF128}"/>
          </ac:spMkLst>
        </pc:spChg>
        <pc:spChg chg="add mod ord">
          <ac:chgData name="Luiza Briana Grether" userId="33b05ef5-dde0-4e2c-af71-3f0410b5559e" providerId="ADAL" clId="{9DFE6B6B-F089-4EC1-8A18-BD60DE033737}" dt="2024-12-15T22:35:35.879" v="110" actId="20577"/>
          <ac:spMkLst>
            <pc:docMk/>
            <pc:sldMk cId="2073751393" sldId="277"/>
            <ac:spMk id="5" creationId="{BC809640-E67F-5F13-AEFB-6B58F34C445E}"/>
          </ac:spMkLst>
        </pc:spChg>
      </pc:sldChg>
      <pc:sldChg chg="addSp delSp modSp new mod modClrScheme chgLayout">
        <pc:chgData name="Luiza Briana Grether" userId="33b05ef5-dde0-4e2c-af71-3f0410b5559e" providerId="ADAL" clId="{9DFE6B6B-F089-4EC1-8A18-BD60DE033737}" dt="2024-12-15T22:35:57.008" v="117" actId="20577"/>
        <pc:sldMkLst>
          <pc:docMk/>
          <pc:sldMk cId="450313438" sldId="278"/>
        </pc:sldMkLst>
        <pc:spChg chg="del mod ord">
          <ac:chgData name="Luiza Briana Grether" userId="33b05ef5-dde0-4e2c-af71-3f0410b5559e" providerId="ADAL" clId="{9DFE6B6B-F089-4EC1-8A18-BD60DE033737}" dt="2024-12-15T22:35:49.672" v="112" actId="700"/>
          <ac:spMkLst>
            <pc:docMk/>
            <pc:sldMk cId="450313438" sldId="278"/>
            <ac:spMk id="2" creationId="{87CE6FA2-623D-8FA3-9330-1A5DF1A1BB16}"/>
          </ac:spMkLst>
        </pc:spChg>
        <pc:spChg chg="add mod ord">
          <ac:chgData name="Luiza Briana Grether" userId="33b05ef5-dde0-4e2c-af71-3f0410b5559e" providerId="ADAL" clId="{9DFE6B6B-F089-4EC1-8A18-BD60DE033737}" dt="2024-12-15T22:35:53.847" v="114" actId="20577"/>
          <ac:spMkLst>
            <pc:docMk/>
            <pc:sldMk cId="450313438" sldId="278"/>
            <ac:spMk id="3" creationId="{0AA265F5-A972-9D13-7813-9AFC1446CFA6}"/>
          </ac:spMkLst>
        </pc:spChg>
        <pc:spChg chg="add mod ord">
          <ac:chgData name="Luiza Briana Grether" userId="33b05ef5-dde0-4e2c-af71-3f0410b5559e" providerId="ADAL" clId="{9DFE6B6B-F089-4EC1-8A18-BD60DE033737}" dt="2024-12-15T22:35:57.008" v="117" actId="20577"/>
          <ac:spMkLst>
            <pc:docMk/>
            <pc:sldMk cId="450313438" sldId="278"/>
            <ac:spMk id="4" creationId="{DA0DAE90-A394-078E-6A0A-753AC95C6245}"/>
          </ac:spMkLst>
        </pc:spChg>
      </pc:sldChg>
      <pc:sldChg chg="addSp delSp modSp new mod modClrScheme chgLayout">
        <pc:chgData name="Luiza Briana Grether" userId="33b05ef5-dde0-4e2c-af71-3f0410b5559e" providerId="ADAL" clId="{9DFE6B6B-F089-4EC1-8A18-BD60DE033737}" dt="2024-12-15T22:36:07.956" v="121" actId="20577"/>
        <pc:sldMkLst>
          <pc:docMk/>
          <pc:sldMk cId="115469361" sldId="279"/>
        </pc:sldMkLst>
        <pc:spChg chg="del mod ord">
          <ac:chgData name="Luiza Briana Grether" userId="33b05ef5-dde0-4e2c-af71-3f0410b5559e" providerId="ADAL" clId="{9DFE6B6B-F089-4EC1-8A18-BD60DE033737}" dt="2024-12-15T22:36:03.020" v="119" actId="700"/>
          <ac:spMkLst>
            <pc:docMk/>
            <pc:sldMk cId="115469361" sldId="279"/>
            <ac:spMk id="2" creationId="{3B5C38E5-75FE-F8EC-164B-84E27A5A8E62}"/>
          </ac:spMkLst>
        </pc:spChg>
        <pc:spChg chg="del">
          <ac:chgData name="Luiza Briana Grether" userId="33b05ef5-dde0-4e2c-af71-3f0410b5559e" providerId="ADAL" clId="{9DFE6B6B-F089-4EC1-8A18-BD60DE033737}" dt="2024-12-15T22:36:03.020" v="119" actId="700"/>
          <ac:spMkLst>
            <pc:docMk/>
            <pc:sldMk cId="115469361" sldId="279"/>
            <ac:spMk id="3" creationId="{C59A7E89-BF77-93B8-F9FA-B29D20B152EF}"/>
          </ac:spMkLst>
        </pc:spChg>
        <pc:spChg chg="add mod ord">
          <ac:chgData name="Luiza Briana Grether" userId="33b05ef5-dde0-4e2c-af71-3f0410b5559e" providerId="ADAL" clId="{9DFE6B6B-F089-4EC1-8A18-BD60DE033737}" dt="2024-12-15T22:36:07.956" v="121" actId="20577"/>
          <ac:spMkLst>
            <pc:docMk/>
            <pc:sldMk cId="115469361" sldId="279"/>
            <ac:spMk id="4" creationId="{D3AF7764-AA65-F3B4-46C8-83EDD717CD1E}"/>
          </ac:spMkLst>
        </pc:spChg>
      </pc:sldChg>
      <pc:sldChg chg="addSp delSp modSp new mod modClrScheme chgLayout">
        <pc:chgData name="Luiza Briana Grether" userId="33b05ef5-dde0-4e2c-af71-3f0410b5559e" providerId="ADAL" clId="{9DFE6B6B-F089-4EC1-8A18-BD60DE033737}" dt="2024-12-15T22:36:34.133" v="137" actId="20577"/>
        <pc:sldMkLst>
          <pc:docMk/>
          <pc:sldMk cId="3574281932" sldId="280"/>
        </pc:sldMkLst>
        <pc:spChg chg="del mod ord">
          <ac:chgData name="Luiza Briana Grether" userId="33b05ef5-dde0-4e2c-af71-3f0410b5559e" providerId="ADAL" clId="{9DFE6B6B-F089-4EC1-8A18-BD60DE033737}" dt="2024-12-15T22:36:17.066" v="123" actId="700"/>
          <ac:spMkLst>
            <pc:docMk/>
            <pc:sldMk cId="3574281932" sldId="280"/>
            <ac:spMk id="2" creationId="{949B1473-EF0F-A999-64F3-2D94455BBD29}"/>
          </ac:spMkLst>
        </pc:spChg>
        <pc:spChg chg="add del mod ord">
          <ac:chgData name="Luiza Briana Grether" userId="33b05ef5-dde0-4e2c-af71-3f0410b5559e" providerId="ADAL" clId="{9DFE6B6B-F089-4EC1-8A18-BD60DE033737}" dt="2024-12-15T22:36:25.102" v="128" actId="931"/>
          <ac:spMkLst>
            <pc:docMk/>
            <pc:sldMk cId="3574281932" sldId="280"/>
            <ac:spMk id="3" creationId="{6558C87E-4767-86E8-77C3-909BDBC4FA20}"/>
          </ac:spMkLst>
        </pc:spChg>
        <pc:spChg chg="add mod ord">
          <ac:chgData name="Luiza Briana Grether" userId="33b05ef5-dde0-4e2c-af71-3f0410b5559e" providerId="ADAL" clId="{9DFE6B6B-F089-4EC1-8A18-BD60DE033737}" dt="2024-12-15T22:36:32.446" v="135" actId="20577"/>
          <ac:spMkLst>
            <pc:docMk/>
            <pc:sldMk cId="3574281932" sldId="280"/>
            <ac:spMk id="4" creationId="{EB4733F4-47D6-1AAF-BF85-AA2CAFBAA5FB}"/>
          </ac:spMkLst>
        </pc:spChg>
        <pc:spChg chg="add mod ord">
          <ac:chgData name="Luiza Briana Grether" userId="33b05ef5-dde0-4e2c-af71-3f0410b5559e" providerId="ADAL" clId="{9DFE6B6B-F089-4EC1-8A18-BD60DE033737}" dt="2024-12-15T22:36:20.093" v="127" actId="20577"/>
          <ac:spMkLst>
            <pc:docMk/>
            <pc:sldMk cId="3574281932" sldId="280"/>
            <ac:spMk id="5" creationId="{85EC01FF-5D0F-815B-1ED0-FBB62ACA0385}"/>
          </ac:spMkLst>
        </pc:spChg>
        <pc:spChg chg="add del mod ord">
          <ac:chgData name="Luiza Briana Grether" userId="33b05ef5-dde0-4e2c-af71-3f0410b5559e" providerId="ADAL" clId="{9DFE6B6B-F089-4EC1-8A18-BD60DE033737}" dt="2024-12-15T22:36:28.244" v="129" actId="931"/>
          <ac:spMkLst>
            <pc:docMk/>
            <pc:sldMk cId="3574281932" sldId="280"/>
            <ac:spMk id="6" creationId="{FBE244CB-CB69-E624-BD39-5896D4D86D22}"/>
          </ac:spMkLst>
        </pc:spChg>
        <pc:spChg chg="add mod ord">
          <ac:chgData name="Luiza Briana Grether" userId="33b05ef5-dde0-4e2c-af71-3f0410b5559e" providerId="ADAL" clId="{9DFE6B6B-F089-4EC1-8A18-BD60DE033737}" dt="2024-12-15T22:36:34.133" v="137" actId="20577"/>
          <ac:spMkLst>
            <pc:docMk/>
            <pc:sldMk cId="3574281932" sldId="280"/>
            <ac:spMk id="7" creationId="{C4A93D03-25B2-47DF-4CBF-55BE7B051B56}"/>
          </ac:spMkLst>
        </pc:spChg>
        <pc:picChg chg="add mod">
          <ac:chgData name="Luiza Briana Grether" userId="33b05ef5-dde0-4e2c-af71-3f0410b5559e" providerId="ADAL" clId="{9DFE6B6B-F089-4EC1-8A18-BD60DE033737}" dt="2024-12-15T22:36:28.734" v="130" actId="27614"/>
          <ac:picMkLst>
            <pc:docMk/>
            <pc:sldMk cId="3574281932" sldId="280"/>
            <ac:picMk id="9" creationId="{715C7DF0-807E-ED4A-B7EB-EAB0E146703E}"/>
          </ac:picMkLst>
        </pc:picChg>
        <pc:picChg chg="add mod">
          <ac:chgData name="Luiza Briana Grether" userId="33b05ef5-dde0-4e2c-af71-3f0410b5559e" providerId="ADAL" clId="{9DFE6B6B-F089-4EC1-8A18-BD60DE033737}" dt="2024-12-15T22:36:29.841" v="133" actId="962"/>
          <ac:picMkLst>
            <pc:docMk/>
            <pc:sldMk cId="3574281932" sldId="280"/>
            <ac:picMk id="11" creationId="{559636AB-ED45-8A45-94D9-BA26D4E0CFA9}"/>
          </ac:picMkLst>
        </pc:picChg>
      </pc:sldChg>
      <pc:sldChg chg="addSp delSp modSp new mod modClrScheme chgLayout">
        <pc:chgData name="Luiza Briana Grether" userId="33b05ef5-dde0-4e2c-af71-3f0410b5559e" providerId="ADAL" clId="{9DFE6B6B-F089-4EC1-8A18-BD60DE033737}" dt="2024-12-15T22:36:52.143" v="145" actId="20577"/>
        <pc:sldMkLst>
          <pc:docMk/>
          <pc:sldMk cId="216951016" sldId="281"/>
        </pc:sldMkLst>
        <pc:spChg chg="del mod ord">
          <ac:chgData name="Luiza Briana Grether" userId="33b05ef5-dde0-4e2c-af71-3f0410b5559e" providerId="ADAL" clId="{9DFE6B6B-F089-4EC1-8A18-BD60DE033737}" dt="2024-12-15T22:36:43.113" v="139" actId="700"/>
          <ac:spMkLst>
            <pc:docMk/>
            <pc:sldMk cId="216951016" sldId="281"/>
            <ac:spMk id="2" creationId="{3E6503D6-1728-9358-0DBF-E823908F24A2}"/>
          </ac:spMkLst>
        </pc:spChg>
        <pc:spChg chg="del mod ord">
          <ac:chgData name="Luiza Briana Grether" userId="33b05ef5-dde0-4e2c-af71-3f0410b5559e" providerId="ADAL" clId="{9DFE6B6B-F089-4EC1-8A18-BD60DE033737}" dt="2024-12-15T22:36:43.113" v="139" actId="700"/>
          <ac:spMkLst>
            <pc:docMk/>
            <pc:sldMk cId="216951016" sldId="281"/>
            <ac:spMk id="3" creationId="{3943DEE7-A3C5-79DF-02A0-2526301A9944}"/>
          </ac:spMkLst>
        </pc:spChg>
        <pc:spChg chg="del">
          <ac:chgData name="Luiza Briana Grether" userId="33b05ef5-dde0-4e2c-af71-3f0410b5559e" providerId="ADAL" clId="{9DFE6B6B-F089-4EC1-8A18-BD60DE033737}" dt="2024-12-15T22:36:43.113" v="139" actId="700"/>
          <ac:spMkLst>
            <pc:docMk/>
            <pc:sldMk cId="216951016" sldId="281"/>
            <ac:spMk id="4" creationId="{536134D5-66A9-EE8B-C34B-A523BCA7A75B}"/>
          </ac:spMkLst>
        </pc:spChg>
        <pc:spChg chg="del">
          <ac:chgData name="Luiza Briana Grether" userId="33b05ef5-dde0-4e2c-af71-3f0410b5559e" providerId="ADAL" clId="{9DFE6B6B-F089-4EC1-8A18-BD60DE033737}" dt="2024-12-15T22:36:43.113" v="139" actId="700"/>
          <ac:spMkLst>
            <pc:docMk/>
            <pc:sldMk cId="216951016" sldId="281"/>
            <ac:spMk id="5" creationId="{922FDEAA-DE4B-6066-A043-A27F1D97D6B2}"/>
          </ac:spMkLst>
        </pc:spChg>
        <pc:spChg chg="del">
          <ac:chgData name="Luiza Briana Grether" userId="33b05ef5-dde0-4e2c-af71-3f0410b5559e" providerId="ADAL" clId="{9DFE6B6B-F089-4EC1-8A18-BD60DE033737}" dt="2024-12-15T22:36:43.113" v="139" actId="700"/>
          <ac:spMkLst>
            <pc:docMk/>
            <pc:sldMk cId="216951016" sldId="281"/>
            <ac:spMk id="6" creationId="{42B0DB97-2442-F745-B082-C99B0B7EDBBF}"/>
          </ac:spMkLst>
        </pc:spChg>
        <pc:spChg chg="add del mod ord">
          <ac:chgData name="Luiza Briana Grether" userId="33b05ef5-dde0-4e2c-af71-3f0410b5559e" providerId="ADAL" clId="{9DFE6B6B-F089-4EC1-8A18-BD60DE033737}" dt="2024-12-15T22:36:47.144" v="141" actId="931"/>
          <ac:spMkLst>
            <pc:docMk/>
            <pc:sldMk cId="216951016" sldId="281"/>
            <ac:spMk id="7" creationId="{DCF0B2B9-5258-ECA4-2592-7CBC75837488}"/>
          </ac:spMkLst>
        </pc:spChg>
        <pc:spChg chg="add mod ord">
          <ac:chgData name="Luiza Briana Grether" userId="33b05ef5-dde0-4e2c-af71-3f0410b5559e" providerId="ADAL" clId="{9DFE6B6B-F089-4EC1-8A18-BD60DE033737}" dt="2024-12-15T22:36:52.143" v="145" actId="20577"/>
          <ac:spMkLst>
            <pc:docMk/>
            <pc:sldMk cId="216951016" sldId="281"/>
            <ac:spMk id="8" creationId="{E0C8A3F9-8BEE-9408-44BD-1045A436107E}"/>
          </ac:spMkLst>
        </pc:spChg>
        <pc:picChg chg="add mod">
          <ac:chgData name="Luiza Briana Grether" userId="33b05ef5-dde0-4e2c-af71-3f0410b5559e" providerId="ADAL" clId="{9DFE6B6B-F089-4EC1-8A18-BD60DE033737}" dt="2024-12-15T22:36:48.192" v="143" actId="962"/>
          <ac:picMkLst>
            <pc:docMk/>
            <pc:sldMk cId="216951016" sldId="281"/>
            <ac:picMk id="10" creationId="{A4A9C68D-F677-234F-08E9-20C7E9FEF706}"/>
          </ac:picMkLst>
        </pc:picChg>
      </pc:sldChg>
      <pc:sldChg chg="addSp delSp modSp new mod modClrScheme chgLayout">
        <pc:chgData name="Luiza Briana Grether" userId="33b05ef5-dde0-4e2c-af71-3f0410b5559e" providerId="ADAL" clId="{9DFE6B6B-F089-4EC1-8A18-BD60DE033737}" dt="2024-12-15T22:37:31.238" v="158" actId="20577"/>
        <pc:sldMkLst>
          <pc:docMk/>
          <pc:sldMk cId="1506407050" sldId="282"/>
        </pc:sldMkLst>
        <pc:spChg chg="del mod ord">
          <ac:chgData name="Luiza Briana Grether" userId="33b05ef5-dde0-4e2c-af71-3f0410b5559e" providerId="ADAL" clId="{9DFE6B6B-F089-4EC1-8A18-BD60DE033737}" dt="2024-12-15T22:37:02.082" v="147" actId="700"/>
          <ac:spMkLst>
            <pc:docMk/>
            <pc:sldMk cId="1506407050" sldId="282"/>
            <ac:spMk id="2" creationId="{4943C52D-F475-1AC9-2D3C-95352F07B04A}"/>
          </ac:spMkLst>
        </pc:spChg>
        <pc:spChg chg="del mod ord">
          <ac:chgData name="Luiza Briana Grether" userId="33b05ef5-dde0-4e2c-af71-3f0410b5559e" providerId="ADAL" clId="{9DFE6B6B-F089-4EC1-8A18-BD60DE033737}" dt="2024-12-15T22:37:02.082" v="147" actId="700"/>
          <ac:spMkLst>
            <pc:docMk/>
            <pc:sldMk cId="1506407050" sldId="282"/>
            <ac:spMk id="3" creationId="{B4E4DE4B-FA1C-1910-7A3B-320949531D3F}"/>
          </ac:spMkLst>
        </pc:spChg>
        <pc:spChg chg="add del mod ord">
          <ac:chgData name="Luiza Briana Grether" userId="33b05ef5-dde0-4e2c-af71-3f0410b5559e" providerId="ADAL" clId="{9DFE6B6B-F089-4EC1-8A18-BD60DE033737}" dt="2024-12-15T22:37:08.206" v="149" actId="931"/>
          <ac:spMkLst>
            <pc:docMk/>
            <pc:sldMk cId="1506407050" sldId="282"/>
            <ac:spMk id="4" creationId="{62C92D77-0B78-DAF7-98D5-10B4F7A222D9}"/>
          </ac:spMkLst>
        </pc:spChg>
        <pc:spChg chg="add mod ord">
          <ac:chgData name="Luiza Briana Grether" userId="33b05ef5-dde0-4e2c-af71-3f0410b5559e" providerId="ADAL" clId="{9DFE6B6B-F089-4EC1-8A18-BD60DE033737}" dt="2024-12-15T22:37:25.286" v="156" actId="20577"/>
          <ac:spMkLst>
            <pc:docMk/>
            <pc:sldMk cId="1506407050" sldId="282"/>
            <ac:spMk id="5" creationId="{E16C74CC-F0AC-4896-2400-2A9CD6943EA2}"/>
          </ac:spMkLst>
        </pc:spChg>
        <pc:spChg chg="add mod ord">
          <ac:chgData name="Luiza Briana Grether" userId="33b05ef5-dde0-4e2c-af71-3f0410b5559e" providerId="ADAL" clId="{9DFE6B6B-F089-4EC1-8A18-BD60DE033737}" dt="2024-12-15T22:37:31.238" v="158" actId="20577"/>
          <ac:spMkLst>
            <pc:docMk/>
            <pc:sldMk cId="1506407050" sldId="282"/>
            <ac:spMk id="6" creationId="{9EEE653C-B6CB-E76D-8B09-2F107F38FE78}"/>
          </ac:spMkLst>
        </pc:spChg>
        <pc:spChg chg="add mod ord">
          <ac:chgData name="Luiza Briana Grether" userId="33b05ef5-dde0-4e2c-af71-3f0410b5559e" providerId="ADAL" clId="{9DFE6B6B-F089-4EC1-8A18-BD60DE033737}" dt="2024-12-15T22:37:21.764" v="154" actId="20577"/>
          <ac:spMkLst>
            <pc:docMk/>
            <pc:sldMk cId="1506407050" sldId="282"/>
            <ac:spMk id="7" creationId="{8B25BD1C-48BC-A624-BD3B-91F6E87DD68B}"/>
          </ac:spMkLst>
        </pc:spChg>
        <pc:picChg chg="add mod modCrop">
          <ac:chgData name="Luiza Briana Grether" userId="33b05ef5-dde0-4e2c-af71-3f0410b5559e" providerId="ADAL" clId="{9DFE6B6B-F089-4EC1-8A18-BD60DE033737}" dt="2024-12-15T22:37:17.173" v="152" actId="18131"/>
          <ac:picMkLst>
            <pc:docMk/>
            <pc:sldMk cId="1506407050" sldId="282"/>
            <ac:picMk id="9" creationId="{6A7255F4-491A-E2B4-29C9-2402A6E2F63F}"/>
          </ac:picMkLst>
        </pc:picChg>
      </pc:sldChg>
      <pc:sldChg chg="addSp delSp modSp new mod modClrScheme chgLayout">
        <pc:chgData name="Luiza Briana Grether" userId="33b05ef5-dde0-4e2c-af71-3f0410b5559e" providerId="ADAL" clId="{9DFE6B6B-F089-4EC1-8A18-BD60DE033737}" dt="2024-12-15T22:37:46.683" v="164" actId="20577"/>
        <pc:sldMkLst>
          <pc:docMk/>
          <pc:sldMk cId="401001668" sldId="283"/>
        </pc:sldMkLst>
        <pc:spChg chg="del">
          <ac:chgData name="Luiza Briana Grether" userId="33b05ef5-dde0-4e2c-af71-3f0410b5559e" providerId="ADAL" clId="{9DFE6B6B-F089-4EC1-8A18-BD60DE033737}" dt="2024-12-15T22:37:39.623" v="160" actId="700"/>
          <ac:spMkLst>
            <pc:docMk/>
            <pc:sldMk cId="401001668" sldId="283"/>
            <ac:spMk id="2" creationId="{61624493-BBA5-3D08-2B12-A1B87EC6B9F6}"/>
          </ac:spMkLst>
        </pc:spChg>
        <pc:spChg chg="del mod ord">
          <ac:chgData name="Luiza Briana Grether" userId="33b05ef5-dde0-4e2c-af71-3f0410b5559e" providerId="ADAL" clId="{9DFE6B6B-F089-4EC1-8A18-BD60DE033737}" dt="2024-12-15T22:37:39.623" v="160" actId="700"/>
          <ac:spMkLst>
            <pc:docMk/>
            <pc:sldMk cId="401001668" sldId="283"/>
            <ac:spMk id="3" creationId="{74C9D1BA-0A49-A01C-DD89-28DF5F945565}"/>
          </ac:spMkLst>
        </pc:spChg>
        <pc:spChg chg="del mod ord">
          <ac:chgData name="Luiza Briana Grether" userId="33b05ef5-dde0-4e2c-af71-3f0410b5559e" providerId="ADAL" clId="{9DFE6B6B-F089-4EC1-8A18-BD60DE033737}" dt="2024-12-15T22:37:39.623" v="160" actId="700"/>
          <ac:spMkLst>
            <pc:docMk/>
            <pc:sldMk cId="401001668" sldId="283"/>
            <ac:spMk id="4" creationId="{A977A3AD-A18C-7F9C-90AD-53A90E8B458C}"/>
          </ac:spMkLst>
        </pc:spChg>
        <pc:spChg chg="del">
          <ac:chgData name="Luiza Briana Grether" userId="33b05ef5-dde0-4e2c-af71-3f0410b5559e" providerId="ADAL" clId="{9DFE6B6B-F089-4EC1-8A18-BD60DE033737}" dt="2024-12-15T22:37:39.623" v="160" actId="700"/>
          <ac:spMkLst>
            <pc:docMk/>
            <pc:sldMk cId="401001668" sldId="283"/>
            <ac:spMk id="5" creationId="{E528B20B-04CF-A09B-61B6-79EE513E2EB1}"/>
          </ac:spMkLst>
        </pc:spChg>
        <pc:spChg chg="add mod ord">
          <ac:chgData name="Luiza Briana Grether" userId="33b05ef5-dde0-4e2c-af71-3f0410b5559e" providerId="ADAL" clId="{9DFE6B6B-F089-4EC1-8A18-BD60DE033737}" dt="2024-12-15T22:37:42.845" v="162" actId="20577"/>
          <ac:spMkLst>
            <pc:docMk/>
            <pc:sldMk cId="401001668" sldId="283"/>
            <ac:spMk id="6" creationId="{3DAEA0C3-920E-B46B-DC0F-A1B25B4C18EB}"/>
          </ac:spMkLst>
        </pc:spChg>
        <pc:spChg chg="add mod ord">
          <ac:chgData name="Luiza Briana Grether" userId="33b05ef5-dde0-4e2c-af71-3f0410b5559e" providerId="ADAL" clId="{9DFE6B6B-F089-4EC1-8A18-BD60DE033737}" dt="2024-12-15T22:37:46.683" v="164" actId="20577"/>
          <ac:spMkLst>
            <pc:docMk/>
            <pc:sldMk cId="401001668" sldId="283"/>
            <ac:spMk id="7" creationId="{A51ABEF7-5DA5-6A28-F0CB-A498E19C140E}"/>
          </ac:spMkLst>
        </pc:spChg>
      </pc:sldChg>
      <pc:sldChg chg="delSp new mod modClrScheme chgLayout">
        <pc:chgData name="Luiza Briana Grether" userId="33b05ef5-dde0-4e2c-af71-3f0410b5559e" providerId="ADAL" clId="{9DFE6B6B-F089-4EC1-8A18-BD60DE033737}" dt="2024-12-15T22:37:51.029" v="166" actId="700"/>
        <pc:sldMkLst>
          <pc:docMk/>
          <pc:sldMk cId="1191333966" sldId="284"/>
        </pc:sldMkLst>
        <pc:spChg chg="del">
          <ac:chgData name="Luiza Briana Grether" userId="33b05ef5-dde0-4e2c-af71-3f0410b5559e" providerId="ADAL" clId="{9DFE6B6B-F089-4EC1-8A18-BD60DE033737}" dt="2024-12-15T22:37:51.029" v="166" actId="700"/>
          <ac:spMkLst>
            <pc:docMk/>
            <pc:sldMk cId="1191333966" sldId="284"/>
            <ac:spMk id="2" creationId="{C2C07846-35E2-B540-01EF-D63010209E86}"/>
          </ac:spMkLst>
        </pc:spChg>
        <pc:spChg chg="del">
          <ac:chgData name="Luiza Briana Grether" userId="33b05ef5-dde0-4e2c-af71-3f0410b5559e" providerId="ADAL" clId="{9DFE6B6B-F089-4EC1-8A18-BD60DE033737}" dt="2024-12-15T22:37:51.029" v="166" actId="700"/>
          <ac:spMkLst>
            <pc:docMk/>
            <pc:sldMk cId="1191333966" sldId="284"/>
            <ac:spMk id="3" creationId="{76746C68-9235-132E-344F-40ECE3BA525F}"/>
          </ac:spMkLst>
        </pc:spChg>
      </pc:sldChg>
    </pc:docChg>
  </pc:docChgLst>
  <pc:docChgLst>
    <pc:chgData name="Luiza Briana Grether" userId="33b05ef5-dde0-4e2c-af71-3f0410b5559e" providerId="ADAL" clId="{BD690F32-6A11-4ACD-8ECA-649441D692A8}"/>
    <pc:docChg chg="undo custSel addSld delSld modSld addMainMaster delMainMaster modMainMaster">
      <pc:chgData name="Luiza Briana Grether" userId="33b05ef5-dde0-4e2c-af71-3f0410b5559e" providerId="ADAL" clId="{BD690F32-6A11-4ACD-8ECA-649441D692A8}" dt="2024-11-25T11:59:03.312" v="1088" actId="47"/>
      <pc:docMkLst>
        <pc:docMk/>
      </pc:docMkLst>
      <pc:sldChg chg="modSp new mod">
        <pc:chgData name="Luiza Briana Grether" userId="33b05ef5-dde0-4e2c-af71-3f0410b5559e" providerId="ADAL" clId="{BD690F32-6A11-4ACD-8ECA-649441D692A8}" dt="2024-11-12T14:09:28.089" v="738" actId="20577"/>
        <pc:sldMkLst>
          <pc:docMk/>
          <pc:sldMk cId="554345591" sldId="256"/>
        </pc:sldMkLst>
        <pc:spChg chg="mod">
          <ac:chgData name="Luiza Briana Grether" userId="33b05ef5-dde0-4e2c-af71-3f0410b5559e" providerId="ADAL" clId="{BD690F32-6A11-4ACD-8ECA-649441D692A8}" dt="2024-11-12T14:09:21.085" v="736"/>
          <ac:spMkLst>
            <pc:docMk/>
            <pc:sldMk cId="554345591" sldId="256"/>
            <ac:spMk id="2" creationId="{92065C5E-E90E-0B6C-21FB-D368CA2EA5F0}"/>
          </ac:spMkLst>
        </pc:spChg>
        <pc:spChg chg="mod">
          <ac:chgData name="Luiza Briana Grether" userId="33b05ef5-dde0-4e2c-af71-3f0410b5559e" providerId="ADAL" clId="{BD690F32-6A11-4ACD-8ECA-649441D692A8}" dt="2024-11-12T14:09:28.089" v="738" actId="20577"/>
          <ac:spMkLst>
            <pc:docMk/>
            <pc:sldMk cId="554345591" sldId="256"/>
            <ac:spMk id="3" creationId="{E771DFB8-D04E-1089-6895-4BB6B01A09FA}"/>
          </ac:spMkLst>
        </pc:spChg>
      </pc:sldChg>
      <pc:sldChg chg="del">
        <pc:chgData name="Luiza Briana Grether" userId="33b05ef5-dde0-4e2c-af71-3f0410b5559e" providerId="ADAL" clId="{BD690F32-6A11-4ACD-8ECA-649441D692A8}" dt="2024-11-12T14:09:17.581" v="734" actId="47"/>
        <pc:sldMkLst>
          <pc:docMk/>
          <pc:sldMk cId="4121585537" sldId="256"/>
        </pc:sldMkLst>
      </pc:sldChg>
      <pc:sldChg chg="addSp delSp modSp new del mod modClrScheme chgLayout">
        <pc:chgData name="Luiza Briana Grether" userId="33b05ef5-dde0-4e2c-af71-3f0410b5559e" providerId="ADAL" clId="{BD690F32-6A11-4ACD-8ECA-649441D692A8}" dt="2024-11-12T14:07:32.873" v="712" actId="47"/>
        <pc:sldMkLst>
          <pc:docMk/>
          <pc:sldMk cId="2298908529" sldId="257"/>
        </pc:sldMkLst>
        <pc:spChg chg="del">
          <ac:chgData name="Luiza Briana Grether" userId="33b05ef5-dde0-4e2c-af71-3f0410b5559e" providerId="ADAL" clId="{BD690F32-6A11-4ACD-8ECA-649441D692A8}" dt="2024-11-12T13:42:26.517" v="140" actId="700"/>
          <ac:spMkLst>
            <pc:docMk/>
            <pc:sldMk cId="2298908529" sldId="257"/>
            <ac:spMk id="2" creationId="{001C35AE-9438-6C08-F66B-01EA38F10243}"/>
          </ac:spMkLst>
        </pc:spChg>
        <pc:spChg chg="del">
          <ac:chgData name="Luiza Briana Grether" userId="33b05ef5-dde0-4e2c-af71-3f0410b5559e" providerId="ADAL" clId="{BD690F32-6A11-4ACD-8ECA-649441D692A8}" dt="2024-11-12T13:42:26.517" v="140" actId="700"/>
          <ac:spMkLst>
            <pc:docMk/>
            <pc:sldMk cId="2298908529" sldId="257"/>
            <ac:spMk id="3" creationId="{DFEFE8FB-61CA-5701-A933-A1F47005EBC1}"/>
          </ac:spMkLst>
        </pc:spChg>
        <pc:spChg chg="add del mod">
          <ac:chgData name="Luiza Briana Grether" userId="33b05ef5-dde0-4e2c-af71-3f0410b5559e" providerId="ADAL" clId="{BD690F32-6A11-4ACD-8ECA-649441D692A8}" dt="2024-11-12T13:42:35.741" v="141" actId="931"/>
          <ac:spMkLst>
            <pc:docMk/>
            <pc:sldMk cId="2298908529" sldId="257"/>
            <ac:spMk id="4" creationId="{E955BE87-5CDF-1473-019B-E867F2555CAF}"/>
          </ac:spMkLst>
        </pc:spChg>
        <pc:spChg chg="add del mod">
          <ac:chgData name="Luiza Briana Grether" userId="33b05ef5-dde0-4e2c-af71-3f0410b5559e" providerId="ADAL" clId="{BD690F32-6A11-4ACD-8ECA-649441D692A8}" dt="2024-11-12T13:42:59.751" v="145" actId="6264"/>
          <ac:spMkLst>
            <pc:docMk/>
            <pc:sldMk cId="2298908529" sldId="257"/>
            <ac:spMk id="7" creationId="{C1C68EB7-4B4F-5791-AA1F-28CAE34BF725}"/>
          </ac:spMkLst>
        </pc:spChg>
        <pc:spChg chg="add del mod">
          <ac:chgData name="Luiza Briana Grether" userId="33b05ef5-dde0-4e2c-af71-3f0410b5559e" providerId="ADAL" clId="{BD690F32-6A11-4ACD-8ECA-649441D692A8}" dt="2024-11-12T13:43:00.643" v="146" actId="6264"/>
          <ac:spMkLst>
            <pc:docMk/>
            <pc:sldMk cId="2298908529" sldId="257"/>
            <ac:spMk id="8" creationId="{1F33DDB4-5541-9E48-287D-9D275EF8801F}"/>
          </ac:spMkLst>
        </pc:spChg>
        <pc:spChg chg="add del mod">
          <ac:chgData name="Luiza Briana Grether" userId="33b05ef5-dde0-4e2c-af71-3f0410b5559e" providerId="ADAL" clId="{BD690F32-6A11-4ACD-8ECA-649441D692A8}" dt="2024-11-12T13:43:57.723" v="211" actId="6264"/>
          <ac:spMkLst>
            <pc:docMk/>
            <pc:sldMk cId="2298908529" sldId="257"/>
            <ac:spMk id="9" creationId="{01D1F1D2-93E7-C1B7-CA07-54A88040C8C4}"/>
          </ac:spMkLst>
        </pc:spChg>
        <pc:spChg chg="add del mod">
          <ac:chgData name="Luiza Briana Grether" userId="33b05ef5-dde0-4e2c-af71-3f0410b5559e" providerId="ADAL" clId="{BD690F32-6A11-4ACD-8ECA-649441D692A8}" dt="2024-11-12T13:43:58.217" v="212" actId="6264"/>
          <ac:spMkLst>
            <pc:docMk/>
            <pc:sldMk cId="2298908529" sldId="257"/>
            <ac:spMk id="10" creationId="{E1F0EF7C-779C-23F4-1E3B-BE8C554EE092}"/>
          </ac:spMkLst>
        </pc:spChg>
        <pc:spChg chg="add del mod">
          <ac:chgData name="Luiza Briana Grether" userId="33b05ef5-dde0-4e2c-af71-3f0410b5559e" providerId="ADAL" clId="{BD690F32-6A11-4ACD-8ECA-649441D692A8}" dt="2024-11-12T13:51:43.251" v="481" actId="6264"/>
          <ac:spMkLst>
            <pc:docMk/>
            <pc:sldMk cId="2298908529" sldId="257"/>
            <ac:spMk id="13" creationId="{2BF70381-877C-513B-2B91-195158DD4E20}"/>
          </ac:spMkLst>
        </pc:spChg>
        <pc:spChg chg="add del mod">
          <ac:chgData name="Luiza Briana Grether" userId="33b05ef5-dde0-4e2c-af71-3f0410b5559e" providerId="ADAL" clId="{BD690F32-6A11-4ACD-8ECA-649441D692A8}" dt="2024-11-12T13:53:51.385" v="489" actId="931"/>
          <ac:spMkLst>
            <pc:docMk/>
            <pc:sldMk cId="2298908529" sldId="257"/>
            <ac:spMk id="15" creationId="{D2F5D5D0-22BF-1886-0E8D-DE738EA6239A}"/>
          </ac:spMkLst>
        </pc:spChg>
        <pc:spChg chg="add del mod">
          <ac:chgData name="Luiza Briana Grether" userId="33b05ef5-dde0-4e2c-af71-3f0410b5559e" providerId="ADAL" clId="{BD690F32-6A11-4ACD-8ECA-649441D692A8}" dt="2024-11-12T13:55:03.533" v="496" actId="6264"/>
          <ac:spMkLst>
            <pc:docMk/>
            <pc:sldMk cId="2298908529" sldId="257"/>
            <ac:spMk id="18" creationId="{088B3A57-B13A-876C-3DD3-71FC6B23DB3A}"/>
          </ac:spMkLst>
        </pc:spChg>
        <pc:spChg chg="add mod ord">
          <ac:chgData name="Luiza Briana Grether" userId="33b05ef5-dde0-4e2c-af71-3f0410b5559e" providerId="ADAL" clId="{BD690F32-6A11-4ACD-8ECA-649441D692A8}" dt="2024-11-12T13:58:13.127" v="514" actId="6264"/>
          <ac:spMkLst>
            <pc:docMk/>
            <pc:sldMk cId="2298908529" sldId="257"/>
            <ac:spMk id="19" creationId="{D72A893D-7F63-82B9-5BE4-453FE260B73A}"/>
          </ac:spMkLst>
        </pc:spChg>
        <pc:spChg chg="add mod">
          <ac:chgData name="Luiza Briana Grether" userId="33b05ef5-dde0-4e2c-af71-3f0410b5559e" providerId="ADAL" clId="{BD690F32-6A11-4ACD-8ECA-649441D692A8}" dt="2024-11-12T13:55:05.561" v="497"/>
          <ac:spMkLst>
            <pc:docMk/>
            <pc:sldMk cId="2298908529" sldId="257"/>
            <ac:spMk id="20" creationId="{543CF5DF-3404-4E77-4911-1AC5E4922436}"/>
          </ac:spMkLst>
        </pc:spChg>
        <pc:spChg chg="add mod">
          <ac:chgData name="Luiza Briana Grether" userId="33b05ef5-dde0-4e2c-af71-3f0410b5559e" providerId="ADAL" clId="{BD690F32-6A11-4ACD-8ECA-649441D692A8}" dt="2024-11-12T13:55:06.451" v="498"/>
          <ac:spMkLst>
            <pc:docMk/>
            <pc:sldMk cId="2298908529" sldId="257"/>
            <ac:spMk id="21" creationId="{24D7F5BF-A534-4A10-E640-87BBDF754772}"/>
          </ac:spMkLst>
        </pc:spChg>
        <pc:spChg chg="add del mod">
          <ac:chgData name="Luiza Briana Grether" userId="33b05ef5-dde0-4e2c-af71-3f0410b5559e" providerId="ADAL" clId="{BD690F32-6A11-4ACD-8ECA-649441D692A8}" dt="2024-11-12T13:55:24.862" v="501" actId="6264"/>
          <ac:spMkLst>
            <pc:docMk/>
            <pc:sldMk cId="2298908529" sldId="257"/>
            <ac:spMk id="22" creationId="{264F15BD-FC1B-B3F9-9E13-9FC6E2AFA9E6}"/>
          </ac:spMkLst>
        </pc:spChg>
        <pc:spChg chg="add del mod">
          <ac:chgData name="Luiza Briana Grether" userId="33b05ef5-dde0-4e2c-af71-3f0410b5559e" providerId="ADAL" clId="{BD690F32-6A11-4ACD-8ECA-649441D692A8}" dt="2024-11-12T13:55:24.862" v="501" actId="6264"/>
          <ac:spMkLst>
            <pc:docMk/>
            <pc:sldMk cId="2298908529" sldId="257"/>
            <ac:spMk id="23" creationId="{F6CD981C-2E81-E4FB-AD89-43B5B5B68EA6}"/>
          </ac:spMkLst>
        </pc:spChg>
        <pc:spChg chg="add del mod">
          <ac:chgData name="Luiza Briana Grether" userId="33b05ef5-dde0-4e2c-af71-3f0410b5559e" providerId="ADAL" clId="{BD690F32-6A11-4ACD-8ECA-649441D692A8}" dt="2024-11-12T13:56:09.581" v="504" actId="6264"/>
          <ac:spMkLst>
            <pc:docMk/>
            <pc:sldMk cId="2298908529" sldId="257"/>
            <ac:spMk id="24" creationId="{8BC73604-8D5D-EF95-4AE6-C610762D4248}"/>
          </ac:spMkLst>
        </pc:spChg>
        <pc:spChg chg="add del mod">
          <ac:chgData name="Luiza Briana Grether" userId="33b05ef5-dde0-4e2c-af71-3f0410b5559e" providerId="ADAL" clId="{BD690F32-6A11-4ACD-8ECA-649441D692A8}" dt="2024-11-12T13:56:09.581" v="504" actId="6264"/>
          <ac:spMkLst>
            <pc:docMk/>
            <pc:sldMk cId="2298908529" sldId="257"/>
            <ac:spMk id="25" creationId="{D1C4C965-E882-A418-37A8-D9B6410E37EB}"/>
          </ac:spMkLst>
        </pc:spChg>
        <pc:spChg chg="add del mod">
          <ac:chgData name="Luiza Briana Grether" userId="33b05ef5-dde0-4e2c-af71-3f0410b5559e" providerId="ADAL" clId="{BD690F32-6A11-4ACD-8ECA-649441D692A8}" dt="2024-11-12T13:58:13.127" v="514" actId="6264"/>
          <ac:spMkLst>
            <pc:docMk/>
            <pc:sldMk cId="2298908529" sldId="257"/>
            <ac:spMk id="26" creationId="{EDBDAA12-436D-5330-6FC0-8ADDC53307FA}"/>
          </ac:spMkLst>
        </pc:spChg>
        <pc:spChg chg="add del mod">
          <ac:chgData name="Luiza Briana Grether" userId="33b05ef5-dde0-4e2c-af71-3f0410b5559e" providerId="ADAL" clId="{BD690F32-6A11-4ACD-8ECA-649441D692A8}" dt="2024-11-12T13:58:13.127" v="514" actId="6264"/>
          <ac:spMkLst>
            <pc:docMk/>
            <pc:sldMk cId="2298908529" sldId="257"/>
            <ac:spMk id="27" creationId="{A147BAF5-352A-86FB-45C1-DCDB255A3F7E}"/>
          </ac:spMkLst>
        </pc:spChg>
        <pc:picChg chg="add del mod ord">
          <ac:chgData name="Luiza Briana Grether" userId="33b05ef5-dde0-4e2c-af71-3f0410b5559e" providerId="ADAL" clId="{BD690F32-6A11-4ACD-8ECA-649441D692A8}" dt="2024-11-12T13:51:51.735" v="482" actId="478"/>
          <ac:picMkLst>
            <pc:docMk/>
            <pc:sldMk cId="2298908529" sldId="257"/>
            <ac:picMk id="6" creationId="{4572B6D5-1D20-660A-5538-B8483E708A9A}"/>
          </ac:picMkLst>
        </pc:picChg>
        <pc:picChg chg="add del mod">
          <ac:chgData name="Luiza Briana Grether" userId="33b05ef5-dde0-4e2c-af71-3f0410b5559e" providerId="ADAL" clId="{BD690F32-6A11-4ACD-8ECA-649441D692A8}" dt="2024-11-12T13:44:08.785" v="215" actId="478"/>
          <ac:picMkLst>
            <pc:docMk/>
            <pc:sldMk cId="2298908529" sldId="257"/>
            <ac:picMk id="12" creationId="{7B69849B-CCBF-C195-D090-C46D34EF82AE}"/>
          </ac:picMkLst>
        </pc:picChg>
        <pc:picChg chg="add mod ord">
          <ac:chgData name="Luiza Briana Grether" userId="33b05ef5-dde0-4e2c-af71-3f0410b5559e" providerId="ADAL" clId="{BD690F32-6A11-4ACD-8ECA-649441D692A8}" dt="2024-11-12T13:58:13.127" v="514" actId="6264"/>
          <ac:picMkLst>
            <pc:docMk/>
            <pc:sldMk cId="2298908529" sldId="257"/>
            <ac:picMk id="17" creationId="{6997743C-BE18-B4EC-A56C-414C4AE12482}"/>
          </ac:picMkLst>
        </pc:picChg>
      </pc:sldChg>
      <pc:sldChg chg="addSp delSp modSp new del mod chgLayout">
        <pc:chgData name="Luiza Briana Grether" userId="33b05ef5-dde0-4e2c-af71-3f0410b5559e" providerId="ADAL" clId="{BD690F32-6A11-4ACD-8ECA-649441D692A8}" dt="2024-11-25T11:59:03.312" v="1088" actId="47"/>
        <pc:sldMkLst>
          <pc:docMk/>
          <pc:sldMk cId="3192619249" sldId="257"/>
        </pc:sldMkLst>
        <pc:spChg chg="mod ord">
          <ac:chgData name="Luiza Briana Grether" userId="33b05ef5-dde0-4e2c-af71-3f0410b5559e" providerId="ADAL" clId="{BD690F32-6A11-4ACD-8ECA-649441D692A8}" dt="2024-11-12T14:09:36.907" v="742" actId="6264"/>
          <ac:spMkLst>
            <pc:docMk/>
            <pc:sldMk cId="3192619249" sldId="257"/>
            <ac:spMk id="2" creationId="{B971F37E-2D66-CBFD-C78A-F7BDF63B0992}"/>
          </ac:spMkLst>
        </pc:spChg>
        <pc:spChg chg="del">
          <ac:chgData name="Luiza Briana Grether" userId="33b05ef5-dde0-4e2c-af71-3f0410b5559e" providerId="ADAL" clId="{BD690F32-6A11-4ACD-8ECA-649441D692A8}" dt="2024-11-12T14:09:36.907" v="742" actId="6264"/>
          <ac:spMkLst>
            <pc:docMk/>
            <pc:sldMk cId="3192619249" sldId="257"/>
            <ac:spMk id="3" creationId="{95A3F17A-0202-7EF2-D849-82A6D7A027B4}"/>
          </ac:spMkLst>
        </pc:spChg>
        <pc:spChg chg="add del mod">
          <ac:chgData name="Luiza Briana Grether" userId="33b05ef5-dde0-4e2c-af71-3f0410b5559e" providerId="ADAL" clId="{BD690F32-6A11-4ACD-8ECA-649441D692A8}" dt="2024-11-12T14:09:36.907" v="742" actId="6264"/>
          <ac:spMkLst>
            <pc:docMk/>
            <pc:sldMk cId="3192619249" sldId="257"/>
            <ac:spMk id="4" creationId="{2D106D85-DDB1-A8DF-45F0-985592333BD6}"/>
          </ac:spMkLst>
        </pc:spChg>
        <pc:spChg chg="add mod ord">
          <ac:chgData name="Luiza Briana Grether" userId="33b05ef5-dde0-4e2c-af71-3f0410b5559e" providerId="ADAL" clId="{BD690F32-6A11-4ACD-8ECA-649441D692A8}" dt="2024-11-12T14:09:36.907" v="742" actId="6264"/>
          <ac:spMkLst>
            <pc:docMk/>
            <pc:sldMk cId="3192619249" sldId="257"/>
            <ac:spMk id="5" creationId="{D21A6A50-1E11-8D42-FE1D-35D09E62D70D}"/>
          </ac:spMkLst>
        </pc:spChg>
      </pc:sldChg>
      <pc:sldChg chg="addSp delSp modSp new del mod modClrScheme chgLayout">
        <pc:chgData name="Luiza Briana Grether" userId="33b05ef5-dde0-4e2c-af71-3f0410b5559e" providerId="ADAL" clId="{BD690F32-6A11-4ACD-8ECA-649441D692A8}" dt="2024-11-25T11:58:35.075" v="1085" actId="47"/>
        <pc:sldMkLst>
          <pc:docMk/>
          <pc:sldMk cId="3268488263" sldId="258"/>
        </pc:sldMkLst>
        <pc:spChg chg="del mod ord">
          <ac:chgData name="Luiza Briana Grether" userId="33b05ef5-dde0-4e2c-af71-3f0410b5559e" providerId="ADAL" clId="{BD690F32-6A11-4ACD-8ECA-649441D692A8}" dt="2024-11-12T14:09:51.974" v="744" actId="700"/>
          <ac:spMkLst>
            <pc:docMk/>
            <pc:sldMk cId="3268488263" sldId="258"/>
            <ac:spMk id="2" creationId="{F3B16BEE-9B84-0964-F3EA-89FC6FE8227B}"/>
          </ac:spMkLst>
        </pc:spChg>
        <pc:spChg chg="del mod ord">
          <ac:chgData name="Luiza Briana Grether" userId="33b05ef5-dde0-4e2c-af71-3f0410b5559e" providerId="ADAL" clId="{BD690F32-6A11-4ACD-8ECA-649441D692A8}" dt="2024-11-12T14:09:51.974" v="744" actId="700"/>
          <ac:spMkLst>
            <pc:docMk/>
            <pc:sldMk cId="3268488263" sldId="258"/>
            <ac:spMk id="3" creationId="{8D5F0113-2923-D4BA-0004-7609D4FEE420}"/>
          </ac:spMkLst>
        </pc:spChg>
        <pc:spChg chg="add mod ord">
          <ac:chgData name="Luiza Briana Grether" userId="33b05ef5-dde0-4e2c-af71-3f0410b5559e" providerId="ADAL" clId="{BD690F32-6A11-4ACD-8ECA-649441D692A8}" dt="2024-11-12T14:15:10.592" v="873" actId="122"/>
          <ac:spMkLst>
            <pc:docMk/>
            <pc:sldMk cId="3268488263" sldId="258"/>
            <ac:spMk id="4" creationId="{7D6BD109-E32E-E646-5A0F-513277833929}"/>
          </ac:spMkLst>
        </pc:spChg>
        <pc:spChg chg="add del mod ord">
          <ac:chgData name="Luiza Briana Grether" userId="33b05ef5-dde0-4e2c-af71-3f0410b5559e" providerId="ADAL" clId="{BD690F32-6A11-4ACD-8ECA-649441D692A8}" dt="2024-11-12T14:09:59.627" v="751"/>
          <ac:spMkLst>
            <pc:docMk/>
            <pc:sldMk cId="3268488263" sldId="258"/>
            <ac:spMk id="5" creationId="{1E56EBB3-E3EC-3D89-2DE4-7E8233931199}"/>
          </ac:spMkLst>
        </pc:spChg>
        <pc:spChg chg="add del mod ord">
          <ac:chgData name="Luiza Briana Grether" userId="33b05ef5-dde0-4e2c-af71-3f0410b5559e" providerId="ADAL" clId="{BD690F32-6A11-4ACD-8ECA-649441D692A8}" dt="2024-11-12T14:10:07.886" v="754" actId="6264"/>
          <ac:spMkLst>
            <pc:docMk/>
            <pc:sldMk cId="3268488263" sldId="258"/>
            <ac:spMk id="6" creationId="{10F37337-5C5E-1F38-ACB6-1043A3589E51}"/>
          </ac:spMkLst>
        </pc:spChg>
        <pc:spChg chg="add del mod">
          <ac:chgData name="Luiza Briana Grether" userId="33b05ef5-dde0-4e2c-af71-3f0410b5559e" providerId="ADAL" clId="{BD690F32-6A11-4ACD-8ECA-649441D692A8}" dt="2024-11-12T14:10:07.886" v="754" actId="6264"/>
          <ac:spMkLst>
            <pc:docMk/>
            <pc:sldMk cId="3268488263" sldId="258"/>
            <ac:spMk id="10" creationId="{D77175EC-4A21-ED51-6543-6E2BAF3BB421}"/>
          </ac:spMkLst>
        </pc:spChg>
        <pc:spChg chg="add del mod">
          <ac:chgData name="Luiza Briana Grether" userId="33b05ef5-dde0-4e2c-af71-3f0410b5559e" providerId="ADAL" clId="{BD690F32-6A11-4ACD-8ECA-649441D692A8}" dt="2024-11-12T14:10:07.886" v="754" actId="6264"/>
          <ac:spMkLst>
            <pc:docMk/>
            <pc:sldMk cId="3268488263" sldId="258"/>
            <ac:spMk id="11" creationId="{CD91B82D-2E46-EEBE-5EB6-A7A4D990295D}"/>
          </ac:spMkLst>
        </pc:spChg>
        <pc:spChg chg="add mod ord">
          <ac:chgData name="Luiza Briana Grether" userId="33b05ef5-dde0-4e2c-af71-3f0410b5559e" providerId="ADAL" clId="{BD690F32-6A11-4ACD-8ECA-649441D692A8}" dt="2024-11-12T14:10:20.471" v="762" actId="20577"/>
          <ac:spMkLst>
            <pc:docMk/>
            <pc:sldMk cId="3268488263" sldId="258"/>
            <ac:spMk id="12" creationId="{448BAEE2-C01B-2FDE-E519-CE3B4C41A69B}"/>
          </ac:spMkLst>
        </pc:spChg>
        <pc:picChg chg="add mod">
          <ac:chgData name="Luiza Briana Grether" userId="33b05ef5-dde0-4e2c-af71-3f0410b5559e" providerId="ADAL" clId="{BD690F32-6A11-4ACD-8ECA-649441D692A8}" dt="2024-11-12T14:09:56.080" v="747"/>
          <ac:picMkLst>
            <pc:docMk/>
            <pc:sldMk cId="3268488263" sldId="258"/>
            <ac:picMk id="7" creationId="{F5C77C4F-1090-B178-B69E-EB2EF9718DB0}"/>
          </ac:picMkLst>
        </pc:picChg>
        <pc:picChg chg="add del mod">
          <ac:chgData name="Luiza Briana Grether" userId="33b05ef5-dde0-4e2c-af71-3f0410b5559e" providerId="ADAL" clId="{BD690F32-6A11-4ACD-8ECA-649441D692A8}" dt="2024-11-12T14:09:58.994" v="750" actId="21"/>
          <ac:picMkLst>
            <pc:docMk/>
            <pc:sldMk cId="3268488263" sldId="258"/>
            <ac:picMk id="8" creationId="{017A42F1-62DC-080F-756C-D36FCC577C1B}"/>
          </ac:picMkLst>
        </pc:picChg>
        <pc:picChg chg="add mod ord">
          <ac:chgData name="Luiza Briana Grether" userId="33b05ef5-dde0-4e2c-af71-3f0410b5559e" providerId="ADAL" clId="{BD690F32-6A11-4ACD-8ECA-649441D692A8}" dt="2024-11-12T14:10:07.886" v="754" actId="6264"/>
          <ac:picMkLst>
            <pc:docMk/>
            <pc:sldMk cId="3268488263" sldId="258"/>
            <ac:picMk id="9" creationId="{017A42F1-62DC-080F-756C-D36FCC577C1B}"/>
          </ac:picMkLst>
        </pc:picChg>
      </pc:sldChg>
      <pc:sldChg chg="addSp delSp modSp new del mod modClrScheme chgLayout">
        <pc:chgData name="Luiza Briana Grether" userId="33b05ef5-dde0-4e2c-af71-3f0410b5559e" providerId="ADAL" clId="{BD690F32-6A11-4ACD-8ECA-649441D692A8}" dt="2024-11-12T14:07:32.143" v="711" actId="47"/>
        <pc:sldMkLst>
          <pc:docMk/>
          <pc:sldMk cId="3515576925" sldId="258"/>
        </pc:sldMkLst>
        <pc:spChg chg="del mod ord">
          <ac:chgData name="Luiza Briana Grether" userId="33b05ef5-dde0-4e2c-af71-3f0410b5559e" providerId="ADAL" clId="{BD690F32-6A11-4ACD-8ECA-649441D692A8}" dt="2024-11-12T14:07:04.416" v="698" actId="700"/>
          <ac:spMkLst>
            <pc:docMk/>
            <pc:sldMk cId="3515576925" sldId="258"/>
            <ac:spMk id="2" creationId="{BBAF7D4F-C957-7223-F9BD-A920EB92F4D4}"/>
          </ac:spMkLst>
        </pc:spChg>
        <pc:spChg chg="del mod ord">
          <ac:chgData name="Luiza Briana Grether" userId="33b05ef5-dde0-4e2c-af71-3f0410b5559e" providerId="ADAL" clId="{BD690F32-6A11-4ACD-8ECA-649441D692A8}" dt="2024-11-12T14:07:04.416" v="698" actId="700"/>
          <ac:spMkLst>
            <pc:docMk/>
            <pc:sldMk cId="3515576925" sldId="258"/>
            <ac:spMk id="3" creationId="{39F16746-0BFE-1D72-1C87-9C0090D0D202}"/>
          </ac:spMkLst>
        </pc:spChg>
        <pc:spChg chg="add del mod ord">
          <ac:chgData name="Luiza Briana Grether" userId="33b05ef5-dde0-4e2c-af71-3f0410b5559e" providerId="ADAL" clId="{BD690F32-6A11-4ACD-8ECA-649441D692A8}" dt="2024-11-12T14:07:08.183" v="701" actId="931"/>
          <ac:spMkLst>
            <pc:docMk/>
            <pc:sldMk cId="3515576925" sldId="258"/>
            <ac:spMk id="4" creationId="{1095CF9F-1E2C-9118-7147-8EFAB4DEFD84}"/>
          </ac:spMkLst>
        </pc:spChg>
        <pc:spChg chg="add mod ord">
          <ac:chgData name="Luiza Briana Grether" userId="33b05ef5-dde0-4e2c-af71-3f0410b5559e" providerId="ADAL" clId="{BD690F32-6A11-4ACD-8ECA-649441D692A8}" dt="2024-11-12T14:07:26.775" v="708" actId="20577"/>
          <ac:spMkLst>
            <pc:docMk/>
            <pc:sldMk cId="3515576925" sldId="258"/>
            <ac:spMk id="5" creationId="{C50BFC9F-6AA8-449B-7B80-4D3CC0EB56A2}"/>
          </ac:spMkLst>
        </pc:spChg>
        <pc:spChg chg="add mod ord">
          <ac:chgData name="Luiza Briana Grether" userId="33b05ef5-dde0-4e2c-af71-3f0410b5559e" providerId="ADAL" clId="{BD690F32-6A11-4ACD-8ECA-649441D692A8}" dt="2024-11-12T14:07:04.416" v="698" actId="700"/>
          <ac:spMkLst>
            <pc:docMk/>
            <pc:sldMk cId="3515576925" sldId="258"/>
            <ac:spMk id="6" creationId="{52004630-FACE-62B6-D23D-B66BCA717944}"/>
          </ac:spMkLst>
        </pc:spChg>
        <pc:spChg chg="add del mod ord">
          <ac:chgData name="Luiza Briana Grether" userId="33b05ef5-dde0-4e2c-af71-3f0410b5559e" providerId="ADAL" clId="{BD690F32-6A11-4ACD-8ECA-649441D692A8}" dt="2024-11-12T14:07:13.089" v="704" actId="931"/>
          <ac:spMkLst>
            <pc:docMk/>
            <pc:sldMk cId="3515576925" sldId="258"/>
            <ac:spMk id="7" creationId="{1162EAA9-9182-F2A5-5190-0E8554D7DDFC}"/>
          </ac:spMkLst>
        </pc:spChg>
        <pc:spChg chg="add mod ord">
          <ac:chgData name="Luiza Briana Grether" userId="33b05ef5-dde0-4e2c-af71-3f0410b5559e" providerId="ADAL" clId="{BD690F32-6A11-4ACD-8ECA-649441D692A8}" dt="2024-11-12T14:07:28.645" v="710" actId="20577"/>
          <ac:spMkLst>
            <pc:docMk/>
            <pc:sldMk cId="3515576925" sldId="258"/>
            <ac:spMk id="8" creationId="{5391EDF0-028E-EE42-4E68-C4D98FD34E2E}"/>
          </ac:spMkLst>
        </pc:spChg>
        <pc:picChg chg="add mod">
          <ac:chgData name="Luiza Briana Grether" userId="33b05ef5-dde0-4e2c-af71-3f0410b5559e" providerId="ADAL" clId="{BD690F32-6A11-4ACD-8ECA-649441D692A8}" dt="2024-11-12T14:07:09.127" v="702" actId="27614"/>
          <ac:picMkLst>
            <pc:docMk/>
            <pc:sldMk cId="3515576925" sldId="258"/>
            <ac:picMk id="10" creationId="{8F3773B6-DA1B-4DB7-F1EF-D80947648CD8}"/>
          </ac:picMkLst>
        </pc:picChg>
        <pc:picChg chg="add mod">
          <ac:chgData name="Luiza Briana Grether" userId="33b05ef5-dde0-4e2c-af71-3f0410b5559e" providerId="ADAL" clId="{BD690F32-6A11-4ACD-8ECA-649441D692A8}" dt="2024-11-12T14:07:13.970" v="706" actId="962"/>
          <ac:picMkLst>
            <pc:docMk/>
            <pc:sldMk cId="3515576925" sldId="258"/>
            <ac:picMk id="12" creationId="{1EB8DDD1-0A16-76ED-930F-585BEAB3599B}"/>
          </ac:picMkLst>
        </pc:picChg>
      </pc:sldChg>
      <pc:sldChg chg="addSp delSp modSp add mod">
        <pc:chgData name="Luiza Briana Grether" userId="33b05ef5-dde0-4e2c-af71-3f0410b5559e" providerId="ADAL" clId="{BD690F32-6A11-4ACD-8ECA-649441D692A8}" dt="2024-11-12T14:15:12.096" v="875" actId="122"/>
        <pc:sldMkLst>
          <pc:docMk/>
          <pc:sldMk cId="1707551444" sldId="259"/>
        </pc:sldMkLst>
        <pc:spChg chg="add del mod">
          <ac:chgData name="Luiza Briana Grether" userId="33b05ef5-dde0-4e2c-af71-3f0410b5559e" providerId="ADAL" clId="{BD690F32-6A11-4ACD-8ECA-649441D692A8}" dt="2024-11-12T14:11:03.860" v="775"/>
          <ac:spMkLst>
            <pc:docMk/>
            <pc:sldMk cId="1707551444" sldId="259"/>
            <ac:spMk id="3" creationId="{A65C20BC-359B-0099-1EE7-4BE031B28BE7}"/>
          </ac:spMkLst>
        </pc:spChg>
        <pc:spChg chg="mod">
          <ac:chgData name="Luiza Briana Grether" userId="33b05ef5-dde0-4e2c-af71-3f0410b5559e" providerId="ADAL" clId="{BD690F32-6A11-4ACD-8ECA-649441D692A8}" dt="2024-11-12T14:15:12.096" v="875" actId="122"/>
          <ac:spMkLst>
            <pc:docMk/>
            <pc:sldMk cId="1707551444" sldId="259"/>
            <ac:spMk id="4" creationId="{7D6BD109-E32E-E646-5A0F-513277833929}"/>
          </ac:spMkLst>
        </pc:spChg>
        <pc:spChg chg="mod">
          <ac:chgData name="Luiza Briana Grether" userId="33b05ef5-dde0-4e2c-af71-3f0410b5559e" providerId="ADAL" clId="{BD690F32-6A11-4ACD-8ECA-649441D692A8}" dt="2024-11-12T14:10:56.844" v="771" actId="27636"/>
          <ac:spMkLst>
            <pc:docMk/>
            <pc:sldMk cId="1707551444" sldId="259"/>
            <ac:spMk id="12" creationId="{448BAEE2-C01B-2FDE-E519-CE3B4C41A69B}"/>
          </ac:spMkLst>
        </pc:spChg>
        <pc:picChg chg="add del mod">
          <ac:chgData name="Luiza Briana Grether" userId="33b05ef5-dde0-4e2c-af71-3f0410b5559e" providerId="ADAL" clId="{BD690F32-6A11-4ACD-8ECA-649441D692A8}" dt="2024-11-12T14:11:03.195" v="774" actId="21"/>
          <ac:picMkLst>
            <pc:docMk/>
            <pc:sldMk cId="1707551444" sldId="259"/>
            <ac:picMk id="5" creationId="{2857F8B6-8D1D-E91B-30CA-FF80C612C1DE}"/>
          </ac:picMkLst>
        </pc:picChg>
        <pc:picChg chg="add mod">
          <ac:chgData name="Luiza Briana Grether" userId="33b05ef5-dde0-4e2c-af71-3f0410b5559e" providerId="ADAL" clId="{BD690F32-6A11-4ACD-8ECA-649441D692A8}" dt="2024-11-12T14:11:03.860" v="775"/>
          <ac:picMkLst>
            <pc:docMk/>
            <pc:sldMk cId="1707551444" sldId="259"/>
            <ac:picMk id="6" creationId="{2857F8B6-8D1D-E91B-30CA-FF80C612C1DE}"/>
          </ac:picMkLst>
        </pc:picChg>
        <pc:picChg chg="del">
          <ac:chgData name="Luiza Briana Grether" userId="33b05ef5-dde0-4e2c-af71-3f0410b5559e" providerId="ADAL" clId="{BD690F32-6A11-4ACD-8ECA-649441D692A8}" dt="2024-11-12T14:10:59.664" v="772" actId="478"/>
          <ac:picMkLst>
            <pc:docMk/>
            <pc:sldMk cId="1707551444" sldId="259"/>
            <ac:picMk id="9" creationId="{017A42F1-62DC-080F-756C-D36FCC577C1B}"/>
          </ac:picMkLst>
        </pc:picChg>
      </pc:sldChg>
      <pc:sldChg chg="new del">
        <pc:chgData name="Luiza Briana Grether" userId="33b05ef5-dde0-4e2c-af71-3f0410b5559e" providerId="ADAL" clId="{BD690F32-6A11-4ACD-8ECA-649441D692A8}" dt="2024-11-12T14:10:42.541" v="765" actId="47"/>
        <pc:sldMkLst>
          <pc:docMk/>
          <pc:sldMk cId="1936384834" sldId="259"/>
        </pc:sldMkLst>
      </pc:sldChg>
      <pc:sldChg chg="addSp delSp modSp new mod modClrScheme chgLayout">
        <pc:chgData name="Luiza Briana Grether" userId="33b05ef5-dde0-4e2c-af71-3f0410b5559e" providerId="ADAL" clId="{BD690F32-6A11-4ACD-8ECA-649441D692A8}" dt="2024-11-12T14:14:31.644" v="865" actId="6264"/>
        <pc:sldMkLst>
          <pc:docMk/>
          <pc:sldMk cId="3308514704" sldId="260"/>
        </pc:sldMkLst>
        <pc:spChg chg="del mod ord">
          <ac:chgData name="Luiza Briana Grether" userId="33b05ef5-dde0-4e2c-af71-3f0410b5559e" providerId="ADAL" clId="{BD690F32-6A11-4ACD-8ECA-649441D692A8}" dt="2024-11-12T14:11:14.324" v="777" actId="700"/>
          <ac:spMkLst>
            <pc:docMk/>
            <pc:sldMk cId="3308514704" sldId="260"/>
            <ac:spMk id="2" creationId="{789C1D1E-A554-3A8B-9DE9-BF1819CDF677}"/>
          </ac:spMkLst>
        </pc:spChg>
        <pc:spChg chg="del">
          <ac:chgData name="Luiza Briana Grether" userId="33b05ef5-dde0-4e2c-af71-3f0410b5559e" providerId="ADAL" clId="{BD690F32-6A11-4ACD-8ECA-649441D692A8}" dt="2024-11-12T14:11:14.324" v="777" actId="700"/>
          <ac:spMkLst>
            <pc:docMk/>
            <pc:sldMk cId="3308514704" sldId="260"/>
            <ac:spMk id="3" creationId="{316F18EB-0A87-9761-2117-35F29C6D091C}"/>
          </ac:spMkLst>
        </pc:spChg>
        <pc:spChg chg="del mod ord">
          <ac:chgData name="Luiza Briana Grether" userId="33b05ef5-dde0-4e2c-af71-3f0410b5559e" providerId="ADAL" clId="{BD690F32-6A11-4ACD-8ECA-649441D692A8}" dt="2024-11-12T14:11:14.324" v="777" actId="700"/>
          <ac:spMkLst>
            <pc:docMk/>
            <pc:sldMk cId="3308514704" sldId="260"/>
            <ac:spMk id="4" creationId="{E3E9B626-C897-0ED8-FB32-B18A8AC2C161}"/>
          </ac:spMkLst>
        </pc:spChg>
        <pc:spChg chg="add del mod ord">
          <ac:chgData name="Luiza Briana Grether" userId="33b05ef5-dde0-4e2c-af71-3f0410b5559e" providerId="ADAL" clId="{BD690F32-6A11-4ACD-8ECA-649441D692A8}" dt="2024-11-12T14:11:26.341" v="781" actId="6264"/>
          <ac:spMkLst>
            <pc:docMk/>
            <pc:sldMk cId="3308514704" sldId="260"/>
            <ac:spMk id="5" creationId="{77645C1C-4DEC-B372-8EDA-43A978EDA117}"/>
          </ac:spMkLst>
        </pc:spChg>
        <pc:spChg chg="add mod ord">
          <ac:chgData name="Luiza Briana Grether" userId="33b05ef5-dde0-4e2c-af71-3f0410b5559e" providerId="ADAL" clId="{BD690F32-6A11-4ACD-8ECA-649441D692A8}" dt="2024-11-12T14:14:31.644" v="865" actId="6264"/>
          <ac:spMkLst>
            <pc:docMk/>
            <pc:sldMk cId="3308514704" sldId="260"/>
            <ac:spMk id="6" creationId="{82A76196-C88B-BE49-356F-8FA5D45F576A}"/>
          </ac:spMkLst>
        </pc:spChg>
        <pc:spChg chg="add del mod">
          <ac:chgData name="Luiza Briana Grether" userId="33b05ef5-dde0-4e2c-af71-3f0410b5559e" providerId="ADAL" clId="{BD690F32-6A11-4ACD-8ECA-649441D692A8}" dt="2024-11-12T14:11:26.341" v="781" actId="6264"/>
          <ac:spMkLst>
            <pc:docMk/>
            <pc:sldMk cId="3308514704" sldId="260"/>
            <ac:spMk id="7" creationId="{1D6888FD-17E4-62ED-39FE-890EE065C6AF}"/>
          </ac:spMkLst>
        </pc:spChg>
        <pc:spChg chg="add del mod ord">
          <ac:chgData name="Luiza Briana Grether" userId="33b05ef5-dde0-4e2c-af71-3f0410b5559e" providerId="ADAL" clId="{BD690F32-6A11-4ACD-8ECA-649441D692A8}" dt="2024-11-12T14:13:37.707" v="828" actId="6264"/>
          <ac:spMkLst>
            <pc:docMk/>
            <pc:sldMk cId="3308514704" sldId="260"/>
            <ac:spMk id="8" creationId="{E33A82F6-7744-6DFD-F8A5-21CF93A9DD17}"/>
          </ac:spMkLst>
        </pc:spChg>
        <pc:spChg chg="add del mod">
          <ac:chgData name="Luiza Briana Grether" userId="33b05ef5-dde0-4e2c-af71-3f0410b5559e" providerId="ADAL" clId="{BD690F32-6A11-4ACD-8ECA-649441D692A8}" dt="2024-11-12T14:13:37.707" v="828" actId="6264"/>
          <ac:spMkLst>
            <pc:docMk/>
            <pc:sldMk cId="3308514704" sldId="260"/>
            <ac:spMk id="9" creationId="{043492C6-DE27-B471-59C1-4281D5A100AD}"/>
          </ac:spMkLst>
        </pc:spChg>
        <pc:spChg chg="add del mod ord">
          <ac:chgData name="Luiza Briana Grether" userId="33b05ef5-dde0-4e2c-af71-3f0410b5559e" providerId="ADAL" clId="{BD690F32-6A11-4ACD-8ECA-649441D692A8}" dt="2024-11-12T14:14:31.644" v="865" actId="6264"/>
          <ac:spMkLst>
            <pc:docMk/>
            <pc:sldMk cId="3308514704" sldId="260"/>
            <ac:spMk id="10" creationId="{7397384B-0516-D8D5-695B-87C4FA783E68}"/>
          </ac:spMkLst>
        </pc:spChg>
        <pc:spChg chg="add del mod">
          <ac:chgData name="Luiza Briana Grether" userId="33b05ef5-dde0-4e2c-af71-3f0410b5559e" providerId="ADAL" clId="{BD690F32-6A11-4ACD-8ECA-649441D692A8}" dt="2024-11-12T14:14:31.644" v="865" actId="6264"/>
          <ac:spMkLst>
            <pc:docMk/>
            <pc:sldMk cId="3308514704" sldId="260"/>
            <ac:spMk id="11" creationId="{1F194AE8-1F9B-7655-7A8E-46F79DCAFB25}"/>
          </ac:spMkLst>
        </pc:spChg>
      </pc:sldChg>
      <pc:sldChg chg="addSp delSp modSp new mod modClrScheme chgLayout">
        <pc:chgData name="Luiza Briana Grether" userId="33b05ef5-dde0-4e2c-af71-3f0410b5559e" providerId="ADAL" clId="{BD690F32-6A11-4ACD-8ECA-649441D692A8}" dt="2024-11-12T14:15:40.798" v="882" actId="2710"/>
        <pc:sldMkLst>
          <pc:docMk/>
          <pc:sldMk cId="3219517312" sldId="261"/>
        </pc:sldMkLst>
        <pc:spChg chg="del mod ord">
          <ac:chgData name="Luiza Briana Grether" userId="33b05ef5-dde0-4e2c-af71-3f0410b5559e" providerId="ADAL" clId="{BD690F32-6A11-4ACD-8ECA-649441D692A8}" dt="2024-11-12T14:15:23.944" v="877" actId="700"/>
          <ac:spMkLst>
            <pc:docMk/>
            <pc:sldMk cId="3219517312" sldId="261"/>
            <ac:spMk id="2" creationId="{99ECD01A-BBD1-7F6C-4463-139A47ABD710}"/>
          </ac:spMkLst>
        </pc:spChg>
        <pc:spChg chg="add mod ord">
          <ac:chgData name="Luiza Briana Grether" userId="33b05ef5-dde0-4e2c-af71-3f0410b5559e" providerId="ADAL" clId="{BD690F32-6A11-4ACD-8ECA-649441D692A8}" dt="2024-11-12T14:15:33.981" v="881" actId="6264"/>
          <ac:spMkLst>
            <pc:docMk/>
            <pc:sldMk cId="3219517312" sldId="261"/>
            <ac:spMk id="3" creationId="{6B469735-0F94-1DCF-3761-F56499DA6C4E}"/>
          </ac:spMkLst>
        </pc:spChg>
        <pc:spChg chg="add mod ord">
          <ac:chgData name="Luiza Briana Grether" userId="33b05ef5-dde0-4e2c-af71-3f0410b5559e" providerId="ADAL" clId="{BD690F32-6A11-4ACD-8ECA-649441D692A8}" dt="2024-11-12T14:15:40.798" v="882" actId="2710"/>
          <ac:spMkLst>
            <pc:docMk/>
            <pc:sldMk cId="3219517312" sldId="261"/>
            <ac:spMk id="4" creationId="{8B82D497-B16B-BADC-0175-8E0C4BBA71E8}"/>
          </ac:spMkLst>
        </pc:spChg>
        <pc:spChg chg="add del mod">
          <ac:chgData name="Luiza Briana Grether" userId="33b05ef5-dde0-4e2c-af71-3f0410b5559e" providerId="ADAL" clId="{BD690F32-6A11-4ACD-8ECA-649441D692A8}" dt="2024-11-12T14:15:33.981" v="881" actId="6264"/>
          <ac:spMkLst>
            <pc:docMk/>
            <pc:sldMk cId="3219517312" sldId="261"/>
            <ac:spMk id="5" creationId="{06E70A24-8B64-CFAC-B2F4-6B6530B2F4CA}"/>
          </ac:spMkLst>
        </pc:spChg>
        <pc:spChg chg="add del mod">
          <ac:chgData name="Luiza Briana Grether" userId="33b05ef5-dde0-4e2c-af71-3f0410b5559e" providerId="ADAL" clId="{BD690F32-6A11-4ACD-8ECA-649441D692A8}" dt="2024-11-12T14:15:33.981" v="881" actId="6264"/>
          <ac:spMkLst>
            <pc:docMk/>
            <pc:sldMk cId="3219517312" sldId="261"/>
            <ac:spMk id="6" creationId="{69EE10BE-2C1B-685E-8F05-53CEA8BE6CDA}"/>
          </ac:spMkLst>
        </pc:spChg>
      </pc:sldChg>
      <pc:sldChg chg="addSp delSp modSp new mod modClrScheme chgLayout">
        <pc:chgData name="Luiza Briana Grether" userId="33b05ef5-dde0-4e2c-af71-3f0410b5559e" providerId="ADAL" clId="{BD690F32-6A11-4ACD-8ECA-649441D692A8}" dt="2024-11-12T14:16:10.354" v="893"/>
        <pc:sldMkLst>
          <pc:docMk/>
          <pc:sldMk cId="1648572485" sldId="262"/>
        </pc:sldMkLst>
        <pc:spChg chg="del mod ord">
          <ac:chgData name="Luiza Briana Grether" userId="33b05ef5-dde0-4e2c-af71-3f0410b5559e" providerId="ADAL" clId="{BD690F32-6A11-4ACD-8ECA-649441D692A8}" dt="2024-11-12T14:15:51.694" v="884" actId="700"/>
          <ac:spMkLst>
            <pc:docMk/>
            <pc:sldMk cId="1648572485" sldId="262"/>
            <ac:spMk id="2" creationId="{B32E65F2-7BEA-8AA4-C5E1-7C93F7190D05}"/>
          </ac:spMkLst>
        </pc:spChg>
        <pc:spChg chg="del mod ord">
          <ac:chgData name="Luiza Briana Grether" userId="33b05ef5-dde0-4e2c-af71-3f0410b5559e" providerId="ADAL" clId="{BD690F32-6A11-4ACD-8ECA-649441D692A8}" dt="2024-11-12T14:15:51.694" v="884" actId="700"/>
          <ac:spMkLst>
            <pc:docMk/>
            <pc:sldMk cId="1648572485" sldId="262"/>
            <ac:spMk id="3" creationId="{897E4674-79E4-1F0B-17FD-522B640B4ED8}"/>
          </ac:spMkLst>
        </pc:spChg>
        <pc:spChg chg="add mod ord">
          <ac:chgData name="Luiza Briana Grether" userId="33b05ef5-dde0-4e2c-af71-3f0410b5559e" providerId="ADAL" clId="{BD690F32-6A11-4ACD-8ECA-649441D692A8}" dt="2024-11-12T14:15:55.009" v="886"/>
          <ac:spMkLst>
            <pc:docMk/>
            <pc:sldMk cId="1648572485" sldId="262"/>
            <ac:spMk id="4" creationId="{61791FE0-C0E8-FBEF-E2DB-8CF14621A8B2}"/>
          </ac:spMkLst>
        </pc:spChg>
        <pc:spChg chg="add mod ord">
          <ac:chgData name="Luiza Briana Grether" userId="33b05ef5-dde0-4e2c-af71-3f0410b5559e" providerId="ADAL" clId="{BD690F32-6A11-4ACD-8ECA-649441D692A8}" dt="2024-11-12T14:15:59.680" v="888" actId="20577"/>
          <ac:spMkLst>
            <pc:docMk/>
            <pc:sldMk cId="1648572485" sldId="262"/>
            <ac:spMk id="5" creationId="{FD13C09D-73F5-CF36-5A89-C2FCC65E8315}"/>
          </ac:spMkLst>
        </pc:spChg>
        <pc:spChg chg="add del mod ord">
          <ac:chgData name="Luiza Briana Grether" userId="33b05ef5-dde0-4e2c-af71-3f0410b5559e" providerId="ADAL" clId="{BD690F32-6A11-4ACD-8ECA-649441D692A8}" dt="2024-11-12T14:16:10.354" v="893"/>
          <ac:spMkLst>
            <pc:docMk/>
            <pc:sldMk cId="1648572485" sldId="262"/>
            <ac:spMk id="6" creationId="{84774C93-3AD7-A7DB-F318-C594409446C1}"/>
          </ac:spMkLst>
        </pc:spChg>
        <pc:spChg chg="add mod ord">
          <ac:chgData name="Luiza Briana Grether" userId="33b05ef5-dde0-4e2c-af71-3f0410b5559e" providerId="ADAL" clId="{BD690F32-6A11-4ACD-8ECA-649441D692A8}" dt="2024-11-12T14:16:04.805" v="890" actId="20577"/>
          <ac:spMkLst>
            <pc:docMk/>
            <pc:sldMk cId="1648572485" sldId="262"/>
            <ac:spMk id="7" creationId="{60BF9D02-EAA8-EAF9-16FD-B8F58FC8BB81}"/>
          </ac:spMkLst>
        </pc:spChg>
        <pc:picChg chg="add del mod">
          <ac:chgData name="Luiza Briana Grether" userId="33b05ef5-dde0-4e2c-af71-3f0410b5559e" providerId="ADAL" clId="{BD690F32-6A11-4ACD-8ECA-649441D692A8}" dt="2024-11-12T14:16:09.714" v="892" actId="21"/>
          <ac:picMkLst>
            <pc:docMk/>
            <pc:sldMk cId="1648572485" sldId="262"/>
            <ac:picMk id="8" creationId="{9A40D980-8314-3FF2-60CF-51BDE9EA010C}"/>
          </ac:picMkLst>
        </pc:picChg>
        <pc:picChg chg="add mod">
          <ac:chgData name="Luiza Briana Grether" userId="33b05ef5-dde0-4e2c-af71-3f0410b5559e" providerId="ADAL" clId="{BD690F32-6A11-4ACD-8ECA-649441D692A8}" dt="2024-11-12T14:16:10.354" v="893"/>
          <ac:picMkLst>
            <pc:docMk/>
            <pc:sldMk cId="1648572485" sldId="262"/>
            <ac:picMk id="9" creationId="{9A40D980-8314-3FF2-60CF-51BDE9EA010C}"/>
          </ac:picMkLst>
        </pc:picChg>
      </pc:sldChg>
      <pc:sldChg chg="addSp delSp modSp new mod modClrScheme chgLayout">
        <pc:chgData name="Luiza Briana Grether" userId="33b05ef5-dde0-4e2c-af71-3f0410b5559e" providerId="ADAL" clId="{BD690F32-6A11-4ACD-8ECA-649441D692A8}" dt="2024-11-12T14:16:52.122" v="901" actId="6264"/>
        <pc:sldMkLst>
          <pc:docMk/>
          <pc:sldMk cId="3935208750" sldId="263"/>
        </pc:sldMkLst>
        <pc:spChg chg="del">
          <ac:chgData name="Luiza Briana Grether" userId="33b05ef5-dde0-4e2c-af71-3f0410b5559e" providerId="ADAL" clId="{BD690F32-6A11-4ACD-8ECA-649441D692A8}" dt="2024-11-12T14:16:19.788" v="895" actId="6264"/>
          <ac:spMkLst>
            <pc:docMk/>
            <pc:sldMk cId="3935208750" sldId="263"/>
            <ac:spMk id="2" creationId="{7C352180-CB2F-2CA0-3FD6-56E59D50D30B}"/>
          </ac:spMkLst>
        </pc:spChg>
        <pc:spChg chg="del">
          <ac:chgData name="Luiza Briana Grether" userId="33b05ef5-dde0-4e2c-af71-3f0410b5559e" providerId="ADAL" clId="{BD690F32-6A11-4ACD-8ECA-649441D692A8}" dt="2024-11-12T14:16:19.788" v="895" actId="6264"/>
          <ac:spMkLst>
            <pc:docMk/>
            <pc:sldMk cId="3935208750" sldId="263"/>
            <ac:spMk id="3" creationId="{812EC9B3-B372-F3C0-F396-A8F6A73264E7}"/>
          </ac:spMkLst>
        </pc:spChg>
        <pc:spChg chg="del">
          <ac:chgData name="Luiza Briana Grether" userId="33b05ef5-dde0-4e2c-af71-3f0410b5559e" providerId="ADAL" clId="{BD690F32-6A11-4ACD-8ECA-649441D692A8}" dt="2024-11-12T14:16:19.788" v="895" actId="6264"/>
          <ac:spMkLst>
            <pc:docMk/>
            <pc:sldMk cId="3935208750" sldId="263"/>
            <ac:spMk id="4" creationId="{0FA408E4-D474-0562-8B1C-64B6414B24F8}"/>
          </ac:spMkLst>
        </pc:spChg>
        <pc:spChg chg="del">
          <ac:chgData name="Luiza Briana Grether" userId="33b05ef5-dde0-4e2c-af71-3f0410b5559e" providerId="ADAL" clId="{BD690F32-6A11-4ACD-8ECA-649441D692A8}" dt="2024-11-12T14:16:19.788" v="895" actId="6264"/>
          <ac:spMkLst>
            <pc:docMk/>
            <pc:sldMk cId="3935208750" sldId="263"/>
            <ac:spMk id="5" creationId="{32969A98-BB2C-5971-740D-E8F325FDED76}"/>
          </ac:spMkLst>
        </pc:spChg>
        <pc:spChg chg="add del mod ord">
          <ac:chgData name="Luiza Briana Grether" userId="33b05ef5-dde0-4e2c-af71-3f0410b5559e" providerId="ADAL" clId="{BD690F32-6A11-4ACD-8ECA-649441D692A8}" dt="2024-11-12T14:16:24.358" v="897" actId="700"/>
          <ac:spMkLst>
            <pc:docMk/>
            <pc:sldMk cId="3935208750" sldId="263"/>
            <ac:spMk id="6" creationId="{56D651C2-E357-D5C8-BF84-6C80051EEEF5}"/>
          </ac:spMkLst>
        </pc:spChg>
        <pc:spChg chg="add del mod ord">
          <ac:chgData name="Luiza Briana Grether" userId="33b05ef5-dde0-4e2c-af71-3f0410b5559e" providerId="ADAL" clId="{BD690F32-6A11-4ACD-8ECA-649441D692A8}" dt="2024-11-12T14:16:24.358" v="897" actId="700"/>
          <ac:spMkLst>
            <pc:docMk/>
            <pc:sldMk cId="3935208750" sldId="263"/>
            <ac:spMk id="7" creationId="{5446E27E-E85B-1878-0E9B-885F267EDC5C}"/>
          </ac:spMkLst>
        </pc:spChg>
        <pc:spChg chg="add del mod ord">
          <ac:chgData name="Luiza Briana Grether" userId="33b05ef5-dde0-4e2c-af71-3f0410b5559e" providerId="ADAL" clId="{BD690F32-6A11-4ACD-8ECA-649441D692A8}" dt="2024-11-12T14:16:24.358" v="897" actId="700"/>
          <ac:spMkLst>
            <pc:docMk/>
            <pc:sldMk cId="3935208750" sldId="263"/>
            <ac:spMk id="8" creationId="{7BE9EE8D-FDC5-976A-8195-17F68C9000CE}"/>
          </ac:spMkLst>
        </pc:spChg>
        <pc:spChg chg="add del mod ord">
          <ac:chgData name="Luiza Briana Grether" userId="33b05ef5-dde0-4e2c-af71-3f0410b5559e" providerId="ADAL" clId="{BD690F32-6A11-4ACD-8ECA-649441D692A8}" dt="2024-11-12T14:16:24.358" v="897" actId="700"/>
          <ac:spMkLst>
            <pc:docMk/>
            <pc:sldMk cId="3935208750" sldId="263"/>
            <ac:spMk id="9" creationId="{07FBD802-98C1-8969-2DE0-6EA9FCBE475E}"/>
          </ac:spMkLst>
        </pc:spChg>
        <pc:spChg chg="add mod ord">
          <ac:chgData name="Luiza Briana Grether" userId="33b05ef5-dde0-4e2c-af71-3f0410b5559e" providerId="ADAL" clId="{BD690F32-6A11-4ACD-8ECA-649441D692A8}" dt="2024-11-12T14:16:52.122" v="901" actId="6264"/>
          <ac:spMkLst>
            <pc:docMk/>
            <pc:sldMk cId="3935208750" sldId="263"/>
            <ac:spMk id="10" creationId="{60FC964B-074A-7921-A7C5-F4450A1D8673}"/>
          </ac:spMkLst>
        </pc:spChg>
        <pc:spChg chg="add del mod">
          <ac:chgData name="Luiza Briana Grether" userId="33b05ef5-dde0-4e2c-af71-3f0410b5559e" providerId="ADAL" clId="{BD690F32-6A11-4ACD-8ECA-649441D692A8}" dt="2024-11-12T14:16:52.122" v="901" actId="6264"/>
          <ac:spMkLst>
            <pc:docMk/>
            <pc:sldMk cId="3935208750" sldId="263"/>
            <ac:spMk id="11" creationId="{4AB64209-100D-0758-B85E-6D6B8C0777AC}"/>
          </ac:spMkLst>
        </pc:spChg>
      </pc:sldChg>
      <pc:sldChg chg="addSp delSp modSp new mod modClrScheme chgLayout">
        <pc:chgData name="Luiza Briana Grether" userId="33b05ef5-dde0-4e2c-af71-3f0410b5559e" providerId="ADAL" clId="{BD690F32-6A11-4ACD-8ECA-649441D692A8}" dt="2024-11-12T14:22:12.838" v="987" actId="6264"/>
        <pc:sldMkLst>
          <pc:docMk/>
          <pc:sldMk cId="2764548526" sldId="264"/>
        </pc:sldMkLst>
        <pc:spChg chg="del mod ord">
          <ac:chgData name="Luiza Briana Grether" userId="33b05ef5-dde0-4e2c-af71-3f0410b5559e" providerId="ADAL" clId="{BD690F32-6A11-4ACD-8ECA-649441D692A8}" dt="2024-11-12T14:17:02.221" v="903" actId="700"/>
          <ac:spMkLst>
            <pc:docMk/>
            <pc:sldMk cId="2764548526" sldId="264"/>
            <ac:spMk id="2" creationId="{F0D78E6B-99F0-8B4D-F418-37CE3EFE4600}"/>
          </ac:spMkLst>
        </pc:spChg>
        <pc:spChg chg="add del mod ord">
          <ac:chgData name="Luiza Briana Grether" userId="33b05ef5-dde0-4e2c-af71-3f0410b5559e" providerId="ADAL" clId="{BD690F32-6A11-4ACD-8ECA-649441D692A8}" dt="2024-11-12T14:17:12.177" v="910"/>
          <ac:spMkLst>
            <pc:docMk/>
            <pc:sldMk cId="2764548526" sldId="264"/>
            <ac:spMk id="3" creationId="{C3510AA5-5982-49C9-BD2F-550C641B665F}"/>
          </ac:spMkLst>
        </pc:spChg>
        <pc:spChg chg="add del mod ord">
          <ac:chgData name="Luiza Briana Grether" userId="33b05ef5-dde0-4e2c-af71-3f0410b5559e" providerId="ADAL" clId="{BD690F32-6A11-4ACD-8ECA-649441D692A8}" dt="2024-11-12T14:17:15.776" v="911" actId="6264"/>
          <ac:spMkLst>
            <pc:docMk/>
            <pc:sldMk cId="2764548526" sldId="264"/>
            <ac:spMk id="4" creationId="{4CF7F527-5E26-3262-4814-09C71A51840E}"/>
          </ac:spMkLst>
        </pc:spChg>
        <pc:spChg chg="add mod ord">
          <ac:chgData name="Luiza Briana Grether" userId="33b05ef5-dde0-4e2c-af71-3f0410b5559e" providerId="ADAL" clId="{BD690F32-6A11-4ACD-8ECA-649441D692A8}" dt="2024-11-12T14:22:12.838" v="987" actId="6264"/>
          <ac:spMkLst>
            <pc:docMk/>
            <pc:sldMk cId="2764548526" sldId="264"/>
            <ac:spMk id="5" creationId="{96636678-0B69-C35E-E571-8389EBFFCEBD}"/>
          </ac:spMkLst>
        </pc:spChg>
        <pc:spChg chg="add del mod ord">
          <ac:chgData name="Luiza Briana Grether" userId="33b05ef5-dde0-4e2c-af71-3f0410b5559e" providerId="ADAL" clId="{BD690F32-6A11-4ACD-8ECA-649441D692A8}" dt="2024-11-12T14:17:15.776" v="911" actId="6264"/>
          <ac:spMkLst>
            <pc:docMk/>
            <pc:sldMk cId="2764548526" sldId="264"/>
            <ac:spMk id="6" creationId="{ACA6696B-AA3C-F1B6-4682-689A90CAB777}"/>
          </ac:spMkLst>
        </pc:spChg>
        <pc:spChg chg="add del mod ord">
          <ac:chgData name="Luiza Briana Grether" userId="33b05ef5-dde0-4e2c-af71-3f0410b5559e" providerId="ADAL" clId="{BD690F32-6A11-4ACD-8ECA-649441D692A8}" dt="2024-11-12T14:17:15.776" v="911" actId="6264"/>
          <ac:spMkLst>
            <pc:docMk/>
            <pc:sldMk cId="2764548526" sldId="264"/>
            <ac:spMk id="7" creationId="{50EC3EA4-2AF0-A718-9261-FA012BCB0190}"/>
          </ac:spMkLst>
        </pc:spChg>
        <pc:spChg chg="add del mod">
          <ac:chgData name="Luiza Briana Grether" userId="33b05ef5-dde0-4e2c-af71-3f0410b5559e" providerId="ADAL" clId="{BD690F32-6A11-4ACD-8ECA-649441D692A8}" dt="2024-11-12T14:17:15.776" v="911" actId="6264"/>
          <ac:spMkLst>
            <pc:docMk/>
            <pc:sldMk cId="2764548526" sldId="264"/>
            <ac:spMk id="10" creationId="{0DF7F6C8-7E80-7A34-4DE9-D3A066C552AE}"/>
          </ac:spMkLst>
        </pc:spChg>
        <pc:spChg chg="add del mod">
          <ac:chgData name="Luiza Briana Grether" userId="33b05ef5-dde0-4e2c-af71-3f0410b5559e" providerId="ADAL" clId="{BD690F32-6A11-4ACD-8ECA-649441D692A8}" dt="2024-11-12T14:17:15.776" v="911" actId="6264"/>
          <ac:spMkLst>
            <pc:docMk/>
            <pc:sldMk cId="2764548526" sldId="264"/>
            <ac:spMk id="11" creationId="{A923DD43-828E-90B8-BF37-5133F0C90C63}"/>
          </ac:spMkLst>
        </pc:spChg>
        <pc:spChg chg="add del mod ord">
          <ac:chgData name="Luiza Briana Grether" userId="33b05ef5-dde0-4e2c-af71-3f0410b5559e" providerId="ADAL" clId="{BD690F32-6A11-4ACD-8ECA-649441D692A8}" dt="2024-11-12T14:17:31.046" v="918" actId="6264"/>
          <ac:spMkLst>
            <pc:docMk/>
            <pc:sldMk cId="2764548526" sldId="264"/>
            <ac:spMk id="12" creationId="{5E4F3B7C-D34C-2351-30CA-6439C8E60251}"/>
          </ac:spMkLst>
        </pc:spChg>
        <pc:spChg chg="add del mod ord">
          <ac:chgData name="Luiza Briana Grether" userId="33b05ef5-dde0-4e2c-af71-3f0410b5559e" providerId="ADAL" clId="{BD690F32-6A11-4ACD-8ECA-649441D692A8}" dt="2024-11-12T14:17:27.938" v="917"/>
          <ac:spMkLst>
            <pc:docMk/>
            <pc:sldMk cId="2764548526" sldId="264"/>
            <ac:spMk id="13" creationId="{B51052B3-76A0-F89F-AF40-91FD4A7D6597}"/>
          </ac:spMkLst>
        </pc:spChg>
        <pc:spChg chg="add del mod ord">
          <ac:chgData name="Luiza Briana Grether" userId="33b05ef5-dde0-4e2c-af71-3f0410b5559e" providerId="ADAL" clId="{BD690F32-6A11-4ACD-8ECA-649441D692A8}" dt="2024-11-12T14:17:31.046" v="918" actId="6264"/>
          <ac:spMkLst>
            <pc:docMk/>
            <pc:sldMk cId="2764548526" sldId="264"/>
            <ac:spMk id="14" creationId="{AB9572C0-1308-CA10-6584-16EFC6EA870D}"/>
          </ac:spMkLst>
        </pc:spChg>
        <pc:spChg chg="add del mod">
          <ac:chgData name="Luiza Briana Grether" userId="33b05ef5-dde0-4e2c-af71-3f0410b5559e" providerId="ADAL" clId="{BD690F32-6A11-4ACD-8ECA-649441D692A8}" dt="2024-11-12T14:17:31.046" v="918" actId="6264"/>
          <ac:spMkLst>
            <pc:docMk/>
            <pc:sldMk cId="2764548526" sldId="264"/>
            <ac:spMk id="17" creationId="{CC8AD364-D49B-D40A-D294-6A0EC354742B}"/>
          </ac:spMkLst>
        </pc:spChg>
        <pc:spChg chg="add del mod">
          <ac:chgData name="Luiza Briana Grether" userId="33b05ef5-dde0-4e2c-af71-3f0410b5559e" providerId="ADAL" clId="{BD690F32-6A11-4ACD-8ECA-649441D692A8}" dt="2024-11-12T14:17:31.046" v="918" actId="6264"/>
          <ac:spMkLst>
            <pc:docMk/>
            <pc:sldMk cId="2764548526" sldId="264"/>
            <ac:spMk id="18" creationId="{F9EA501D-9C80-41E2-26C1-7DF4C41E7146}"/>
          </ac:spMkLst>
        </pc:spChg>
        <pc:spChg chg="add del mod">
          <ac:chgData name="Luiza Briana Grether" userId="33b05ef5-dde0-4e2c-af71-3f0410b5559e" providerId="ADAL" clId="{BD690F32-6A11-4ACD-8ECA-649441D692A8}" dt="2024-11-12T14:17:31.046" v="918" actId="6264"/>
          <ac:spMkLst>
            <pc:docMk/>
            <pc:sldMk cId="2764548526" sldId="264"/>
            <ac:spMk id="19" creationId="{6E405C13-A8A6-6803-314A-D8BB32ACFE19}"/>
          </ac:spMkLst>
        </pc:spChg>
        <pc:spChg chg="add mod ord">
          <ac:chgData name="Luiza Briana Grether" userId="33b05ef5-dde0-4e2c-af71-3f0410b5559e" providerId="ADAL" clId="{BD690F32-6A11-4ACD-8ECA-649441D692A8}" dt="2024-11-12T14:22:12.838" v="987" actId="6264"/>
          <ac:spMkLst>
            <pc:docMk/>
            <pc:sldMk cId="2764548526" sldId="264"/>
            <ac:spMk id="20" creationId="{CC6432CB-0B43-25FD-2F14-35855C4F5D68}"/>
          </ac:spMkLst>
        </pc:spChg>
        <pc:spChg chg="add mod ord">
          <ac:chgData name="Luiza Briana Grether" userId="33b05ef5-dde0-4e2c-af71-3f0410b5559e" providerId="ADAL" clId="{BD690F32-6A11-4ACD-8ECA-649441D692A8}" dt="2024-11-12T14:22:12.838" v="987" actId="6264"/>
          <ac:spMkLst>
            <pc:docMk/>
            <pc:sldMk cId="2764548526" sldId="264"/>
            <ac:spMk id="21" creationId="{97CEF02E-6A99-C5AF-91B8-5881D469B69D}"/>
          </ac:spMkLst>
        </pc:spChg>
        <pc:spChg chg="add del mod">
          <ac:chgData name="Luiza Briana Grether" userId="33b05ef5-dde0-4e2c-af71-3f0410b5559e" providerId="ADAL" clId="{BD690F32-6A11-4ACD-8ECA-649441D692A8}" dt="2024-11-12T14:22:12.838" v="987" actId="6264"/>
          <ac:spMkLst>
            <pc:docMk/>
            <pc:sldMk cId="2764548526" sldId="264"/>
            <ac:spMk id="22" creationId="{0954E4E1-46AD-AABD-2E7B-7A633A6CEF49}"/>
          </ac:spMkLst>
        </pc:spChg>
        <pc:spChg chg="add del mod">
          <ac:chgData name="Luiza Briana Grether" userId="33b05ef5-dde0-4e2c-af71-3f0410b5559e" providerId="ADAL" clId="{BD690F32-6A11-4ACD-8ECA-649441D692A8}" dt="2024-11-12T14:22:12.838" v="987" actId="6264"/>
          <ac:spMkLst>
            <pc:docMk/>
            <pc:sldMk cId="2764548526" sldId="264"/>
            <ac:spMk id="23" creationId="{51FCA659-A5B0-0007-A5F1-7768B865F3E7}"/>
          </ac:spMkLst>
        </pc:spChg>
        <pc:spChg chg="add del mod">
          <ac:chgData name="Luiza Briana Grether" userId="33b05ef5-dde0-4e2c-af71-3f0410b5559e" providerId="ADAL" clId="{BD690F32-6A11-4ACD-8ECA-649441D692A8}" dt="2024-11-12T14:22:12.838" v="987" actId="6264"/>
          <ac:spMkLst>
            <pc:docMk/>
            <pc:sldMk cId="2764548526" sldId="264"/>
            <ac:spMk id="24" creationId="{2BA883E2-F7DC-0764-E76C-59EE58ACD745}"/>
          </ac:spMkLst>
        </pc:spChg>
        <pc:spChg chg="add del mod">
          <ac:chgData name="Luiza Briana Grether" userId="33b05ef5-dde0-4e2c-af71-3f0410b5559e" providerId="ADAL" clId="{BD690F32-6A11-4ACD-8ECA-649441D692A8}" dt="2024-11-12T14:22:12.838" v="987" actId="6264"/>
          <ac:spMkLst>
            <pc:docMk/>
            <pc:sldMk cId="2764548526" sldId="264"/>
            <ac:spMk id="25" creationId="{23F358EF-ECB7-1029-13F8-6BAF4265F0CE}"/>
          </ac:spMkLst>
        </pc:spChg>
        <pc:spChg chg="add del mod">
          <ac:chgData name="Luiza Briana Grether" userId="33b05ef5-dde0-4e2c-af71-3f0410b5559e" providerId="ADAL" clId="{BD690F32-6A11-4ACD-8ECA-649441D692A8}" dt="2024-11-12T14:22:12.838" v="987" actId="6264"/>
          <ac:spMkLst>
            <pc:docMk/>
            <pc:sldMk cId="2764548526" sldId="264"/>
            <ac:spMk id="26" creationId="{8ECF5324-725D-6E67-8C05-82BDCD707E01}"/>
          </ac:spMkLst>
        </pc:spChg>
        <pc:picChg chg="add del mod">
          <ac:chgData name="Luiza Briana Grether" userId="33b05ef5-dde0-4e2c-af71-3f0410b5559e" providerId="ADAL" clId="{BD690F32-6A11-4ACD-8ECA-649441D692A8}" dt="2024-11-12T14:17:11.505" v="909" actId="21"/>
          <ac:picMkLst>
            <pc:docMk/>
            <pc:sldMk cId="2764548526" sldId="264"/>
            <ac:picMk id="8" creationId="{8508F8AA-8DFF-6BE8-A5F1-164B51EBDF91}"/>
          </ac:picMkLst>
        </pc:picChg>
        <pc:picChg chg="add mod ord">
          <ac:chgData name="Luiza Briana Grether" userId="33b05ef5-dde0-4e2c-af71-3f0410b5559e" providerId="ADAL" clId="{BD690F32-6A11-4ACD-8ECA-649441D692A8}" dt="2024-11-12T14:22:12.838" v="987" actId="6264"/>
          <ac:picMkLst>
            <pc:docMk/>
            <pc:sldMk cId="2764548526" sldId="264"/>
            <ac:picMk id="9" creationId="{8508F8AA-8DFF-6BE8-A5F1-164B51EBDF91}"/>
          </ac:picMkLst>
        </pc:picChg>
        <pc:picChg chg="add del mod">
          <ac:chgData name="Luiza Briana Grether" userId="33b05ef5-dde0-4e2c-af71-3f0410b5559e" providerId="ADAL" clId="{BD690F32-6A11-4ACD-8ECA-649441D692A8}" dt="2024-11-12T14:17:27.140" v="916" actId="21"/>
          <ac:picMkLst>
            <pc:docMk/>
            <pc:sldMk cId="2764548526" sldId="264"/>
            <ac:picMk id="15" creationId="{4F1B291A-069D-EA9C-7CD3-252684CF7B17}"/>
          </ac:picMkLst>
        </pc:picChg>
        <pc:picChg chg="add mod ord">
          <ac:chgData name="Luiza Briana Grether" userId="33b05ef5-dde0-4e2c-af71-3f0410b5559e" providerId="ADAL" clId="{BD690F32-6A11-4ACD-8ECA-649441D692A8}" dt="2024-11-12T14:22:12.838" v="987" actId="6264"/>
          <ac:picMkLst>
            <pc:docMk/>
            <pc:sldMk cId="2764548526" sldId="264"/>
            <ac:picMk id="16" creationId="{4F1B291A-069D-EA9C-7CD3-252684CF7B17}"/>
          </ac:picMkLst>
        </pc:picChg>
      </pc:sldChg>
      <pc:sldChg chg="addSp delSp modSp new del mod modClrScheme chgLayout">
        <pc:chgData name="Luiza Briana Grether" userId="33b05ef5-dde0-4e2c-af71-3f0410b5559e" providerId="ADAL" clId="{BD690F32-6A11-4ACD-8ECA-649441D692A8}" dt="2024-11-25T11:58:28.197" v="1084" actId="47"/>
        <pc:sldMkLst>
          <pc:docMk/>
          <pc:sldMk cId="2223283500" sldId="265"/>
        </pc:sldMkLst>
        <pc:spChg chg="del">
          <ac:chgData name="Luiza Briana Grether" userId="33b05ef5-dde0-4e2c-af71-3f0410b5559e" providerId="ADAL" clId="{BD690F32-6A11-4ACD-8ECA-649441D692A8}" dt="2024-11-12T14:17:58.175" v="927" actId="700"/>
          <ac:spMkLst>
            <pc:docMk/>
            <pc:sldMk cId="2223283500" sldId="265"/>
            <ac:spMk id="2" creationId="{E5E074A6-494B-D93D-B908-137C39031488}"/>
          </ac:spMkLst>
        </pc:spChg>
        <pc:spChg chg="del mod ord">
          <ac:chgData name="Luiza Briana Grether" userId="33b05ef5-dde0-4e2c-af71-3f0410b5559e" providerId="ADAL" clId="{BD690F32-6A11-4ACD-8ECA-649441D692A8}" dt="2024-11-12T14:17:58.175" v="927" actId="700"/>
          <ac:spMkLst>
            <pc:docMk/>
            <pc:sldMk cId="2223283500" sldId="265"/>
            <ac:spMk id="3" creationId="{59009C81-3DEA-A72E-A52C-8376E75F6C61}"/>
          </ac:spMkLst>
        </pc:spChg>
        <pc:spChg chg="del mod ord">
          <ac:chgData name="Luiza Briana Grether" userId="33b05ef5-dde0-4e2c-af71-3f0410b5559e" providerId="ADAL" clId="{BD690F32-6A11-4ACD-8ECA-649441D692A8}" dt="2024-11-12T14:17:58.175" v="927" actId="700"/>
          <ac:spMkLst>
            <pc:docMk/>
            <pc:sldMk cId="2223283500" sldId="265"/>
            <ac:spMk id="4" creationId="{E2D7E806-7F38-35DC-6DC3-0D471798DBDE}"/>
          </ac:spMkLst>
        </pc:spChg>
        <pc:spChg chg="del">
          <ac:chgData name="Luiza Briana Grether" userId="33b05ef5-dde0-4e2c-af71-3f0410b5559e" providerId="ADAL" clId="{BD690F32-6A11-4ACD-8ECA-649441D692A8}" dt="2024-11-12T14:17:58.175" v="927" actId="700"/>
          <ac:spMkLst>
            <pc:docMk/>
            <pc:sldMk cId="2223283500" sldId="265"/>
            <ac:spMk id="5" creationId="{0B1DCBA2-9236-6E5E-9737-1FE72EF3664F}"/>
          </ac:spMkLst>
        </pc:spChg>
        <pc:spChg chg="del">
          <ac:chgData name="Luiza Briana Grether" userId="33b05ef5-dde0-4e2c-af71-3f0410b5559e" providerId="ADAL" clId="{BD690F32-6A11-4ACD-8ECA-649441D692A8}" dt="2024-11-12T14:17:58.175" v="927" actId="700"/>
          <ac:spMkLst>
            <pc:docMk/>
            <pc:sldMk cId="2223283500" sldId="265"/>
            <ac:spMk id="6" creationId="{0A5E211C-8101-778E-5849-4652CAD8220D}"/>
          </ac:spMkLst>
        </pc:spChg>
        <pc:spChg chg="add mod ord">
          <ac:chgData name="Luiza Briana Grether" userId="33b05ef5-dde0-4e2c-af71-3f0410b5559e" providerId="ADAL" clId="{BD690F32-6A11-4ACD-8ECA-649441D692A8}" dt="2024-11-12T14:18:07.092" v="931" actId="6264"/>
          <ac:spMkLst>
            <pc:docMk/>
            <pc:sldMk cId="2223283500" sldId="265"/>
            <ac:spMk id="7" creationId="{AC545DC4-7E2C-A38C-49B3-03D8095BBC44}"/>
          </ac:spMkLst>
        </pc:spChg>
        <pc:spChg chg="add mod ord">
          <ac:chgData name="Luiza Briana Grether" userId="33b05ef5-dde0-4e2c-af71-3f0410b5559e" providerId="ADAL" clId="{BD690F32-6A11-4ACD-8ECA-649441D692A8}" dt="2024-11-12T14:18:09.663" v="932" actId="12"/>
          <ac:spMkLst>
            <pc:docMk/>
            <pc:sldMk cId="2223283500" sldId="265"/>
            <ac:spMk id="8" creationId="{3A31C5A8-00F0-6520-8DFF-57275A25DD69}"/>
          </ac:spMkLst>
        </pc:spChg>
        <pc:spChg chg="add del mod">
          <ac:chgData name="Luiza Briana Grether" userId="33b05ef5-dde0-4e2c-af71-3f0410b5559e" providerId="ADAL" clId="{BD690F32-6A11-4ACD-8ECA-649441D692A8}" dt="2024-11-12T14:18:07.092" v="931" actId="6264"/>
          <ac:spMkLst>
            <pc:docMk/>
            <pc:sldMk cId="2223283500" sldId="265"/>
            <ac:spMk id="9" creationId="{D5E381AA-234D-DEE7-3783-D1A44E22FF33}"/>
          </ac:spMkLst>
        </pc:spChg>
        <pc:spChg chg="add del mod">
          <ac:chgData name="Luiza Briana Grether" userId="33b05ef5-dde0-4e2c-af71-3f0410b5559e" providerId="ADAL" clId="{BD690F32-6A11-4ACD-8ECA-649441D692A8}" dt="2024-11-12T14:18:07.092" v="931" actId="6264"/>
          <ac:spMkLst>
            <pc:docMk/>
            <pc:sldMk cId="2223283500" sldId="265"/>
            <ac:spMk id="10" creationId="{87B5C524-D713-FD4D-8250-34B72E93FCA9}"/>
          </ac:spMkLst>
        </pc:spChg>
      </pc:sldChg>
      <pc:sldChg chg="addSp delSp modSp new mod">
        <pc:chgData name="Luiza Briana Grether" userId="33b05ef5-dde0-4e2c-af71-3f0410b5559e" providerId="ADAL" clId="{BD690F32-6A11-4ACD-8ECA-649441D692A8}" dt="2024-11-12T14:18:24.351" v="938" actId="20577"/>
        <pc:sldMkLst>
          <pc:docMk/>
          <pc:sldMk cId="4233346620" sldId="266"/>
        </pc:sldMkLst>
        <pc:spChg chg="mod">
          <ac:chgData name="Luiza Briana Grether" userId="33b05ef5-dde0-4e2c-af71-3f0410b5559e" providerId="ADAL" clId="{BD690F32-6A11-4ACD-8ECA-649441D692A8}" dt="2024-11-12T14:18:19.841" v="936"/>
          <ac:spMkLst>
            <pc:docMk/>
            <pc:sldMk cId="4233346620" sldId="266"/>
            <ac:spMk id="2" creationId="{3F672EB2-BA31-258D-49EF-C21D8689A7D0}"/>
          </ac:spMkLst>
        </pc:spChg>
        <pc:spChg chg="mod">
          <ac:chgData name="Luiza Briana Grether" userId="33b05ef5-dde0-4e2c-af71-3f0410b5559e" providerId="ADAL" clId="{BD690F32-6A11-4ACD-8ECA-649441D692A8}" dt="2024-11-12T14:18:24.351" v="938" actId="20577"/>
          <ac:spMkLst>
            <pc:docMk/>
            <pc:sldMk cId="4233346620" sldId="266"/>
            <ac:spMk id="3" creationId="{83E9997E-38BC-C2ED-57F3-C4C24F228011}"/>
          </ac:spMkLst>
        </pc:spChg>
        <pc:spChg chg="add del">
          <ac:chgData name="Luiza Briana Grether" userId="33b05ef5-dde0-4e2c-af71-3f0410b5559e" providerId="ADAL" clId="{BD690F32-6A11-4ACD-8ECA-649441D692A8}" dt="2024-11-12T14:18:19.015" v="935" actId="22"/>
          <ac:spMkLst>
            <pc:docMk/>
            <pc:sldMk cId="4233346620" sldId="266"/>
            <ac:spMk id="5" creationId="{3D3E5AB2-3796-0902-1FD2-CC95E51DC7CA}"/>
          </ac:spMkLst>
        </pc:spChg>
      </pc:sldChg>
      <pc:sldChg chg="addSp delSp modSp new mod modClrScheme chgLayout">
        <pc:chgData name="Luiza Briana Grether" userId="33b05ef5-dde0-4e2c-af71-3f0410b5559e" providerId="ADAL" clId="{BD690F32-6A11-4ACD-8ECA-649441D692A8}" dt="2024-11-12T14:19:30.367" v="952" actId="255"/>
        <pc:sldMkLst>
          <pc:docMk/>
          <pc:sldMk cId="2653190169" sldId="267"/>
        </pc:sldMkLst>
        <pc:spChg chg="del mod ord">
          <ac:chgData name="Luiza Briana Grether" userId="33b05ef5-dde0-4e2c-af71-3f0410b5559e" providerId="ADAL" clId="{BD690F32-6A11-4ACD-8ECA-649441D692A8}" dt="2024-11-12T14:18:36.017" v="940" actId="700"/>
          <ac:spMkLst>
            <pc:docMk/>
            <pc:sldMk cId="2653190169" sldId="267"/>
            <ac:spMk id="2" creationId="{C029C80B-708B-0745-447D-F9AA564D5E9B}"/>
          </ac:spMkLst>
        </pc:spChg>
        <pc:spChg chg="del mod ord">
          <ac:chgData name="Luiza Briana Grether" userId="33b05ef5-dde0-4e2c-af71-3f0410b5559e" providerId="ADAL" clId="{BD690F32-6A11-4ACD-8ECA-649441D692A8}" dt="2024-11-12T14:18:36.017" v="940" actId="700"/>
          <ac:spMkLst>
            <pc:docMk/>
            <pc:sldMk cId="2653190169" sldId="267"/>
            <ac:spMk id="3" creationId="{6AF96C47-938D-C1EC-E5ED-67E7C6B4FA3A}"/>
          </ac:spMkLst>
        </pc:spChg>
        <pc:spChg chg="add mod ord">
          <ac:chgData name="Luiza Briana Grether" userId="33b05ef5-dde0-4e2c-af71-3f0410b5559e" providerId="ADAL" clId="{BD690F32-6A11-4ACD-8ECA-649441D692A8}" dt="2024-11-12T14:19:30.367" v="952" actId="255"/>
          <ac:spMkLst>
            <pc:docMk/>
            <pc:sldMk cId="2653190169" sldId="267"/>
            <ac:spMk id="4" creationId="{FBF6838D-C34C-BA06-1B2B-EEBC18254C23}"/>
          </ac:spMkLst>
        </pc:spChg>
        <pc:spChg chg="add del mod ord">
          <ac:chgData name="Luiza Briana Grether" userId="33b05ef5-dde0-4e2c-af71-3f0410b5559e" providerId="ADAL" clId="{BD690F32-6A11-4ACD-8ECA-649441D692A8}" dt="2024-11-12T14:18:40.780" v="944"/>
          <ac:spMkLst>
            <pc:docMk/>
            <pc:sldMk cId="2653190169" sldId="267"/>
            <ac:spMk id="5" creationId="{35031795-E638-0384-BE33-0C390DA6DD0E}"/>
          </ac:spMkLst>
        </pc:spChg>
        <pc:spChg chg="add mod ord">
          <ac:chgData name="Luiza Briana Grether" userId="33b05ef5-dde0-4e2c-af71-3f0410b5559e" providerId="ADAL" clId="{BD690F32-6A11-4ACD-8ECA-649441D692A8}" dt="2024-11-12T14:19:23.989" v="950" actId="6264"/>
          <ac:spMkLst>
            <pc:docMk/>
            <pc:sldMk cId="2653190169" sldId="267"/>
            <ac:spMk id="6" creationId="{DBE8080F-C560-681F-28D0-69293D91768D}"/>
          </ac:spMkLst>
        </pc:spChg>
        <pc:spChg chg="add del mod">
          <ac:chgData name="Luiza Briana Grether" userId="33b05ef5-dde0-4e2c-af71-3f0410b5559e" providerId="ADAL" clId="{BD690F32-6A11-4ACD-8ECA-649441D692A8}" dt="2024-11-12T14:19:23.989" v="950" actId="6264"/>
          <ac:spMkLst>
            <pc:docMk/>
            <pc:sldMk cId="2653190169" sldId="267"/>
            <ac:spMk id="9" creationId="{1D42909D-6A00-F0D3-F344-EE6029236850}"/>
          </ac:spMkLst>
        </pc:spChg>
        <pc:spChg chg="add del mod">
          <ac:chgData name="Luiza Briana Grether" userId="33b05ef5-dde0-4e2c-af71-3f0410b5559e" providerId="ADAL" clId="{BD690F32-6A11-4ACD-8ECA-649441D692A8}" dt="2024-11-12T14:19:23.989" v="950" actId="6264"/>
          <ac:spMkLst>
            <pc:docMk/>
            <pc:sldMk cId="2653190169" sldId="267"/>
            <ac:spMk id="10" creationId="{59EDC936-DF47-6DED-92F1-931CA8699CB4}"/>
          </ac:spMkLst>
        </pc:spChg>
        <pc:spChg chg="add del mod">
          <ac:chgData name="Luiza Briana Grether" userId="33b05ef5-dde0-4e2c-af71-3f0410b5559e" providerId="ADAL" clId="{BD690F32-6A11-4ACD-8ECA-649441D692A8}" dt="2024-11-12T14:19:23.989" v="950" actId="6264"/>
          <ac:spMkLst>
            <pc:docMk/>
            <pc:sldMk cId="2653190169" sldId="267"/>
            <ac:spMk id="11" creationId="{06515C48-0ED1-9606-E36A-AFFFF3CA040B}"/>
          </ac:spMkLst>
        </pc:spChg>
        <pc:picChg chg="add del mod">
          <ac:chgData name="Luiza Briana Grether" userId="33b05ef5-dde0-4e2c-af71-3f0410b5559e" providerId="ADAL" clId="{BD690F32-6A11-4ACD-8ECA-649441D692A8}" dt="2024-11-12T14:18:40.071" v="943" actId="21"/>
          <ac:picMkLst>
            <pc:docMk/>
            <pc:sldMk cId="2653190169" sldId="267"/>
            <ac:picMk id="7" creationId="{F713F1D4-6400-5805-916B-DCCAD5C31AFA}"/>
          </ac:picMkLst>
        </pc:picChg>
        <pc:picChg chg="add mod ord">
          <ac:chgData name="Luiza Briana Grether" userId="33b05ef5-dde0-4e2c-af71-3f0410b5559e" providerId="ADAL" clId="{BD690F32-6A11-4ACD-8ECA-649441D692A8}" dt="2024-11-12T14:19:23.989" v="950" actId="6264"/>
          <ac:picMkLst>
            <pc:docMk/>
            <pc:sldMk cId="2653190169" sldId="267"/>
            <ac:picMk id="8" creationId="{F713F1D4-6400-5805-916B-DCCAD5C31AFA}"/>
          </ac:picMkLst>
        </pc:picChg>
      </pc:sldChg>
      <pc:sldChg chg="addSp delSp modSp new del mod modClrScheme chgLayout">
        <pc:chgData name="Luiza Briana Grether" userId="33b05ef5-dde0-4e2c-af71-3f0410b5559e" providerId="ADAL" clId="{BD690F32-6A11-4ACD-8ECA-649441D692A8}" dt="2024-11-25T11:58:50.344" v="1086" actId="47"/>
        <pc:sldMkLst>
          <pc:docMk/>
          <pc:sldMk cId="53405276" sldId="268"/>
        </pc:sldMkLst>
        <pc:spChg chg="del mod ord">
          <ac:chgData name="Luiza Briana Grether" userId="33b05ef5-dde0-4e2c-af71-3f0410b5559e" providerId="ADAL" clId="{BD690F32-6A11-4ACD-8ECA-649441D692A8}" dt="2024-11-12T14:19:44.553" v="954" actId="700"/>
          <ac:spMkLst>
            <pc:docMk/>
            <pc:sldMk cId="53405276" sldId="268"/>
            <ac:spMk id="2" creationId="{1D9FC9A0-01BC-9865-7531-8666865BE688}"/>
          </ac:spMkLst>
        </pc:spChg>
        <pc:spChg chg="del">
          <ac:chgData name="Luiza Briana Grether" userId="33b05ef5-dde0-4e2c-af71-3f0410b5559e" providerId="ADAL" clId="{BD690F32-6A11-4ACD-8ECA-649441D692A8}" dt="2024-11-12T14:19:44.553" v="954" actId="700"/>
          <ac:spMkLst>
            <pc:docMk/>
            <pc:sldMk cId="53405276" sldId="268"/>
            <ac:spMk id="3" creationId="{BD57D1F8-AF34-7CE5-F136-7CBF531C74E3}"/>
          </ac:spMkLst>
        </pc:spChg>
        <pc:spChg chg="del mod ord">
          <ac:chgData name="Luiza Briana Grether" userId="33b05ef5-dde0-4e2c-af71-3f0410b5559e" providerId="ADAL" clId="{BD690F32-6A11-4ACD-8ECA-649441D692A8}" dt="2024-11-12T14:19:44.553" v="954" actId="700"/>
          <ac:spMkLst>
            <pc:docMk/>
            <pc:sldMk cId="53405276" sldId="268"/>
            <ac:spMk id="4" creationId="{D360808F-CDBB-C2AE-7F2D-EEE88DBE8AAB}"/>
          </ac:spMkLst>
        </pc:spChg>
        <pc:spChg chg="add mod ord">
          <ac:chgData name="Luiza Briana Grether" userId="33b05ef5-dde0-4e2c-af71-3f0410b5559e" providerId="ADAL" clId="{BD690F32-6A11-4ACD-8ECA-649441D692A8}" dt="2024-11-12T14:19:51.698" v="957"/>
          <ac:spMkLst>
            <pc:docMk/>
            <pc:sldMk cId="53405276" sldId="268"/>
            <ac:spMk id="5" creationId="{61193F11-EDB0-23C9-01C0-236613E03AF6}"/>
          </ac:spMkLst>
        </pc:spChg>
        <pc:spChg chg="add mod ord">
          <ac:chgData name="Luiza Briana Grether" userId="33b05ef5-dde0-4e2c-af71-3f0410b5559e" providerId="ADAL" clId="{BD690F32-6A11-4ACD-8ECA-649441D692A8}" dt="2024-11-12T14:19:53.903" v="959" actId="20577"/>
          <ac:spMkLst>
            <pc:docMk/>
            <pc:sldMk cId="53405276" sldId="268"/>
            <ac:spMk id="6" creationId="{B2B71186-30CD-C8E4-3A93-0896CE143264}"/>
          </ac:spMkLst>
        </pc:spChg>
      </pc:sldChg>
      <pc:sldChg chg="modSp new mod">
        <pc:chgData name="Luiza Briana Grether" userId="33b05ef5-dde0-4e2c-af71-3f0410b5559e" providerId="ADAL" clId="{BD690F32-6A11-4ACD-8ECA-649441D692A8}" dt="2024-11-12T14:20:13.993" v="965" actId="20577"/>
        <pc:sldMkLst>
          <pc:docMk/>
          <pc:sldMk cId="1386092570" sldId="269"/>
        </pc:sldMkLst>
        <pc:spChg chg="mod">
          <ac:chgData name="Luiza Briana Grether" userId="33b05ef5-dde0-4e2c-af71-3f0410b5559e" providerId="ADAL" clId="{BD690F32-6A11-4ACD-8ECA-649441D692A8}" dt="2024-11-12T14:20:11.193" v="963"/>
          <ac:spMkLst>
            <pc:docMk/>
            <pc:sldMk cId="1386092570" sldId="269"/>
            <ac:spMk id="2" creationId="{BC449552-DCB6-E58B-681E-01C7461DE31B}"/>
          </ac:spMkLst>
        </pc:spChg>
        <pc:spChg chg="mod">
          <ac:chgData name="Luiza Briana Grether" userId="33b05ef5-dde0-4e2c-af71-3f0410b5559e" providerId="ADAL" clId="{BD690F32-6A11-4ACD-8ECA-649441D692A8}" dt="2024-11-12T14:20:13.993" v="965" actId="20577"/>
          <ac:spMkLst>
            <pc:docMk/>
            <pc:sldMk cId="1386092570" sldId="269"/>
            <ac:spMk id="3" creationId="{9F2397C1-C5FA-165A-4765-6FED7C1670E2}"/>
          </ac:spMkLst>
        </pc:spChg>
      </pc:sldChg>
      <pc:sldChg chg="addSp delSp modSp new mod modClrScheme chgLayout">
        <pc:chgData name="Luiza Briana Grether" userId="33b05ef5-dde0-4e2c-af71-3f0410b5559e" providerId="ADAL" clId="{BD690F32-6A11-4ACD-8ECA-649441D692A8}" dt="2024-11-12T14:20:39.785" v="976" actId="20577"/>
        <pc:sldMkLst>
          <pc:docMk/>
          <pc:sldMk cId="3412891661" sldId="270"/>
        </pc:sldMkLst>
        <pc:spChg chg="del mod ord">
          <ac:chgData name="Luiza Briana Grether" userId="33b05ef5-dde0-4e2c-af71-3f0410b5559e" providerId="ADAL" clId="{BD690F32-6A11-4ACD-8ECA-649441D692A8}" dt="2024-11-12T14:20:24.861" v="967" actId="700"/>
          <ac:spMkLst>
            <pc:docMk/>
            <pc:sldMk cId="3412891661" sldId="270"/>
            <ac:spMk id="2" creationId="{98956C1B-763B-082B-D889-7AD0B61AE25C}"/>
          </ac:spMkLst>
        </pc:spChg>
        <pc:spChg chg="del">
          <ac:chgData name="Luiza Briana Grether" userId="33b05ef5-dde0-4e2c-af71-3f0410b5559e" providerId="ADAL" clId="{BD690F32-6A11-4ACD-8ECA-649441D692A8}" dt="2024-11-12T14:20:24.861" v="967" actId="700"/>
          <ac:spMkLst>
            <pc:docMk/>
            <pc:sldMk cId="3412891661" sldId="270"/>
            <ac:spMk id="3" creationId="{098D100D-5DD5-2E69-ABDA-74E6C9D43C1C}"/>
          </ac:spMkLst>
        </pc:spChg>
        <pc:spChg chg="add del mod ord">
          <ac:chgData name="Luiza Briana Grether" userId="33b05ef5-dde0-4e2c-af71-3f0410b5559e" providerId="ADAL" clId="{BD690F32-6A11-4ACD-8ECA-649441D692A8}" dt="2024-11-12T14:20:28.715" v="971"/>
          <ac:spMkLst>
            <pc:docMk/>
            <pc:sldMk cId="3412891661" sldId="270"/>
            <ac:spMk id="4" creationId="{24DDA4B5-6014-FB29-61D1-00093F3BF91D}"/>
          </ac:spMkLst>
        </pc:spChg>
        <pc:spChg chg="add del mod ord">
          <ac:chgData name="Luiza Briana Grether" userId="33b05ef5-dde0-4e2c-af71-3f0410b5559e" providerId="ADAL" clId="{BD690F32-6A11-4ACD-8ECA-649441D692A8}" dt="2024-11-12T14:20:34.163" v="973" actId="6264"/>
          <ac:spMkLst>
            <pc:docMk/>
            <pc:sldMk cId="3412891661" sldId="270"/>
            <ac:spMk id="5" creationId="{70B88558-42B7-409A-AAF2-C34DE5022343}"/>
          </ac:spMkLst>
        </pc:spChg>
        <pc:spChg chg="add del mod">
          <ac:chgData name="Luiza Briana Grether" userId="33b05ef5-dde0-4e2c-af71-3f0410b5559e" providerId="ADAL" clId="{BD690F32-6A11-4ACD-8ECA-649441D692A8}" dt="2024-11-12T14:20:34.163" v="973" actId="6264"/>
          <ac:spMkLst>
            <pc:docMk/>
            <pc:sldMk cId="3412891661" sldId="270"/>
            <ac:spMk id="8" creationId="{B5202ACB-97F2-7002-2675-8EE0CE1BCBCB}"/>
          </ac:spMkLst>
        </pc:spChg>
        <pc:spChg chg="add mod ord">
          <ac:chgData name="Luiza Briana Grether" userId="33b05ef5-dde0-4e2c-af71-3f0410b5559e" providerId="ADAL" clId="{BD690F32-6A11-4ACD-8ECA-649441D692A8}" dt="2024-11-12T14:20:39.785" v="976" actId="20577"/>
          <ac:spMkLst>
            <pc:docMk/>
            <pc:sldMk cId="3412891661" sldId="270"/>
            <ac:spMk id="9" creationId="{61064952-90D5-2CA2-EE2B-98C51014E7BC}"/>
          </ac:spMkLst>
        </pc:spChg>
        <pc:picChg chg="add mod">
          <ac:chgData name="Luiza Briana Grether" userId="33b05ef5-dde0-4e2c-af71-3f0410b5559e" providerId="ADAL" clId="{BD690F32-6A11-4ACD-8ECA-649441D692A8}" dt="2024-11-12T14:20:28.085" v="970"/>
          <ac:picMkLst>
            <pc:docMk/>
            <pc:sldMk cId="3412891661" sldId="270"/>
            <ac:picMk id="6" creationId="{35703B26-EFF0-B729-63EA-9E971A7251E2}"/>
          </ac:picMkLst>
        </pc:picChg>
        <pc:picChg chg="add mod ord">
          <ac:chgData name="Luiza Briana Grether" userId="33b05ef5-dde0-4e2c-af71-3f0410b5559e" providerId="ADAL" clId="{BD690F32-6A11-4ACD-8ECA-649441D692A8}" dt="2024-11-12T14:20:34.163" v="973" actId="6264"/>
          <ac:picMkLst>
            <pc:docMk/>
            <pc:sldMk cId="3412891661" sldId="270"/>
            <ac:picMk id="7" creationId="{C0E9C5D4-686C-7734-4CC8-C223D61C4822}"/>
          </ac:picMkLst>
        </pc:picChg>
      </pc:sldChg>
      <pc:sldChg chg="addSp delSp modSp new del mod modClrScheme chgLayout">
        <pc:chgData name="Luiza Briana Grether" userId="33b05ef5-dde0-4e2c-af71-3f0410b5559e" providerId="ADAL" clId="{BD690F32-6A11-4ACD-8ECA-649441D692A8}" dt="2024-11-25T11:58:54.124" v="1087" actId="47"/>
        <pc:sldMkLst>
          <pc:docMk/>
          <pc:sldMk cId="2596373763" sldId="271"/>
        </pc:sldMkLst>
        <pc:spChg chg="del">
          <ac:chgData name="Luiza Briana Grether" userId="33b05ef5-dde0-4e2c-af71-3f0410b5559e" providerId="ADAL" clId="{BD690F32-6A11-4ACD-8ECA-649441D692A8}" dt="2024-11-12T14:20:52.508" v="978" actId="700"/>
          <ac:spMkLst>
            <pc:docMk/>
            <pc:sldMk cId="2596373763" sldId="271"/>
            <ac:spMk id="2" creationId="{62616055-1837-A75D-0214-A63F6AFC8DFC}"/>
          </ac:spMkLst>
        </pc:spChg>
        <pc:spChg chg="del mod ord">
          <ac:chgData name="Luiza Briana Grether" userId="33b05ef5-dde0-4e2c-af71-3f0410b5559e" providerId="ADAL" clId="{BD690F32-6A11-4ACD-8ECA-649441D692A8}" dt="2024-11-12T14:20:52.508" v="978" actId="700"/>
          <ac:spMkLst>
            <pc:docMk/>
            <pc:sldMk cId="2596373763" sldId="271"/>
            <ac:spMk id="3" creationId="{F39A5E61-AFC3-2218-7633-5CDBDFEB10E9}"/>
          </ac:spMkLst>
        </pc:spChg>
        <pc:spChg chg="add mod ord">
          <ac:chgData name="Luiza Briana Grether" userId="33b05ef5-dde0-4e2c-af71-3f0410b5559e" providerId="ADAL" clId="{BD690F32-6A11-4ACD-8ECA-649441D692A8}" dt="2024-11-12T14:20:55.113" v="979"/>
          <ac:spMkLst>
            <pc:docMk/>
            <pc:sldMk cId="2596373763" sldId="271"/>
            <ac:spMk id="4" creationId="{EE044D19-2A72-B4D8-8D66-CEDC572DBD3B}"/>
          </ac:spMkLst>
        </pc:spChg>
        <pc:spChg chg="add mod ord">
          <ac:chgData name="Luiza Briana Grether" userId="33b05ef5-dde0-4e2c-af71-3f0410b5559e" providerId="ADAL" clId="{BD690F32-6A11-4ACD-8ECA-649441D692A8}" dt="2024-11-12T14:21:00.524" v="983" actId="20577"/>
          <ac:spMkLst>
            <pc:docMk/>
            <pc:sldMk cId="2596373763" sldId="271"/>
            <ac:spMk id="5" creationId="{B647482C-E913-2681-39DC-34C6976AD380}"/>
          </ac:spMkLst>
        </pc:spChg>
      </pc:sldChg>
      <pc:sldChg chg="addSp delSp modSp new mod modClrScheme chgLayout">
        <pc:chgData name="Luiza Briana Grether" userId="33b05ef5-dde0-4e2c-af71-3f0410b5559e" providerId="ADAL" clId="{BD690F32-6A11-4ACD-8ECA-649441D692A8}" dt="2024-11-12T14:22:37.524" v="995" actId="6264"/>
        <pc:sldMkLst>
          <pc:docMk/>
          <pc:sldMk cId="2567870009" sldId="272"/>
        </pc:sldMkLst>
        <pc:spChg chg="del mod ord">
          <ac:chgData name="Luiza Briana Grether" userId="33b05ef5-dde0-4e2c-af71-3f0410b5559e" providerId="ADAL" clId="{BD690F32-6A11-4ACD-8ECA-649441D692A8}" dt="2024-11-12T14:22:24.527" v="989" actId="700"/>
          <ac:spMkLst>
            <pc:docMk/>
            <pc:sldMk cId="2567870009" sldId="272"/>
            <ac:spMk id="2" creationId="{25B7D515-3270-288B-B1FB-5B04065D5749}"/>
          </ac:spMkLst>
        </pc:spChg>
        <pc:spChg chg="del mod ord">
          <ac:chgData name="Luiza Briana Grether" userId="33b05ef5-dde0-4e2c-af71-3f0410b5559e" providerId="ADAL" clId="{BD690F32-6A11-4ACD-8ECA-649441D692A8}" dt="2024-11-12T14:22:24.527" v="989" actId="700"/>
          <ac:spMkLst>
            <pc:docMk/>
            <pc:sldMk cId="2567870009" sldId="272"/>
            <ac:spMk id="3" creationId="{72346868-4F71-357A-5C43-C3EC9C3C2637}"/>
          </ac:spMkLst>
        </pc:spChg>
        <pc:spChg chg="add mod ord">
          <ac:chgData name="Luiza Briana Grether" userId="33b05ef5-dde0-4e2c-af71-3f0410b5559e" providerId="ADAL" clId="{BD690F32-6A11-4ACD-8ECA-649441D692A8}" dt="2024-11-12T14:22:37.524" v="995" actId="6264"/>
          <ac:spMkLst>
            <pc:docMk/>
            <pc:sldMk cId="2567870009" sldId="272"/>
            <ac:spMk id="4" creationId="{B7F1DC20-780B-9E5F-A494-2FD0CE244211}"/>
          </ac:spMkLst>
        </pc:spChg>
        <pc:spChg chg="add mod ord">
          <ac:chgData name="Luiza Briana Grether" userId="33b05ef5-dde0-4e2c-af71-3f0410b5559e" providerId="ADAL" clId="{BD690F32-6A11-4ACD-8ECA-649441D692A8}" dt="2024-11-12T14:22:37.524" v="995" actId="6264"/>
          <ac:spMkLst>
            <pc:docMk/>
            <pc:sldMk cId="2567870009" sldId="272"/>
            <ac:spMk id="5" creationId="{37CAB9E5-AC07-1A75-49E4-1DE2BCE6FBD3}"/>
          </ac:spMkLst>
        </pc:spChg>
        <pc:spChg chg="add del mod">
          <ac:chgData name="Luiza Briana Grether" userId="33b05ef5-dde0-4e2c-af71-3f0410b5559e" providerId="ADAL" clId="{BD690F32-6A11-4ACD-8ECA-649441D692A8}" dt="2024-11-12T14:22:37.524" v="995" actId="6264"/>
          <ac:spMkLst>
            <pc:docMk/>
            <pc:sldMk cId="2567870009" sldId="272"/>
            <ac:spMk id="6" creationId="{CC2802ED-C803-4B3F-9346-C5DDB843272D}"/>
          </ac:spMkLst>
        </pc:spChg>
        <pc:spChg chg="add del mod">
          <ac:chgData name="Luiza Briana Grether" userId="33b05ef5-dde0-4e2c-af71-3f0410b5559e" providerId="ADAL" clId="{BD690F32-6A11-4ACD-8ECA-649441D692A8}" dt="2024-11-12T14:22:37.524" v="995" actId="6264"/>
          <ac:spMkLst>
            <pc:docMk/>
            <pc:sldMk cId="2567870009" sldId="272"/>
            <ac:spMk id="7" creationId="{B4EB4FD8-B0A2-C714-A251-BB3382D839D0}"/>
          </ac:spMkLst>
        </pc:spChg>
      </pc:sldChg>
      <pc:sldChg chg="delSp new mod modClrScheme chgLayout">
        <pc:chgData name="Luiza Briana Grether" userId="33b05ef5-dde0-4e2c-af71-3f0410b5559e" providerId="ADAL" clId="{BD690F32-6A11-4ACD-8ECA-649441D692A8}" dt="2024-11-12T14:22:49.227" v="997" actId="700"/>
        <pc:sldMkLst>
          <pc:docMk/>
          <pc:sldMk cId="4035553123" sldId="273"/>
        </pc:sldMkLst>
        <pc:spChg chg="del">
          <ac:chgData name="Luiza Briana Grether" userId="33b05ef5-dde0-4e2c-af71-3f0410b5559e" providerId="ADAL" clId="{BD690F32-6A11-4ACD-8ECA-649441D692A8}" dt="2024-11-12T14:22:49.227" v="997" actId="700"/>
          <ac:spMkLst>
            <pc:docMk/>
            <pc:sldMk cId="4035553123" sldId="273"/>
            <ac:spMk id="2" creationId="{AC876693-28FC-BBF0-B7FA-E6C4643B60A6}"/>
          </ac:spMkLst>
        </pc:spChg>
        <pc:spChg chg="del">
          <ac:chgData name="Luiza Briana Grether" userId="33b05ef5-dde0-4e2c-af71-3f0410b5559e" providerId="ADAL" clId="{BD690F32-6A11-4ACD-8ECA-649441D692A8}" dt="2024-11-12T14:22:49.227" v="997" actId="700"/>
          <ac:spMkLst>
            <pc:docMk/>
            <pc:sldMk cId="4035553123" sldId="273"/>
            <ac:spMk id="3" creationId="{5AB59E8A-4FF2-C009-F58C-6E6093AF317E}"/>
          </ac:spMkLst>
        </pc:spChg>
      </pc:sldChg>
      <pc:sldChg chg="addSp delSp modSp new mod modClrScheme chgLayout">
        <pc:chgData name="Luiza Briana Grether" userId="33b05ef5-dde0-4e2c-af71-3f0410b5559e" providerId="ADAL" clId="{BD690F32-6A11-4ACD-8ECA-649441D692A8}" dt="2024-11-19T12:30:16.180" v="1083" actId="6264"/>
        <pc:sldMkLst>
          <pc:docMk/>
          <pc:sldMk cId="163507567" sldId="274"/>
        </pc:sldMkLst>
        <pc:spChg chg="del mod ord">
          <ac:chgData name="Luiza Briana Grether" userId="33b05ef5-dde0-4e2c-af71-3f0410b5559e" providerId="ADAL" clId="{BD690F32-6A11-4ACD-8ECA-649441D692A8}" dt="2024-11-19T12:26:43.872" v="1051" actId="700"/>
          <ac:spMkLst>
            <pc:docMk/>
            <pc:sldMk cId="163507567" sldId="274"/>
            <ac:spMk id="2" creationId="{7872B777-B9A7-E509-FE4B-132886022F8F}"/>
          </ac:spMkLst>
        </pc:spChg>
        <pc:spChg chg="del mod ord">
          <ac:chgData name="Luiza Briana Grether" userId="33b05ef5-dde0-4e2c-af71-3f0410b5559e" providerId="ADAL" clId="{BD690F32-6A11-4ACD-8ECA-649441D692A8}" dt="2024-11-19T12:26:43.872" v="1051" actId="700"/>
          <ac:spMkLst>
            <pc:docMk/>
            <pc:sldMk cId="163507567" sldId="274"/>
            <ac:spMk id="3" creationId="{F4C8AA24-B2E0-CC0E-8ECA-B71D553D5AEB}"/>
          </ac:spMkLst>
        </pc:spChg>
        <pc:spChg chg="add del mod ord">
          <ac:chgData name="Luiza Briana Grether" userId="33b05ef5-dde0-4e2c-af71-3f0410b5559e" providerId="ADAL" clId="{BD690F32-6A11-4ACD-8ECA-649441D692A8}" dt="2024-11-19T12:26:55.750" v="1057" actId="6264"/>
          <ac:spMkLst>
            <pc:docMk/>
            <pc:sldMk cId="163507567" sldId="274"/>
            <ac:spMk id="4" creationId="{E25B5FC6-EC3B-2D6C-70C9-AB74C9F70C17}"/>
          </ac:spMkLst>
        </pc:spChg>
        <pc:spChg chg="add del mod ord">
          <ac:chgData name="Luiza Briana Grether" userId="33b05ef5-dde0-4e2c-af71-3f0410b5559e" providerId="ADAL" clId="{BD690F32-6A11-4ACD-8ECA-649441D692A8}" dt="2024-11-19T12:26:55.750" v="1057" actId="6264"/>
          <ac:spMkLst>
            <pc:docMk/>
            <pc:sldMk cId="163507567" sldId="274"/>
            <ac:spMk id="5" creationId="{41AEA420-6E5A-952A-2962-4786911DE021}"/>
          </ac:spMkLst>
        </pc:spChg>
        <pc:spChg chg="add del mod ord">
          <ac:chgData name="Luiza Briana Grether" userId="33b05ef5-dde0-4e2c-af71-3f0410b5559e" providerId="ADAL" clId="{BD690F32-6A11-4ACD-8ECA-649441D692A8}" dt="2024-11-19T12:26:55.750" v="1057" actId="6264"/>
          <ac:spMkLst>
            <pc:docMk/>
            <pc:sldMk cId="163507567" sldId="274"/>
            <ac:spMk id="6" creationId="{29AC9E8C-D129-4D12-3626-F87961EA6D69}"/>
          </ac:spMkLst>
        </pc:spChg>
        <pc:spChg chg="add del mod ord">
          <ac:chgData name="Luiza Briana Grether" userId="33b05ef5-dde0-4e2c-af71-3f0410b5559e" providerId="ADAL" clId="{BD690F32-6A11-4ACD-8ECA-649441D692A8}" dt="2024-11-19T12:26:50.844" v="1055"/>
          <ac:spMkLst>
            <pc:docMk/>
            <pc:sldMk cId="163507567" sldId="274"/>
            <ac:spMk id="7" creationId="{CBCB1078-8303-9B70-6FE0-304A0EDD2DF9}"/>
          </ac:spMkLst>
        </pc:spChg>
        <pc:spChg chg="add del mod">
          <ac:chgData name="Luiza Briana Grether" userId="33b05ef5-dde0-4e2c-af71-3f0410b5559e" providerId="ADAL" clId="{BD690F32-6A11-4ACD-8ECA-649441D692A8}" dt="2024-11-19T12:26:55.750" v="1057" actId="6264"/>
          <ac:spMkLst>
            <pc:docMk/>
            <pc:sldMk cId="163507567" sldId="274"/>
            <ac:spMk id="10" creationId="{33097B4A-B384-47C1-CF68-2A8C37BF68EB}"/>
          </ac:spMkLst>
        </pc:spChg>
        <pc:spChg chg="add mod ord">
          <ac:chgData name="Luiza Briana Grether" userId="33b05ef5-dde0-4e2c-af71-3f0410b5559e" providerId="ADAL" clId="{BD690F32-6A11-4ACD-8ECA-649441D692A8}" dt="2024-11-19T12:30:16.180" v="1083" actId="6264"/>
          <ac:spMkLst>
            <pc:docMk/>
            <pc:sldMk cId="163507567" sldId="274"/>
            <ac:spMk id="11" creationId="{725FA4EF-C6B1-A11C-7075-93DFD4481BC5}"/>
          </ac:spMkLst>
        </pc:spChg>
        <pc:spChg chg="add mod ord">
          <ac:chgData name="Luiza Briana Grether" userId="33b05ef5-dde0-4e2c-af71-3f0410b5559e" providerId="ADAL" clId="{BD690F32-6A11-4ACD-8ECA-649441D692A8}" dt="2024-11-19T12:30:16.180" v="1083" actId="6264"/>
          <ac:spMkLst>
            <pc:docMk/>
            <pc:sldMk cId="163507567" sldId="274"/>
            <ac:spMk id="12" creationId="{065CFC56-19CD-C088-C2BB-18F3DF70B635}"/>
          </ac:spMkLst>
        </pc:spChg>
        <pc:spChg chg="add mod ord">
          <ac:chgData name="Luiza Briana Grether" userId="33b05ef5-dde0-4e2c-af71-3f0410b5559e" providerId="ADAL" clId="{BD690F32-6A11-4ACD-8ECA-649441D692A8}" dt="2024-11-19T12:30:16.180" v="1083" actId="6264"/>
          <ac:spMkLst>
            <pc:docMk/>
            <pc:sldMk cId="163507567" sldId="274"/>
            <ac:spMk id="13" creationId="{3A227CCC-C8CB-566C-5D86-E4380A7135B7}"/>
          </ac:spMkLst>
        </pc:spChg>
        <pc:spChg chg="add del mod">
          <ac:chgData name="Luiza Briana Grether" userId="33b05ef5-dde0-4e2c-af71-3f0410b5559e" providerId="ADAL" clId="{BD690F32-6A11-4ACD-8ECA-649441D692A8}" dt="2024-11-19T12:30:16.180" v="1083" actId="6264"/>
          <ac:spMkLst>
            <pc:docMk/>
            <pc:sldMk cId="163507567" sldId="274"/>
            <ac:spMk id="14" creationId="{511B4A0F-4105-70C9-1CA8-263564226169}"/>
          </ac:spMkLst>
        </pc:spChg>
        <pc:spChg chg="add del mod">
          <ac:chgData name="Luiza Briana Grether" userId="33b05ef5-dde0-4e2c-af71-3f0410b5559e" providerId="ADAL" clId="{BD690F32-6A11-4ACD-8ECA-649441D692A8}" dt="2024-11-19T12:30:16.180" v="1083" actId="6264"/>
          <ac:spMkLst>
            <pc:docMk/>
            <pc:sldMk cId="163507567" sldId="274"/>
            <ac:spMk id="15" creationId="{3F0D5FB1-9448-919B-3DBD-65E7E62B2B42}"/>
          </ac:spMkLst>
        </pc:spChg>
        <pc:spChg chg="add del mod">
          <ac:chgData name="Luiza Briana Grether" userId="33b05ef5-dde0-4e2c-af71-3f0410b5559e" providerId="ADAL" clId="{BD690F32-6A11-4ACD-8ECA-649441D692A8}" dt="2024-11-19T12:30:16.180" v="1083" actId="6264"/>
          <ac:spMkLst>
            <pc:docMk/>
            <pc:sldMk cId="163507567" sldId="274"/>
            <ac:spMk id="16" creationId="{558E980E-AF67-4830-CFDA-694CE295505F}"/>
          </ac:spMkLst>
        </pc:spChg>
        <pc:spChg chg="add del mod">
          <ac:chgData name="Luiza Briana Grether" userId="33b05ef5-dde0-4e2c-af71-3f0410b5559e" providerId="ADAL" clId="{BD690F32-6A11-4ACD-8ECA-649441D692A8}" dt="2024-11-19T12:30:16.180" v="1083" actId="6264"/>
          <ac:spMkLst>
            <pc:docMk/>
            <pc:sldMk cId="163507567" sldId="274"/>
            <ac:spMk id="17" creationId="{8473967B-EBA0-74F7-8F7C-669C90266C80}"/>
          </ac:spMkLst>
        </pc:spChg>
        <pc:picChg chg="add del mod">
          <ac:chgData name="Luiza Briana Grether" userId="33b05ef5-dde0-4e2c-af71-3f0410b5559e" providerId="ADAL" clId="{BD690F32-6A11-4ACD-8ECA-649441D692A8}" dt="2024-11-19T12:26:49.916" v="1054" actId="21"/>
          <ac:picMkLst>
            <pc:docMk/>
            <pc:sldMk cId="163507567" sldId="274"/>
            <ac:picMk id="8" creationId="{B0A8039E-9C7A-B069-DBE1-D7798A6271DB}"/>
          </ac:picMkLst>
        </pc:picChg>
        <pc:picChg chg="add mod ord">
          <ac:chgData name="Luiza Briana Grether" userId="33b05ef5-dde0-4e2c-af71-3f0410b5559e" providerId="ADAL" clId="{BD690F32-6A11-4ACD-8ECA-649441D692A8}" dt="2024-11-19T12:30:16.180" v="1083" actId="6264"/>
          <ac:picMkLst>
            <pc:docMk/>
            <pc:sldMk cId="163507567" sldId="274"/>
            <ac:picMk id="9" creationId="{B0A8039E-9C7A-B069-DBE1-D7798A6271DB}"/>
          </ac:picMkLst>
        </pc:picChg>
      </pc:sldChg>
      <pc:sldMasterChg chg="addSldLayout modSldLayout">
        <pc:chgData name="Luiza Briana Grether" userId="33b05ef5-dde0-4e2c-af71-3f0410b5559e" providerId="ADAL" clId="{BD690F32-6A11-4ACD-8ECA-649441D692A8}" dt="2024-11-19T12:30:09.057" v="1082" actId="208"/>
        <pc:sldMasterMkLst>
          <pc:docMk/>
          <pc:sldMasterMk cId="3332300950" sldId="2147483648"/>
        </pc:sldMasterMkLst>
        <pc:sldLayoutChg chg="addSp delSp modSp mod">
          <pc:chgData name="Luiza Briana Grether" userId="33b05ef5-dde0-4e2c-af71-3f0410b5559e" providerId="ADAL" clId="{BD690F32-6A11-4ACD-8ECA-649441D692A8}" dt="2024-11-12T14:14:25.259" v="864" actId="207"/>
          <pc:sldLayoutMkLst>
            <pc:docMk/>
            <pc:sldMasterMk cId="3332300950" sldId="2147483648"/>
            <pc:sldLayoutMk cId="2265314576" sldId="2147483650"/>
          </pc:sldLayoutMkLst>
          <pc:spChg chg="add del mod">
            <ac:chgData name="Luiza Briana Grether" userId="33b05ef5-dde0-4e2c-af71-3f0410b5559e" providerId="ADAL" clId="{BD690F32-6A11-4ACD-8ECA-649441D692A8}" dt="2024-11-12T14:13:49.760" v="829" actId="478"/>
            <ac:spMkLst>
              <pc:docMk/>
              <pc:sldMasterMk cId="3332300950" sldId="2147483648"/>
              <pc:sldLayoutMk cId="2265314576" sldId="2147483650"/>
              <ac:spMk id="7" creationId="{BDFF1A75-77F5-8DF6-991F-07F68FFEDC21}"/>
            </ac:spMkLst>
          </pc:spChg>
          <pc:spChg chg="mod">
            <ac:chgData name="Luiza Briana Grether" userId="33b05ef5-dde0-4e2c-af71-3f0410b5559e" providerId="ADAL" clId="{BD690F32-6A11-4ACD-8ECA-649441D692A8}" dt="2024-11-12T14:13:29.070" v="827" actId="14100"/>
            <ac:spMkLst>
              <pc:docMk/>
              <pc:sldMasterMk cId="3332300950" sldId="2147483648"/>
              <pc:sldLayoutMk cId="2265314576" sldId="2147483650"/>
              <ac:spMk id="9" creationId="{47013B00-B894-D5F6-01A1-6B96111013DC}"/>
            </ac:spMkLst>
          </pc:spChg>
          <pc:spChg chg="add del mod">
            <ac:chgData name="Luiza Briana Grether" userId="33b05ef5-dde0-4e2c-af71-3f0410b5559e" providerId="ADAL" clId="{BD690F32-6A11-4ACD-8ECA-649441D692A8}" dt="2024-11-12T14:12:10.180" v="788"/>
            <ac:spMkLst>
              <pc:docMk/>
              <pc:sldMasterMk cId="3332300950" sldId="2147483648"/>
              <pc:sldLayoutMk cId="2265314576" sldId="2147483650"/>
              <ac:spMk id="11" creationId="{F9ABE30B-7ED2-C2C2-AF0D-7C47A518B116}"/>
            </ac:spMkLst>
          </pc:spChg>
          <pc:spChg chg="add del mod">
            <ac:chgData name="Luiza Briana Grether" userId="33b05ef5-dde0-4e2c-af71-3f0410b5559e" providerId="ADAL" clId="{BD690F32-6A11-4ACD-8ECA-649441D692A8}" dt="2024-11-12T14:13:19.245" v="825" actId="478"/>
            <ac:spMkLst>
              <pc:docMk/>
              <pc:sldMasterMk cId="3332300950" sldId="2147483648"/>
              <pc:sldLayoutMk cId="2265314576" sldId="2147483650"/>
              <ac:spMk id="12" creationId="{782171AE-625F-CD95-7FC7-3E4EB9E39D30}"/>
            </ac:spMkLst>
          </pc:spChg>
          <pc:spChg chg="add mod">
            <ac:chgData name="Luiza Briana Grether" userId="33b05ef5-dde0-4e2c-af71-3f0410b5559e" providerId="ADAL" clId="{BD690F32-6A11-4ACD-8ECA-649441D692A8}" dt="2024-11-12T14:14:25.259" v="864" actId="207"/>
            <ac:spMkLst>
              <pc:docMk/>
              <pc:sldMasterMk cId="3332300950" sldId="2147483648"/>
              <pc:sldLayoutMk cId="2265314576" sldId="2147483650"/>
              <ac:spMk id="13" creationId="{C9F7D492-11F5-D428-0816-AE125413BED2}"/>
            </ac:spMkLst>
          </pc:spChg>
        </pc:sldLayoutChg>
        <pc:sldLayoutChg chg="modSp mod">
          <pc:chgData name="Luiza Briana Grether" userId="33b05ef5-dde0-4e2c-af71-3f0410b5559e" providerId="ADAL" clId="{BD690F32-6A11-4ACD-8ECA-649441D692A8}" dt="2024-11-12T14:16:46.550" v="900" actId="242"/>
          <pc:sldLayoutMkLst>
            <pc:docMk/>
            <pc:sldMasterMk cId="3332300950" sldId="2147483648"/>
            <pc:sldLayoutMk cId="254971135" sldId="2147483653"/>
          </pc:sldLayoutMkLst>
          <pc:spChg chg="mod">
            <ac:chgData name="Luiza Briana Grether" userId="33b05ef5-dde0-4e2c-af71-3f0410b5559e" providerId="ADAL" clId="{BD690F32-6A11-4ACD-8ECA-649441D692A8}" dt="2024-11-12T14:16:46.550" v="900" actId="242"/>
            <ac:spMkLst>
              <pc:docMk/>
              <pc:sldMasterMk cId="3332300950" sldId="2147483648"/>
              <pc:sldLayoutMk cId="254971135" sldId="2147483653"/>
              <ac:spMk id="13" creationId="{3F965487-A933-7EE9-9151-4A9D10444C9F}"/>
            </ac:spMkLst>
          </pc:spChg>
        </pc:sldLayoutChg>
        <pc:sldLayoutChg chg="addSp delSp modSp mod">
          <pc:chgData name="Luiza Briana Grether" userId="33b05ef5-dde0-4e2c-af71-3f0410b5559e" providerId="ADAL" clId="{BD690F32-6A11-4ACD-8ECA-649441D692A8}" dt="2024-11-12T13:59:11.455" v="522" actId="14100"/>
          <pc:sldLayoutMkLst>
            <pc:docMk/>
            <pc:sldMasterMk cId="3332300950" sldId="2147483648"/>
            <pc:sldLayoutMk cId="2774734701" sldId="2147483654"/>
          </pc:sldLayoutMkLst>
          <pc:spChg chg="del">
            <ac:chgData name="Luiza Briana Grether" userId="33b05ef5-dde0-4e2c-af71-3f0410b5559e" providerId="ADAL" clId="{BD690F32-6A11-4ACD-8ECA-649441D692A8}" dt="2024-11-12T13:42:01.241" v="137" actId="478"/>
            <ac:spMkLst>
              <pc:docMk/>
              <pc:sldMasterMk cId="3332300950" sldId="2147483648"/>
              <pc:sldLayoutMk cId="2774734701" sldId="2147483654"/>
              <ac:spMk id="5" creationId="{5C661057-7B00-619E-8893-437359807257}"/>
            </ac:spMkLst>
          </pc:spChg>
          <pc:spChg chg="del">
            <ac:chgData name="Luiza Briana Grether" userId="33b05ef5-dde0-4e2c-af71-3f0410b5559e" providerId="ADAL" clId="{BD690F32-6A11-4ACD-8ECA-649441D692A8}" dt="2024-11-12T13:58:39.568" v="518" actId="478"/>
            <ac:spMkLst>
              <pc:docMk/>
              <pc:sldMasterMk cId="3332300950" sldId="2147483648"/>
              <pc:sldLayoutMk cId="2774734701" sldId="2147483654"/>
              <ac:spMk id="6" creationId="{6864EA94-F885-570D-8CC4-12AE75F62012}"/>
            </ac:spMkLst>
          </pc:spChg>
          <pc:spChg chg="del">
            <ac:chgData name="Luiza Briana Grether" userId="33b05ef5-dde0-4e2c-af71-3f0410b5559e" providerId="ADAL" clId="{BD690F32-6A11-4ACD-8ECA-649441D692A8}" dt="2024-11-12T13:58:35.303" v="515" actId="478"/>
            <ac:spMkLst>
              <pc:docMk/>
              <pc:sldMasterMk cId="3332300950" sldId="2147483648"/>
              <pc:sldLayoutMk cId="2774734701" sldId="2147483654"/>
              <ac:spMk id="9" creationId="{E9C50781-66A1-5FFD-3627-D878E22809B3}"/>
            </ac:spMkLst>
          </pc:spChg>
          <pc:spChg chg="add mod">
            <ac:chgData name="Luiza Briana Grether" userId="33b05ef5-dde0-4e2c-af71-3f0410b5559e" providerId="ADAL" clId="{BD690F32-6A11-4ACD-8ECA-649441D692A8}" dt="2024-11-12T13:42:04.473" v="138"/>
            <ac:spMkLst>
              <pc:docMk/>
              <pc:sldMasterMk cId="3332300950" sldId="2147483648"/>
              <pc:sldLayoutMk cId="2774734701" sldId="2147483654"/>
              <ac:spMk id="10" creationId="{1E546261-9628-A177-C0FE-A2465FA7CECC}"/>
            </ac:spMkLst>
          </pc:spChg>
          <pc:spChg chg="add mod">
            <ac:chgData name="Luiza Briana Grether" userId="33b05ef5-dde0-4e2c-af71-3f0410b5559e" providerId="ADAL" clId="{BD690F32-6A11-4ACD-8ECA-649441D692A8}" dt="2024-11-12T13:59:06.591" v="521" actId="1076"/>
            <ac:spMkLst>
              <pc:docMk/>
              <pc:sldMasterMk cId="3332300950" sldId="2147483648"/>
              <pc:sldLayoutMk cId="2774734701" sldId="2147483654"/>
              <ac:spMk id="12" creationId="{B14240C6-9FE7-8296-FC3C-FF6ACAD72D19}"/>
            </ac:spMkLst>
          </pc:spChg>
          <pc:spChg chg="add mod">
            <ac:chgData name="Luiza Briana Grether" userId="33b05ef5-dde0-4e2c-af71-3f0410b5559e" providerId="ADAL" clId="{BD690F32-6A11-4ACD-8ECA-649441D692A8}" dt="2024-11-12T13:59:11.455" v="522" actId="14100"/>
            <ac:spMkLst>
              <pc:docMk/>
              <pc:sldMasterMk cId="3332300950" sldId="2147483648"/>
              <pc:sldLayoutMk cId="2774734701" sldId="2147483654"/>
              <ac:spMk id="14" creationId="{68BFAA03-C35A-613F-C546-E74F4524500F}"/>
            </ac:spMkLst>
          </pc:spChg>
          <pc:picChg chg="add del">
            <ac:chgData name="Luiza Briana Grether" userId="33b05ef5-dde0-4e2c-af71-3f0410b5559e" providerId="ADAL" clId="{BD690F32-6A11-4ACD-8ECA-649441D692A8}" dt="2024-11-12T13:58:37.983" v="517" actId="478"/>
            <ac:picMkLst>
              <pc:docMk/>
              <pc:sldMasterMk cId="3332300950" sldId="2147483648"/>
              <pc:sldLayoutMk cId="2774734701" sldId="2147483654"/>
              <ac:picMk id="3" creationId="{E8BFBCB9-AFAE-AB87-11AF-BDB7A9AC4712}"/>
            </ac:picMkLst>
          </pc:picChg>
        </pc:sldLayoutChg>
        <pc:sldLayoutChg chg="addSp delSp modSp mod">
          <pc:chgData name="Luiza Briana Grether" userId="33b05ef5-dde0-4e2c-af71-3f0410b5559e" providerId="ADAL" clId="{BD690F32-6A11-4ACD-8ECA-649441D692A8}" dt="2024-11-12T14:18:58.423" v="947" actId="242"/>
          <pc:sldLayoutMkLst>
            <pc:docMk/>
            <pc:sldMasterMk cId="3332300950" sldId="2147483648"/>
            <pc:sldLayoutMk cId="1694955131" sldId="2147483655"/>
          </pc:sldLayoutMkLst>
          <pc:spChg chg="mod">
            <ac:chgData name="Luiza Briana Grether" userId="33b05ef5-dde0-4e2c-af71-3f0410b5559e" providerId="ADAL" clId="{BD690F32-6A11-4ACD-8ECA-649441D692A8}" dt="2024-11-12T13:41:49.152" v="136" actId="5793"/>
            <ac:spMkLst>
              <pc:docMk/>
              <pc:sldMasterMk cId="3332300950" sldId="2147483648"/>
              <pc:sldLayoutMk cId="1694955131" sldId="2147483655"/>
              <ac:spMk id="5" creationId="{5C661057-7B00-619E-8893-437359807257}"/>
            </ac:spMkLst>
          </pc:spChg>
          <pc:spChg chg="del">
            <ac:chgData name="Luiza Briana Grether" userId="33b05ef5-dde0-4e2c-af71-3f0410b5559e" providerId="ADAL" clId="{BD690F32-6A11-4ACD-8ECA-649441D692A8}" dt="2024-11-12T13:59:18.600" v="523" actId="478"/>
            <ac:spMkLst>
              <pc:docMk/>
              <pc:sldMasterMk cId="3332300950" sldId="2147483648"/>
              <pc:sldLayoutMk cId="1694955131" sldId="2147483655"/>
              <ac:spMk id="8" creationId="{71B4B20D-1DDA-19D3-0497-AAA55C59D14F}"/>
            </ac:spMkLst>
          </pc:spChg>
          <pc:spChg chg="del">
            <ac:chgData name="Luiza Briana Grether" userId="33b05ef5-dde0-4e2c-af71-3f0410b5559e" providerId="ADAL" clId="{BD690F32-6A11-4ACD-8ECA-649441D692A8}" dt="2024-11-12T13:59:19.493" v="524" actId="478"/>
            <ac:spMkLst>
              <pc:docMk/>
              <pc:sldMasterMk cId="3332300950" sldId="2147483648"/>
              <pc:sldLayoutMk cId="1694955131" sldId="2147483655"/>
              <ac:spMk id="9" creationId="{537BED37-DE76-C15C-B296-37B630FF343B}"/>
            </ac:spMkLst>
          </pc:spChg>
          <pc:spChg chg="add mod">
            <ac:chgData name="Luiza Briana Grether" userId="33b05ef5-dde0-4e2c-af71-3f0410b5559e" providerId="ADAL" clId="{BD690F32-6A11-4ACD-8ECA-649441D692A8}" dt="2024-11-12T13:59:20.492" v="525"/>
            <ac:spMkLst>
              <pc:docMk/>
              <pc:sldMasterMk cId="3332300950" sldId="2147483648"/>
              <pc:sldLayoutMk cId="1694955131" sldId="2147483655"/>
              <ac:spMk id="10" creationId="{39C16398-7315-6A45-8267-F78CD84B5D43}"/>
            </ac:spMkLst>
          </pc:spChg>
          <pc:spChg chg="add mod">
            <ac:chgData name="Luiza Briana Grether" userId="33b05ef5-dde0-4e2c-af71-3f0410b5559e" providerId="ADAL" clId="{BD690F32-6A11-4ACD-8ECA-649441D692A8}" dt="2024-11-12T13:59:20.492" v="525"/>
            <ac:spMkLst>
              <pc:docMk/>
              <pc:sldMasterMk cId="3332300950" sldId="2147483648"/>
              <pc:sldLayoutMk cId="1694955131" sldId="2147483655"/>
              <ac:spMk id="12" creationId="{7DEBAF98-3E93-CD48-6F73-EFC3479CABDE}"/>
            </ac:spMkLst>
          </pc:spChg>
          <pc:spChg chg="mod">
            <ac:chgData name="Luiza Briana Grether" userId="33b05ef5-dde0-4e2c-af71-3f0410b5559e" providerId="ADAL" clId="{BD690F32-6A11-4ACD-8ECA-649441D692A8}" dt="2024-11-12T14:18:58.423" v="947" actId="242"/>
            <ac:spMkLst>
              <pc:docMk/>
              <pc:sldMasterMk cId="3332300950" sldId="2147483648"/>
              <pc:sldLayoutMk cId="1694955131" sldId="2147483655"/>
              <ac:spMk id="13" creationId="{3F965487-A933-7EE9-9151-4A9D10444C9F}"/>
            </ac:spMkLst>
          </pc:spChg>
        </pc:sldLayoutChg>
        <pc:sldLayoutChg chg="addSp delSp modSp new mod">
          <pc:chgData name="Luiza Briana Grether" userId="33b05ef5-dde0-4e2c-af71-3f0410b5559e" providerId="ADAL" clId="{BD690F32-6A11-4ACD-8ECA-649441D692A8}" dt="2024-11-12T13:57:58.871" v="513" actId="14100"/>
          <pc:sldLayoutMkLst>
            <pc:docMk/>
            <pc:sldMasterMk cId="3332300950" sldId="2147483648"/>
            <pc:sldLayoutMk cId="888269426" sldId="2147483656"/>
          </pc:sldLayoutMkLst>
          <pc:spChg chg="del">
            <ac:chgData name="Luiza Briana Grether" userId="33b05ef5-dde0-4e2c-af71-3f0410b5559e" providerId="ADAL" clId="{BD690F32-6A11-4ACD-8ECA-649441D692A8}" dt="2024-11-12T13:13:02.964" v="1" actId="478"/>
            <ac:spMkLst>
              <pc:docMk/>
              <pc:sldMasterMk cId="3332300950" sldId="2147483648"/>
              <pc:sldLayoutMk cId="888269426" sldId="2147483656"/>
              <ac:spMk id="2" creationId="{EC6E733A-A10D-3FC1-F51D-BC0B7EBF87FC}"/>
            </ac:spMkLst>
          </pc:spChg>
          <pc:spChg chg="del">
            <ac:chgData name="Luiza Briana Grether" userId="33b05ef5-dde0-4e2c-af71-3f0410b5559e" providerId="ADAL" clId="{BD690F32-6A11-4ACD-8ECA-649441D692A8}" dt="2024-11-12T13:13:03.812" v="2" actId="478"/>
            <ac:spMkLst>
              <pc:docMk/>
              <pc:sldMasterMk cId="3332300950" sldId="2147483648"/>
              <pc:sldLayoutMk cId="888269426" sldId="2147483656"/>
              <ac:spMk id="3" creationId="{11A6F5EE-2C2C-8514-A6FF-3CA76918117E}"/>
            </ac:spMkLst>
          </pc:spChg>
          <pc:spChg chg="del">
            <ac:chgData name="Luiza Briana Grether" userId="33b05ef5-dde0-4e2c-af71-3f0410b5559e" providerId="ADAL" clId="{BD690F32-6A11-4ACD-8ECA-649441D692A8}" dt="2024-11-12T13:13:04.750" v="3" actId="478"/>
            <ac:spMkLst>
              <pc:docMk/>
              <pc:sldMasterMk cId="3332300950" sldId="2147483648"/>
              <pc:sldLayoutMk cId="888269426" sldId="2147483656"/>
              <ac:spMk id="4" creationId="{D6E9AC6D-7911-5719-26DB-B47B5CDFAD62}"/>
            </ac:spMkLst>
          </pc:spChg>
          <pc:spChg chg="del">
            <ac:chgData name="Luiza Briana Grether" userId="33b05ef5-dde0-4e2c-af71-3f0410b5559e" providerId="ADAL" clId="{BD690F32-6A11-4ACD-8ECA-649441D692A8}" dt="2024-11-12T13:13:05.517" v="4" actId="478"/>
            <ac:spMkLst>
              <pc:docMk/>
              <pc:sldMasterMk cId="3332300950" sldId="2147483648"/>
              <pc:sldLayoutMk cId="888269426" sldId="2147483656"/>
              <ac:spMk id="5" creationId="{3572C4A6-986E-D359-0982-1265A7175201}"/>
            </ac:spMkLst>
          </pc:spChg>
          <pc:spChg chg="add del">
            <ac:chgData name="Luiza Briana Grether" userId="33b05ef5-dde0-4e2c-af71-3f0410b5559e" providerId="ADAL" clId="{BD690F32-6A11-4ACD-8ECA-649441D692A8}" dt="2024-11-12T13:13:32.876" v="8" actId="11529"/>
            <ac:spMkLst>
              <pc:docMk/>
              <pc:sldMasterMk cId="3332300950" sldId="2147483648"/>
              <pc:sldLayoutMk cId="888269426" sldId="2147483656"/>
              <ac:spMk id="8" creationId="{C4F6B56F-3EDC-C01C-3A74-BDEC599AF7E1}"/>
            </ac:spMkLst>
          </pc:spChg>
          <pc:spChg chg="add mod">
            <ac:chgData name="Luiza Briana Grether" userId="33b05ef5-dde0-4e2c-af71-3f0410b5559e" providerId="ADAL" clId="{BD690F32-6A11-4ACD-8ECA-649441D692A8}" dt="2024-11-12T13:54:08.150" v="491" actId="1076"/>
            <ac:spMkLst>
              <pc:docMk/>
              <pc:sldMasterMk cId="3332300950" sldId="2147483648"/>
              <pc:sldLayoutMk cId="888269426" sldId="2147483656"/>
              <ac:spMk id="9" creationId="{644225B0-D666-94FC-CC53-651A3EBB02BD}"/>
            </ac:spMkLst>
          </pc:spChg>
          <pc:spChg chg="add del mod">
            <ac:chgData name="Luiza Briana Grether" userId="33b05ef5-dde0-4e2c-af71-3f0410b5559e" providerId="ADAL" clId="{BD690F32-6A11-4ACD-8ECA-649441D692A8}" dt="2024-11-12T13:49:18.009" v="473" actId="478"/>
            <ac:spMkLst>
              <pc:docMk/>
              <pc:sldMasterMk cId="3332300950" sldId="2147483648"/>
              <pc:sldLayoutMk cId="888269426" sldId="2147483656"/>
              <ac:spMk id="18" creationId="{EEABD860-DC3B-2391-CE12-095999595DF4}"/>
            </ac:spMkLst>
          </pc:spChg>
          <pc:spChg chg="add del">
            <ac:chgData name="Luiza Briana Grether" userId="33b05ef5-dde0-4e2c-af71-3f0410b5559e" providerId="ADAL" clId="{BD690F32-6A11-4ACD-8ECA-649441D692A8}" dt="2024-11-12T13:50:53.506" v="476" actId="11529"/>
            <ac:spMkLst>
              <pc:docMk/>
              <pc:sldMasterMk cId="3332300950" sldId="2147483648"/>
              <pc:sldLayoutMk cId="888269426" sldId="2147483656"/>
              <ac:spMk id="19" creationId="{1A70C2E8-ADF1-554F-80C5-AB2A782B29F5}"/>
            </ac:spMkLst>
          </pc:spChg>
          <pc:spChg chg="add del mod">
            <ac:chgData name="Luiza Briana Grether" userId="33b05ef5-dde0-4e2c-af71-3f0410b5559e" providerId="ADAL" clId="{BD690F32-6A11-4ACD-8ECA-649441D692A8}" dt="2024-11-12T13:50:54.984" v="477" actId="478"/>
            <ac:spMkLst>
              <pc:docMk/>
              <pc:sldMasterMk cId="3332300950" sldId="2147483648"/>
              <pc:sldLayoutMk cId="888269426" sldId="2147483656"/>
              <ac:spMk id="20" creationId="{9D4509A6-00FE-D324-D939-24CE4FD573A4}"/>
            </ac:spMkLst>
          </pc:spChg>
          <pc:spChg chg="add mod">
            <ac:chgData name="Luiza Briana Grether" userId="33b05ef5-dde0-4e2c-af71-3f0410b5559e" providerId="ADAL" clId="{BD690F32-6A11-4ACD-8ECA-649441D692A8}" dt="2024-11-12T13:57:14.349" v="510" actId="242"/>
            <ac:spMkLst>
              <pc:docMk/>
              <pc:sldMasterMk cId="3332300950" sldId="2147483648"/>
              <pc:sldLayoutMk cId="888269426" sldId="2147483656"/>
              <ac:spMk id="21" creationId="{1E31C72F-9822-1BAA-0A1E-10B3A5090EED}"/>
            </ac:spMkLst>
          </pc:spChg>
          <pc:spChg chg="add mod">
            <ac:chgData name="Luiza Briana Grether" userId="33b05ef5-dde0-4e2c-af71-3f0410b5559e" providerId="ADAL" clId="{BD690F32-6A11-4ACD-8ECA-649441D692A8}" dt="2024-11-12T13:57:58.871" v="513" actId="14100"/>
            <ac:spMkLst>
              <pc:docMk/>
              <pc:sldMasterMk cId="3332300950" sldId="2147483648"/>
              <pc:sldLayoutMk cId="888269426" sldId="2147483656"/>
              <ac:spMk id="22" creationId="{B0B76A6D-7CBF-0EA5-F3DC-3CCB00B7489A}"/>
            </ac:spMkLst>
          </pc:spChg>
          <pc:picChg chg="add del mod">
            <ac:chgData name="Luiza Briana Grether" userId="33b05ef5-dde0-4e2c-af71-3f0410b5559e" providerId="ADAL" clId="{BD690F32-6A11-4ACD-8ECA-649441D692A8}" dt="2024-11-12T13:39:36.121" v="118" actId="478"/>
            <ac:picMkLst>
              <pc:docMk/>
              <pc:sldMasterMk cId="3332300950" sldId="2147483648"/>
              <pc:sldLayoutMk cId="888269426" sldId="2147483656"/>
              <ac:picMk id="7" creationId="{37174B3D-8774-F64B-FA21-FBC33227ED49}"/>
            </ac:picMkLst>
          </pc:picChg>
          <pc:picChg chg="add del mod">
            <ac:chgData name="Luiza Briana Grether" userId="33b05ef5-dde0-4e2c-af71-3f0410b5559e" providerId="ADAL" clId="{BD690F32-6A11-4ACD-8ECA-649441D692A8}" dt="2024-11-12T13:25:57.826" v="113" actId="478"/>
            <ac:picMkLst>
              <pc:docMk/>
              <pc:sldMasterMk cId="3332300950" sldId="2147483648"/>
              <pc:sldLayoutMk cId="888269426" sldId="2147483656"/>
              <ac:picMk id="11" creationId="{7486BABA-606C-DB1F-0A1D-38B5D5901144}"/>
            </ac:picMkLst>
          </pc:picChg>
          <pc:picChg chg="add del mod ord">
            <ac:chgData name="Luiza Briana Grether" userId="33b05ef5-dde0-4e2c-af71-3f0410b5559e" providerId="ADAL" clId="{BD690F32-6A11-4ACD-8ECA-649441D692A8}" dt="2024-11-12T13:43:38.594" v="206" actId="478"/>
            <ac:picMkLst>
              <pc:docMk/>
              <pc:sldMasterMk cId="3332300950" sldId="2147483648"/>
              <pc:sldLayoutMk cId="888269426" sldId="2147483656"/>
              <ac:picMk id="13" creationId="{6BDF2977-37FD-A413-A643-42D4071BA854}"/>
            </ac:picMkLst>
          </pc:picChg>
          <pc:picChg chg="add del mod">
            <ac:chgData name="Luiza Briana Grether" userId="33b05ef5-dde0-4e2c-af71-3f0410b5559e" providerId="ADAL" clId="{BD690F32-6A11-4ACD-8ECA-649441D692A8}" dt="2024-11-12T13:45:03.800" v="216" actId="478"/>
            <ac:picMkLst>
              <pc:docMk/>
              <pc:sldMasterMk cId="3332300950" sldId="2147483648"/>
              <pc:sldLayoutMk cId="888269426" sldId="2147483656"/>
              <ac:picMk id="15" creationId="{B16CBAAB-D332-E95D-0E79-9D5065CA9950}"/>
            </ac:picMkLst>
          </pc:picChg>
          <pc:picChg chg="add mod ord">
            <ac:chgData name="Luiza Briana Grether" userId="33b05ef5-dde0-4e2c-af71-3f0410b5559e" providerId="ADAL" clId="{BD690F32-6A11-4ACD-8ECA-649441D692A8}" dt="2024-11-12T13:46:41.657" v="304" actId="167"/>
            <ac:picMkLst>
              <pc:docMk/>
              <pc:sldMasterMk cId="3332300950" sldId="2147483648"/>
              <pc:sldLayoutMk cId="888269426" sldId="2147483656"/>
              <ac:picMk id="17" creationId="{9867D504-ED80-59BB-8A60-024EAFE06316}"/>
            </ac:picMkLst>
          </pc:picChg>
        </pc:sldLayoutChg>
        <pc:sldLayoutChg chg="addSp delSp modSp add mod modTransition">
          <pc:chgData name="Luiza Briana Grether" userId="33b05ef5-dde0-4e2c-af71-3f0410b5559e" providerId="ADAL" clId="{BD690F32-6A11-4ACD-8ECA-649441D692A8}" dt="2024-11-12T14:22:08.824" v="986"/>
          <pc:sldLayoutMkLst>
            <pc:docMk/>
            <pc:sldMasterMk cId="3332300950" sldId="2147483648"/>
            <pc:sldLayoutMk cId="2057250987" sldId="2147483657"/>
          </pc:sldLayoutMkLst>
          <pc:spChg chg="add del mod">
            <ac:chgData name="Luiza Briana Grether" userId="33b05ef5-dde0-4e2c-af71-3f0410b5559e" providerId="ADAL" clId="{BD690F32-6A11-4ACD-8ECA-649441D692A8}" dt="2024-11-12T14:22:08.492" v="985" actId="478"/>
            <ac:spMkLst>
              <pc:docMk/>
              <pc:sldMasterMk cId="3332300950" sldId="2147483648"/>
              <pc:sldLayoutMk cId="2057250987" sldId="2147483657"/>
              <ac:spMk id="4" creationId="{7968C4A0-42DA-E267-DE26-9F1AC21D6ED7}"/>
            </ac:spMkLst>
          </pc:spChg>
          <pc:spChg chg="add mod">
            <ac:chgData name="Luiza Briana Grether" userId="33b05ef5-dde0-4e2c-af71-3f0410b5559e" providerId="ADAL" clId="{BD690F32-6A11-4ACD-8ECA-649441D692A8}" dt="2024-11-12T14:22:08.824" v="986"/>
            <ac:spMkLst>
              <pc:docMk/>
              <pc:sldMasterMk cId="3332300950" sldId="2147483648"/>
              <pc:sldLayoutMk cId="2057250987" sldId="2147483657"/>
              <ac:spMk id="7" creationId="{DED453B1-226E-335D-E155-FE7CBE82D196}"/>
            </ac:spMkLst>
          </pc:spChg>
          <pc:spChg chg="mod">
            <ac:chgData name="Luiza Briana Grether" userId="33b05ef5-dde0-4e2c-af71-3f0410b5559e" providerId="ADAL" clId="{BD690F32-6A11-4ACD-8ECA-649441D692A8}" dt="2024-11-12T14:00:07.136" v="535" actId="14100"/>
            <ac:spMkLst>
              <pc:docMk/>
              <pc:sldMasterMk cId="3332300950" sldId="2147483648"/>
              <pc:sldLayoutMk cId="2057250987" sldId="2147483657"/>
              <ac:spMk id="9" creationId="{644225B0-D666-94FC-CC53-651A3EBB02BD}"/>
            </ac:spMkLst>
          </pc:spChg>
          <pc:spChg chg="mod">
            <ac:chgData name="Luiza Briana Grether" userId="33b05ef5-dde0-4e2c-af71-3f0410b5559e" providerId="ADAL" clId="{BD690F32-6A11-4ACD-8ECA-649441D692A8}" dt="2024-11-12T14:02:28.411" v="596" actId="207"/>
            <ac:spMkLst>
              <pc:docMk/>
              <pc:sldMasterMk cId="3332300950" sldId="2147483648"/>
              <pc:sldLayoutMk cId="2057250987" sldId="2147483657"/>
              <ac:spMk id="21" creationId="{1E31C72F-9822-1BAA-0A1E-10B3A5090EED}"/>
            </ac:spMkLst>
          </pc:spChg>
          <pc:spChg chg="mod">
            <ac:chgData name="Luiza Briana Grether" userId="33b05ef5-dde0-4e2c-af71-3f0410b5559e" providerId="ADAL" clId="{BD690F32-6A11-4ACD-8ECA-649441D692A8}" dt="2024-11-12T14:03:18.358" v="642" actId="20577"/>
            <ac:spMkLst>
              <pc:docMk/>
              <pc:sldMasterMk cId="3332300950" sldId="2147483648"/>
              <pc:sldLayoutMk cId="2057250987" sldId="2147483657"/>
              <ac:spMk id="22" creationId="{B0B76A6D-7CBF-0EA5-F3DC-3CCB00B7489A}"/>
            </ac:spMkLst>
          </pc:spChg>
          <pc:picChg chg="add mod ord">
            <ac:chgData name="Luiza Briana Grether" userId="33b05ef5-dde0-4e2c-af71-3f0410b5559e" providerId="ADAL" clId="{BD690F32-6A11-4ACD-8ECA-649441D692A8}" dt="2024-11-12T13:59:52.655" v="531" actId="167"/>
            <ac:picMkLst>
              <pc:docMk/>
              <pc:sldMasterMk cId="3332300950" sldId="2147483648"/>
              <pc:sldLayoutMk cId="2057250987" sldId="2147483657"/>
              <ac:picMk id="3" creationId="{AC15D0E2-AD50-A292-6088-0BD87B10096A}"/>
            </ac:picMkLst>
          </pc:picChg>
          <pc:picChg chg="add del mod ord">
            <ac:chgData name="Luiza Briana Grether" userId="33b05ef5-dde0-4e2c-af71-3f0410b5559e" providerId="ADAL" clId="{BD690F32-6A11-4ACD-8ECA-649441D692A8}" dt="2024-11-12T14:01:28.440" v="593" actId="478"/>
            <ac:picMkLst>
              <pc:docMk/>
              <pc:sldMasterMk cId="3332300950" sldId="2147483648"/>
              <pc:sldLayoutMk cId="2057250987" sldId="2147483657"/>
              <ac:picMk id="6" creationId="{AE8D5F09-84FF-18E3-884B-0012E756BFDA}"/>
            </ac:picMkLst>
          </pc:picChg>
          <pc:picChg chg="del">
            <ac:chgData name="Luiza Briana Grether" userId="33b05ef5-dde0-4e2c-af71-3f0410b5559e" providerId="ADAL" clId="{BD690F32-6A11-4ACD-8ECA-649441D692A8}" dt="2024-11-12T13:59:31.559" v="527" actId="478"/>
            <ac:picMkLst>
              <pc:docMk/>
              <pc:sldMasterMk cId="3332300950" sldId="2147483648"/>
              <pc:sldLayoutMk cId="2057250987" sldId="2147483657"/>
              <ac:picMk id="17" creationId="{9867D504-ED80-59BB-8A60-024EAFE06316}"/>
            </ac:picMkLst>
          </pc:picChg>
        </pc:sldLayoutChg>
        <pc:sldLayoutChg chg="addSp delSp modSp add mod modTransition">
          <pc:chgData name="Luiza Briana Grether" userId="33b05ef5-dde0-4e2c-af71-3f0410b5559e" providerId="ADAL" clId="{BD690F32-6A11-4ACD-8ECA-649441D692A8}" dt="2024-11-12T14:22:00.973" v="984" actId="1076"/>
          <pc:sldLayoutMkLst>
            <pc:docMk/>
            <pc:sldMasterMk cId="3332300950" sldId="2147483648"/>
            <pc:sldLayoutMk cId="1640369259" sldId="2147483658"/>
          </pc:sldLayoutMkLst>
          <pc:spChg chg="mod">
            <ac:chgData name="Luiza Briana Grether" userId="33b05ef5-dde0-4e2c-af71-3f0410b5559e" providerId="ADAL" clId="{BD690F32-6A11-4ACD-8ECA-649441D692A8}" dt="2024-11-12T14:22:00.973" v="984" actId="1076"/>
            <ac:spMkLst>
              <pc:docMk/>
              <pc:sldMasterMk cId="3332300950" sldId="2147483648"/>
              <pc:sldLayoutMk cId="1640369259" sldId="2147483658"/>
              <ac:spMk id="4" creationId="{7968C4A0-42DA-E267-DE26-9F1AC21D6ED7}"/>
            </ac:spMkLst>
          </pc:spChg>
          <pc:spChg chg="add mod">
            <ac:chgData name="Luiza Briana Grether" userId="33b05ef5-dde0-4e2c-af71-3f0410b5559e" providerId="ADAL" clId="{BD690F32-6A11-4ACD-8ECA-649441D692A8}" dt="2024-11-12T14:06:49.861" v="695" actId="14100"/>
            <ac:spMkLst>
              <pc:docMk/>
              <pc:sldMasterMk cId="3332300950" sldId="2147483648"/>
              <pc:sldLayoutMk cId="1640369259" sldId="2147483658"/>
              <ac:spMk id="6" creationId="{82ED4C45-33FA-0378-3808-3F3A00B1EEE9}"/>
            </ac:spMkLst>
          </pc:spChg>
          <pc:spChg chg="add mod">
            <ac:chgData name="Luiza Briana Grether" userId="33b05ef5-dde0-4e2c-af71-3f0410b5559e" providerId="ADAL" clId="{BD690F32-6A11-4ACD-8ECA-649441D692A8}" dt="2024-11-12T14:05:40.144" v="687" actId="1076"/>
            <ac:spMkLst>
              <pc:docMk/>
              <pc:sldMasterMk cId="3332300950" sldId="2147483648"/>
              <pc:sldLayoutMk cId="1640369259" sldId="2147483658"/>
              <ac:spMk id="7" creationId="{04EB4939-F54E-7B17-45E8-F66475449C98}"/>
            </ac:spMkLst>
          </pc:spChg>
          <pc:spChg chg="add mod">
            <ac:chgData name="Luiza Briana Grether" userId="33b05ef5-dde0-4e2c-af71-3f0410b5559e" providerId="ADAL" clId="{BD690F32-6A11-4ACD-8ECA-649441D692A8}" dt="2024-11-12T14:05:40.144" v="687" actId="1076"/>
            <ac:spMkLst>
              <pc:docMk/>
              <pc:sldMasterMk cId="3332300950" sldId="2147483648"/>
              <pc:sldLayoutMk cId="1640369259" sldId="2147483658"/>
              <ac:spMk id="8" creationId="{179DD180-966D-44CF-E50C-63926370541F}"/>
            </ac:spMkLst>
          </pc:spChg>
          <pc:spChg chg="mod">
            <ac:chgData name="Luiza Briana Grether" userId="33b05ef5-dde0-4e2c-af71-3f0410b5559e" providerId="ADAL" clId="{BD690F32-6A11-4ACD-8ECA-649441D692A8}" dt="2024-11-12T14:06:55.381" v="696" actId="14100"/>
            <ac:spMkLst>
              <pc:docMk/>
              <pc:sldMasterMk cId="3332300950" sldId="2147483648"/>
              <pc:sldLayoutMk cId="1640369259" sldId="2147483658"/>
              <ac:spMk id="9" creationId="{644225B0-D666-94FC-CC53-651A3EBB02BD}"/>
            </ac:spMkLst>
          </pc:spChg>
          <pc:spChg chg="mod">
            <ac:chgData name="Luiza Briana Grether" userId="33b05ef5-dde0-4e2c-af71-3f0410b5559e" providerId="ADAL" clId="{BD690F32-6A11-4ACD-8ECA-649441D692A8}" dt="2024-11-12T14:05:32.598" v="685" actId="14100"/>
            <ac:spMkLst>
              <pc:docMk/>
              <pc:sldMasterMk cId="3332300950" sldId="2147483648"/>
              <pc:sldLayoutMk cId="1640369259" sldId="2147483658"/>
              <ac:spMk id="22" creationId="{B0B76A6D-7CBF-0EA5-F3DC-3CCB00B7489A}"/>
            </ac:spMkLst>
          </pc:spChg>
          <pc:picChg chg="del">
            <ac:chgData name="Luiza Briana Grether" userId="33b05ef5-dde0-4e2c-af71-3f0410b5559e" providerId="ADAL" clId="{BD690F32-6A11-4ACD-8ECA-649441D692A8}" dt="2024-11-12T14:03:41.416" v="657" actId="478"/>
            <ac:picMkLst>
              <pc:docMk/>
              <pc:sldMasterMk cId="3332300950" sldId="2147483648"/>
              <pc:sldLayoutMk cId="1640369259" sldId="2147483658"/>
              <ac:picMk id="3" creationId="{AC15D0E2-AD50-A292-6088-0BD87B10096A}"/>
            </ac:picMkLst>
          </pc:picChg>
          <pc:picChg chg="add mod ord">
            <ac:chgData name="Luiza Briana Grether" userId="33b05ef5-dde0-4e2c-af71-3f0410b5559e" providerId="ADAL" clId="{BD690F32-6A11-4ACD-8ECA-649441D692A8}" dt="2024-11-12T14:03:55.442" v="661" actId="167"/>
            <ac:picMkLst>
              <pc:docMk/>
              <pc:sldMasterMk cId="3332300950" sldId="2147483648"/>
              <pc:sldLayoutMk cId="1640369259" sldId="2147483658"/>
              <ac:picMk id="5" creationId="{89F44972-DB4F-82DF-D528-EB7C824CD783}"/>
            </ac:picMkLst>
          </pc:picChg>
        </pc:sldLayoutChg>
        <pc:sldLayoutChg chg="addSp delSp modSp add mod modTransition">
          <pc:chgData name="Luiza Briana Grether" userId="33b05ef5-dde0-4e2c-af71-3f0410b5559e" providerId="ADAL" clId="{BD690F32-6A11-4ACD-8ECA-649441D692A8}" dt="2024-11-12T14:06:34.479" v="693" actId="14100"/>
          <pc:sldLayoutMkLst>
            <pc:docMk/>
            <pc:sldMasterMk cId="3332300950" sldId="2147483648"/>
            <pc:sldLayoutMk cId="692723080" sldId="2147483659"/>
          </pc:sldLayoutMkLst>
          <pc:spChg chg="del">
            <ac:chgData name="Luiza Briana Grether" userId="33b05ef5-dde0-4e2c-af71-3f0410b5559e" providerId="ADAL" clId="{BD690F32-6A11-4ACD-8ECA-649441D692A8}" dt="2024-11-12T14:05:03.264" v="677" actId="478"/>
            <ac:spMkLst>
              <pc:docMk/>
              <pc:sldMasterMk cId="3332300950" sldId="2147483648"/>
              <pc:sldLayoutMk cId="692723080" sldId="2147483659"/>
              <ac:spMk id="4" creationId="{7968C4A0-42DA-E267-DE26-9F1AC21D6ED7}"/>
            </ac:spMkLst>
          </pc:spChg>
          <pc:spChg chg="mod">
            <ac:chgData name="Luiza Briana Grether" userId="33b05ef5-dde0-4e2c-af71-3f0410b5559e" providerId="ADAL" clId="{BD690F32-6A11-4ACD-8ECA-649441D692A8}" dt="2024-11-12T14:06:34.479" v="693" actId="14100"/>
            <ac:spMkLst>
              <pc:docMk/>
              <pc:sldMasterMk cId="3332300950" sldId="2147483648"/>
              <pc:sldLayoutMk cId="692723080" sldId="2147483659"/>
              <ac:spMk id="6" creationId="{82ED4C45-33FA-0378-3808-3F3A00B1EEE9}"/>
            </ac:spMkLst>
          </pc:spChg>
          <pc:spChg chg="add mod">
            <ac:chgData name="Luiza Briana Grether" userId="33b05ef5-dde0-4e2c-af71-3f0410b5559e" providerId="ADAL" clId="{BD690F32-6A11-4ACD-8ECA-649441D692A8}" dt="2024-11-12T14:05:25.005" v="684"/>
            <ac:spMkLst>
              <pc:docMk/>
              <pc:sldMasterMk cId="3332300950" sldId="2147483648"/>
              <pc:sldLayoutMk cId="692723080" sldId="2147483659"/>
              <ac:spMk id="8" creationId="{CFE77FE2-FD06-C9D2-515F-A70F41147316}"/>
            </ac:spMkLst>
          </pc:spChg>
          <pc:spChg chg="mod">
            <ac:chgData name="Luiza Briana Grether" userId="33b05ef5-dde0-4e2c-af71-3f0410b5559e" providerId="ADAL" clId="{BD690F32-6A11-4ACD-8ECA-649441D692A8}" dt="2024-11-12T14:06:29.974" v="692" actId="14100"/>
            <ac:spMkLst>
              <pc:docMk/>
              <pc:sldMasterMk cId="3332300950" sldId="2147483648"/>
              <pc:sldLayoutMk cId="692723080" sldId="2147483659"/>
              <ac:spMk id="9" creationId="{644225B0-D666-94FC-CC53-651A3EBB02BD}"/>
            </ac:spMkLst>
          </pc:spChg>
          <pc:spChg chg="add mod">
            <ac:chgData name="Luiza Briana Grether" userId="33b05ef5-dde0-4e2c-af71-3f0410b5559e" providerId="ADAL" clId="{BD690F32-6A11-4ACD-8ECA-649441D692A8}" dt="2024-11-12T14:05:25.005" v="684"/>
            <ac:spMkLst>
              <pc:docMk/>
              <pc:sldMasterMk cId="3332300950" sldId="2147483648"/>
              <pc:sldLayoutMk cId="692723080" sldId="2147483659"/>
              <ac:spMk id="10" creationId="{4504EE86-5310-0F61-F8A0-B4AC2D3F44D4}"/>
            </ac:spMkLst>
          </pc:spChg>
          <pc:spChg chg="add mod">
            <ac:chgData name="Luiza Briana Grether" userId="33b05ef5-dde0-4e2c-af71-3f0410b5559e" providerId="ADAL" clId="{BD690F32-6A11-4ACD-8ECA-649441D692A8}" dt="2024-11-12T14:05:54.756" v="688"/>
            <ac:spMkLst>
              <pc:docMk/>
              <pc:sldMasterMk cId="3332300950" sldId="2147483648"/>
              <pc:sldLayoutMk cId="692723080" sldId="2147483659"/>
              <ac:spMk id="11" creationId="{C6F6103C-8B73-2FC2-8C93-6360FDC56581}"/>
            </ac:spMkLst>
          </pc:spChg>
          <pc:spChg chg="add mod">
            <ac:chgData name="Luiza Briana Grether" userId="33b05ef5-dde0-4e2c-af71-3f0410b5559e" providerId="ADAL" clId="{BD690F32-6A11-4ACD-8ECA-649441D692A8}" dt="2024-11-12T14:06:08.527" v="689" actId="14100"/>
            <ac:spMkLst>
              <pc:docMk/>
              <pc:sldMasterMk cId="3332300950" sldId="2147483648"/>
              <pc:sldLayoutMk cId="692723080" sldId="2147483659"/>
              <ac:spMk id="12" creationId="{2D35B795-85B1-983E-9CD9-422869747B97}"/>
            </ac:spMkLst>
          </pc:spChg>
          <pc:spChg chg="add mod">
            <ac:chgData name="Luiza Briana Grether" userId="33b05ef5-dde0-4e2c-af71-3f0410b5559e" providerId="ADAL" clId="{BD690F32-6A11-4ACD-8ECA-649441D692A8}" dt="2024-11-12T14:06:20.959" v="691" actId="1076"/>
            <ac:spMkLst>
              <pc:docMk/>
              <pc:sldMasterMk cId="3332300950" sldId="2147483648"/>
              <pc:sldLayoutMk cId="692723080" sldId="2147483659"/>
              <ac:spMk id="13" creationId="{856F3C62-E6AE-F384-25C1-EC48BBAE6606}"/>
            </ac:spMkLst>
          </pc:spChg>
          <pc:spChg chg="add mod">
            <ac:chgData name="Luiza Briana Grether" userId="33b05ef5-dde0-4e2c-af71-3f0410b5559e" providerId="ADAL" clId="{BD690F32-6A11-4ACD-8ECA-649441D692A8}" dt="2024-11-12T14:06:20.959" v="691" actId="1076"/>
            <ac:spMkLst>
              <pc:docMk/>
              <pc:sldMasterMk cId="3332300950" sldId="2147483648"/>
              <pc:sldLayoutMk cId="692723080" sldId="2147483659"/>
              <ac:spMk id="14" creationId="{55C61C0E-6C65-5A90-26EB-CDD0CEBA285B}"/>
            </ac:spMkLst>
          </pc:spChg>
          <pc:spChg chg="del">
            <ac:chgData name="Luiza Briana Grether" userId="33b05ef5-dde0-4e2c-af71-3f0410b5559e" providerId="ADAL" clId="{BD690F32-6A11-4ACD-8ECA-649441D692A8}" dt="2024-11-12T14:05:14.014" v="682" actId="478"/>
            <ac:spMkLst>
              <pc:docMk/>
              <pc:sldMasterMk cId="3332300950" sldId="2147483648"/>
              <pc:sldLayoutMk cId="692723080" sldId="2147483659"/>
              <ac:spMk id="21" creationId="{1E31C72F-9822-1BAA-0A1E-10B3A5090EED}"/>
            </ac:spMkLst>
          </pc:spChg>
          <pc:spChg chg="del">
            <ac:chgData name="Luiza Briana Grether" userId="33b05ef5-dde0-4e2c-af71-3f0410b5559e" providerId="ADAL" clId="{BD690F32-6A11-4ACD-8ECA-649441D692A8}" dt="2024-11-12T14:05:15.079" v="683" actId="478"/>
            <ac:spMkLst>
              <pc:docMk/>
              <pc:sldMasterMk cId="3332300950" sldId="2147483648"/>
              <pc:sldLayoutMk cId="692723080" sldId="2147483659"/>
              <ac:spMk id="22" creationId="{B0B76A6D-7CBF-0EA5-F3DC-3CCB00B7489A}"/>
            </ac:spMkLst>
          </pc:spChg>
          <pc:picChg chg="add mod ord">
            <ac:chgData name="Luiza Briana Grether" userId="33b05ef5-dde0-4e2c-af71-3f0410b5559e" providerId="ADAL" clId="{BD690F32-6A11-4ACD-8ECA-649441D692A8}" dt="2024-11-12T14:05:08.421" v="681" actId="167"/>
            <ac:picMkLst>
              <pc:docMk/>
              <pc:sldMasterMk cId="3332300950" sldId="2147483648"/>
              <pc:sldLayoutMk cId="692723080" sldId="2147483659"/>
              <ac:picMk id="3" creationId="{3B9AD206-EE19-D871-AE94-C268640A0CC1}"/>
            </ac:picMkLst>
          </pc:picChg>
          <pc:picChg chg="del">
            <ac:chgData name="Luiza Briana Grether" userId="33b05ef5-dde0-4e2c-af71-3f0410b5559e" providerId="ADAL" clId="{BD690F32-6A11-4ACD-8ECA-649441D692A8}" dt="2024-11-12T14:05:02.460" v="676" actId="478"/>
            <ac:picMkLst>
              <pc:docMk/>
              <pc:sldMasterMk cId="3332300950" sldId="2147483648"/>
              <pc:sldLayoutMk cId="692723080" sldId="2147483659"/>
              <ac:picMk id="5" creationId="{89F44972-DB4F-82DF-D528-EB7C824CD783}"/>
            </ac:picMkLst>
          </pc:picChg>
          <pc:picChg chg="add mod">
            <ac:chgData name="Luiza Briana Grether" userId="33b05ef5-dde0-4e2c-af71-3f0410b5559e" providerId="ADAL" clId="{BD690F32-6A11-4ACD-8ECA-649441D692A8}" dt="2024-11-12T14:05:25.005" v="684"/>
            <ac:picMkLst>
              <pc:docMk/>
              <pc:sldMasterMk cId="3332300950" sldId="2147483648"/>
              <pc:sldLayoutMk cId="692723080" sldId="2147483659"/>
              <ac:picMk id="7" creationId="{017C2906-4B90-D91A-04B3-F79D3466C6FD}"/>
            </ac:picMkLst>
          </pc:picChg>
        </pc:sldLayoutChg>
        <pc:sldLayoutChg chg="addSp delSp modSp new mod">
          <pc:chgData name="Luiza Briana Grether" userId="33b05ef5-dde0-4e2c-af71-3f0410b5559e" providerId="ADAL" clId="{BD690F32-6A11-4ACD-8ECA-649441D692A8}" dt="2024-11-12T14:08:20.751" v="733" actId="962"/>
          <pc:sldLayoutMkLst>
            <pc:docMk/>
            <pc:sldMasterMk cId="3332300950" sldId="2147483648"/>
            <pc:sldLayoutMk cId="2535753716" sldId="2147483660"/>
          </pc:sldLayoutMkLst>
          <pc:spChg chg="del">
            <ac:chgData name="Luiza Briana Grether" userId="33b05ef5-dde0-4e2c-af71-3f0410b5559e" providerId="ADAL" clId="{BD690F32-6A11-4ACD-8ECA-649441D692A8}" dt="2024-11-12T14:08:15.501" v="727" actId="478"/>
            <ac:spMkLst>
              <pc:docMk/>
              <pc:sldMasterMk cId="3332300950" sldId="2147483648"/>
              <pc:sldLayoutMk cId="2535753716" sldId="2147483660"/>
              <ac:spMk id="2" creationId="{6018F003-09EA-BD38-0D15-253D198AAC2B}"/>
            </ac:spMkLst>
          </pc:spChg>
          <pc:spChg chg="del">
            <ac:chgData name="Luiza Briana Grether" userId="33b05ef5-dde0-4e2c-af71-3f0410b5559e" providerId="ADAL" clId="{BD690F32-6A11-4ACD-8ECA-649441D692A8}" dt="2024-11-12T14:08:16.508" v="728" actId="478"/>
            <ac:spMkLst>
              <pc:docMk/>
              <pc:sldMasterMk cId="3332300950" sldId="2147483648"/>
              <pc:sldLayoutMk cId="2535753716" sldId="2147483660"/>
              <ac:spMk id="3" creationId="{CF12D960-FC1B-9179-91D3-BD090F03B285}"/>
            </ac:spMkLst>
          </pc:spChg>
          <pc:spChg chg="del">
            <ac:chgData name="Luiza Briana Grether" userId="33b05ef5-dde0-4e2c-af71-3f0410b5559e" providerId="ADAL" clId="{BD690F32-6A11-4ACD-8ECA-649441D692A8}" dt="2024-11-12T14:08:17.437" v="729" actId="478"/>
            <ac:spMkLst>
              <pc:docMk/>
              <pc:sldMasterMk cId="3332300950" sldId="2147483648"/>
              <pc:sldLayoutMk cId="2535753716" sldId="2147483660"/>
              <ac:spMk id="4" creationId="{25EA845A-154C-51DF-422D-E0BF820E9C66}"/>
            </ac:spMkLst>
          </pc:spChg>
          <pc:spChg chg="del">
            <ac:chgData name="Luiza Briana Grether" userId="33b05ef5-dde0-4e2c-af71-3f0410b5559e" providerId="ADAL" clId="{BD690F32-6A11-4ACD-8ECA-649441D692A8}" dt="2024-11-12T14:08:18.628" v="730" actId="478"/>
            <ac:spMkLst>
              <pc:docMk/>
              <pc:sldMasterMk cId="3332300950" sldId="2147483648"/>
              <pc:sldLayoutMk cId="2535753716" sldId="2147483660"/>
              <ac:spMk id="5" creationId="{654F2FA3-5A9F-3550-B1E6-5D55DED30B73}"/>
            </ac:spMkLst>
          </pc:spChg>
          <pc:picChg chg="add mod">
            <ac:chgData name="Luiza Briana Grether" userId="33b05ef5-dde0-4e2c-af71-3f0410b5559e" providerId="ADAL" clId="{BD690F32-6A11-4ACD-8ECA-649441D692A8}" dt="2024-11-12T14:08:20.751" v="733" actId="962"/>
            <ac:picMkLst>
              <pc:docMk/>
              <pc:sldMasterMk cId="3332300950" sldId="2147483648"/>
              <pc:sldLayoutMk cId="2535753716" sldId="2147483660"/>
              <ac:picMk id="7" creationId="{DAB00F91-633E-C672-007D-D9305ECFBE66}"/>
            </ac:picMkLst>
          </pc:picChg>
        </pc:sldLayoutChg>
        <pc:sldLayoutChg chg="addSp delSp modSp new mod">
          <pc:chgData name="Luiza Briana Grether" userId="33b05ef5-dde0-4e2c-af71-3f0410b5559e" providerId="ADAL" clId="{BD690F32-6A11-4ACD-8ECA-649441D692A8}" dt="2024-11-19T12:30:09.057" v="1082" actId="208"/>
          <pc:sldLayoutMkLst>
            <pc:docMk/>
            <pc:sldMasterMk cId="3332300950" sldId="2147483648"/>
            <pc:sldLayoutMk cId="372511665" sldId="2147483661"/>
          </pc:sldLayoutMkLst>
          <pc:spChg chg="del">
            <ac:chgData name="Luiza Briana Grether" userId="33b05ef5-dde0-4e2c-af71-3f0410b5559e" providerId="ADAL" clId="{BD690F32-6A11-4ACD-8ECA-649441D692A8}" dt="2024-11-19T12:22:44.689" v="999" actId="478"/>
            <ac:spMkLst>
              <pc:docMk/>
              <pc:sldMasterMk cId="3332300950" sldId="2147483648"/>
              <pc:sldLayoutMk cId="372511665" sldId="2147483661"/>
              <ac:spMk id="2" creationId="{F07740F7-9A27-B303-3E30-51CF78EE518D}"/>
            </ac:spMkLst>
          </pc:spChg>
          <pc:spChg chg="del">
            <ac:chgData name="Luiza Briana Grether" userId="33b05ef5-dde0-4e2c-af71-3f0410b5559e" providerId="ADAL" clId="{BD690F32-6A11-4ACD-8ECA-649441D692A8}" dt="2024-11-19T12:22:46.132" v="1000" actId="478"/>
            <ac:spMkLst>
              <pc:docMk/>
              <pc:sldMasterMk cId="3332300950" sldId="2147483648"/>
              <pc:sldLayoutMk cId="372511665" sldId="2147483661"/>
              <ac:spMk id="3" creationId="{69525F95-155E-5BB9-51FB-DD9A095AC987}"/>
            </ac:spMkLst>
          </pc:spChg>
          <pc:spChg chg="del">
            <ac:chgData name="Luiza Briana Grether" userId="33b05ef5-dde0-4e2c-af71-3f0410b5559e" providerId="ADAL" clId="{BD690F32-6A11-4ACD-8ECA-649441D692A8}" dt="2024-11-19T12:22:47.066" v="1001" actId="478"/>
            <ac:spMkLst>
              <pc:docMk/>
              <pc:sldMasterMk cId="3332300950" sldId="2147483648"/>
              <pc:sldLayoutMk cId="372511665" sldId="2147483661"/>
              <ac:spMk id="4" creationId="{C91C27A8-0D28-CE81-E80E-A3C178A5A8A5}"/>
            </ac:spMkLst>
          </pc:spChg>
          <pc:spChg chg="del">
            <ac:chgData name="Luiza Briana Grether" userId="33b05ef5-dde0-4e2c-af71-3f0410b5559e" providerId="ADAL" clId="{BD690F32-6A11-4ACD-8ECA-649441D692A8}" dt="2024-11-19T12:22:47.777" v="1002" actId="478"/>
            <ac:spMkLst>
              <pc:docMk/>
              <pc:sldMasterMk cId="3332300950" sldId="2147483648"/>
              <pc:sldLayoutMk cId="372511665" sldId="2147483661"/>
              <ac:spMk id="5" creationId="{56DBEB2E-74F0-B676-A41A-11216E6865DA}"/>
            </ac:spMkLst>
          </pc:spChg>
          <pc:spChg chg="add mod">
            <ac:chgData name="Luiza Briana Grether" userId="33b05ef5-dde0-4e2c-af71-3f0410b5559e" providerId="ADAL" clId="{BD690F32-6A11-4ACD-8ECA-649441D692A8}" dt="2024-11-19T12:23:30.634" v="1014" actId="14100"/>
            <ac:spMkLst>
              <pc:docMk/>
              <pc:sldMasterMk cId="3332300950" sldId="2147483648"/>
              <pc:sldLayoutMk cId="372511665" sldId="2147483661"/>
              <ac:spMk id="8" creationId="{465DEC17-15AA-496B-9008-3748CC033FAB}"/>
            </ac:spMkLst>
          </pc:spChg>
          <pc:spChg chg="add mod">
            <ac:chgData name="Luiza Briana Grether" userId="33b05ef5-dde0-4e2c-af71-3f0410b5559e" providerId="ADAL" clId="{BD690F32-6A11-4ACD-8ECA-649441D692A8}" dt="2024-11-19T12:23:45.266" v="1017" actId="14100"/>
            <ac:spMkLst>
              <pc:docMk/>
              <pc:sldMasterMk cId="3332300950" sldId="2147483648"/>
              <pc:sldLayoutMk cId="372511665" sldId="2147483661"/>
              <ac:spMk id="11" creationId="{0C42D5AA-EFA1-F8F1-4AEB-D8FC236C203C}"/>
            </ac:spMkLst>
          </pc:spChg>
          <pc:spChg chg="add del mod">
            <ac:chgData name="Luiza Briana Grether" userId="33b05ef5-dde0-4e2c-af71-3f0410b5559e" providerId="ADAL" clId="{BD690F32-6A11-4ACD-8ECA-649441D692A8}" dt="2024-11-19T12:27:46.025" v="1065" actId="478"/>
            <ac:spMkLst>
              <pc:docMk/>
              <pc:sldMasterMk cId="3332300950" sldId="2147483648"/>
              <pc:sldLayoutMk cId="372511665" sldId="2147483661"/>
              <ac:spMk id="12" creationId="{35DB953B-EE57-9B32-06E8-D1AEBE0AF4EA}"/>
            </ac:spMkLst>
          </pc:spChg>
          <pc:spChg chg="add mod">
            <ac:chgData name="Luiza Briana Grether" userId="33b05ef5-dde0-4e2c-af71-3f0410b5559e" providerId="ADAL" clId="{BD690F32-6A11-4ACD-8ECA-649441D692A8}" dt="2024-11-19T12:26:03.858" v="1049" actId="1037"/>
            <ac:spMkLst>
              <pc:docMk/>
              <pc:sldMasterMk cId="3332300950" sldId="2147483648"/>
              <pc:sldLayoutMk cId="372511665" sldId="2147483661"/>
              <ac:spMk id="13" creationId="{FB32F0A5-753E-83F5-D77D-39078905EE43}"/>
            </ac:spMkLst>
          </pc:spChg>
          <pc:spChg chg="add mod">
            <ac:chgData name="Luiza Briana Grether" userId="33b05ef5-dde0-4e2c-af71-3f0410b5559e" providerId="ADAL" clId="{BD690F32-6A11-4ACD-8ECA-649441D692A8}" dt="2024-11-19T12:26:03.858" v="1049" actId="1037"/>
            <ac:spMkLst>
              <pc:docMk/>
              <pc:sldMasterMk cId="3332300950" sldId="2147483648"/>
              <pc:sldLayoutMk cId="372511665" sldId="2147483661"/>
              <ac:spMk id="14" creationId="{098799AD-2AFB-6A2A-0805-AB2F5A801294}"/>
            </ac:spMkLst>
          </pc:spChg>
          <pc:spChg chg="add del">
            <ac:chgData name="Luiza Briana Grether" userId="33b05ef5-dde0-4e2c-af71-3f0410b5559e" providerId="ADAL" clId="{BD690F32-6A11-4ACD-8ECA-649441D692A8}" dt="2024-11-19T12:29:23.051" v="1066" actId="11529"/>
            <ac:spMkLst>
              <pc:docMk/>
              <pc:sldMasterMk cId="3332300950" sldId="2147483648"/>
              <pc:sldLayoutMk cId="372511665" sldId="2147483661"/>
              <ac:spMk id="15" creationId="{84AC3254-C7FD-91C9-C82B-E03BE767CCAA}"/>
            </ac:spMkLst>
          </pc:spChg>
          <pc:spChg chg="add del mod">
            <ac:chgData name="Luiza Briana Grether" userId="33b05ef5-dde0-4e2c-af71-3f0410b5559e" providerId="ADAL" clId="{BD690F32-6A11-4ACD-8ECA-649441D692A8}" dt="2024-11-19T12:29:23.641" v="1067" actId="478"/>
            <ac:spMkLst>
              <pc:docMk/>
              <pc:sldMasterMk cId="3332300950" sldId="2147483648"/>
              <pc:sldLayoutMk cId="372511665" sldId="2147483661"/>
              <ac:spMk id="16" creationId="{0E53DF16-8242-BE0F-360D-8B2C0DB35356}"/>
            </ac:spMkLst>
          </pc:spChg>
          <pc:spChg chg="add mod">
            <ac:chgData name="Luiza Briana Grether" userId="33b05ef5-dde0-4e2c-af71-3f0410b5559e" providerId="ADAL" clId="{BD690F32-6A11-4ACD-8ECA-649441D692A8}" dt="2024-11-19T12:30:09.057" v="1082" actId="208"/>
            <ac:spMkLst>
              <pc:docMk/>
              <pc:sldMasterMk cId="3332300950" sldId="2147483648"/>
              <pc:sldLayoutMk cId="372511665" sldId="2147483661"/>
              <ac:spMk id="19" creationId="{A753D7AD-ADED-CD19-C220-AD230710758D}"/>
            </ac:spMkLst>
          </pc:spChg>
          <pc:picChg chg="add del mod ord">
            <ac:chgData name="Luiza Briana Grether" userId="33b05ef5-dde0-4e2c-af71-3f0410b5559e" providerId="ADAL" clId="{BD690F32-6A11-4ACD-8ECA-649441D692A8}" dt="2024-11-19T12:29:24.297" v="1068" actId="478"/>
            <ac:picMkLst>
              <pc:docMk/>
              <pc:sldMasterMk cId="3332300950" sldId="2147483648"/>
              <pc:sldLayoutMk cId="372511665" sldId="2147483661"/>
              <ac:picMk id="7" creationId="{7730FF09-D87F-5FBF-3FB9-35D1FBFBCFEA}"/>
            </ac:picMkLst>
          </pc:picChg>
          <pc:picChg chg="add del mod ord">
            <ac:chgData name="Luiza Briana Grether" userId="33b05ef5-dde0-4e2c-af71-3f0410b5559e" providerId="ADAL" clId="{BD690F32-6A11-4ACD-8ECA-649441D692A8}" dt="2024-11-19T12:25:20.755" v="1033" actId="478"/>
            <ac:picMkLst>
              <pc:docMk/>
              <pc:sldMasterMk cId="3332300950" sldId="2147483648"/>
              <pc:sldLayoutMk cId="372511665" sldId="2147483661"/>
              <ac:picMk id="10" creationId="{59594448-B17B-813D-D046-107AE4DECD41}"/>
            </ac:picMkLst>
          </pc:picChg>
          <pc:picChg chg="add mod ord">
            <ac:chgData name="Luiza Briana Grether" userId="33b05ef5-dde0-4e2c-af71-3f0410b5559e" providerId="ADAL" clId="{BD690F32-6A11-4ACD-8ECA-649441D692A8}" dt="2024-11-19T12:29:28.952" v="1072" actId="167"/>
            <ac:picMkLst>
              <pc:docMk/>
              <pc:sldMasterMk cId="3332300950" sldId="2147483648"/>
              <pc:sldLayoutMk cId="372511665" sldId="2147483661"/>
              <ac:picMk id="18" creationId="{756B402D-C346-D1D5-87CD-50746809C97F}"/>
            </ac:picMkLst>
          </pc:picChg>
        </pc:sldLayoutChg>
      </pc:sldMasterChg>
      <pc:sldMasterChg chg="new del mod addSldLayout delSldLayout">
        <pc:chgData name="Luiza Briana Grether" userId="33b05ef5-dde0-4e2c-af71-3f0410b5559e" providerId="ADAL" clId="{BD690F32-6A11-4ACD-8ECA-649441D692A8}" dt="2024-11-12T14:03:32.774" v="655" actId="2696"/>
        <pc:sldMasterMkLst>
          <pc:docMk/>
          <pc:sldMasterMk cId="1346180828" sldId="2147483658"/>
        </pc:sldMasterMkLst>
        <pc:sldLayoutChg chg="new del replId">
          <pc:chgData name="Luiza Briana Grether" userId="33b05ef5-dde0-4e2c-af71-3f0410b5559e" providerId="ADAL" clId="{BD690F32-6A11-4ACD-8ECA-649441D692A8}" dt="2024-11-12T14:03:32.716" v="644" actId="2696"/>
          <pc:sldLayoutMkLst>
            <pc:docMk/>
            <pc:sldMasterMk cId="1346180828" sldId="2147483658"/>
            <pc:sldLayoutMk cId="1380905132" sldId="2147483659"/>
          </pc:sldLayoutMkLst>
        </pc:sldLayoutChg>
        <pc:sldLayoutChg chg="new del replId">
          <pc:chgData name="Luiza Briana Grether" userId="33b05ef5-dde0-4e2c-af71-3f0410b5559e" providerId="ADAL" clId="{BD690F32-6A11-4ACD-8ECA-649441D692A8}" dt="2024-11-12T14:03:32.723" v="645" actId="2696"/>
          <pc:sldLayoutMkLst>
            <pc:docMk/>
            <pc:sldMasterMk cId="1346180828" sldId="2147483658"/>
            <pc:sldLayoutMk cId="1325811937" sldId="2147483660"/>
          </pc:sldLayoutMkLst>
        </pc:sldLayoutChg>
        <pc:sldLayoutChg chg="new del replId">
          <pc:chgData name="Luiza Briana Grether" userId="33b05ef5-dde0-4e2c-af71-3f0410b5559e" providerId="ADAL" clId="{BD690F32-6A11-4ACD-8ECA-649441D692A8}" dt="2024-11-12T14:03:32.726" v="646" actId="2696"/>
          <pc:sldLayoutMkLst>
            <pc:docMk/>
            <pc:sldMasterMk cId="1346180828" sldId="2147483658"/>
            <pc:sldLayoutMk cId="416018142" sldId="2147483661"/>
          </pc:sldLayoutMkLst>
        </pc:sldLayoutChg>
        <pc:sldLayoutChg chg="new del replId">
          <pc:chgData name="Luiza Briana Grether" userId="33b05ef5-dde0-4e2c-af71-3f0410b5559e" providerId="ADAL" clId="{BD690F32-6A11-4ACD-8ECA-649441D692A8}" dt="2024-11-12T14:03:32.734" v="647" actId="2696"/>
          <pc:sldLayoutMkLst>
            <pc:docMk/>
            <pc:sldMasterMk cId="1346180828" sldId="2147483658"/>
            <pc:sldLayoutMk cId="4106582172" sldId="2147483662"/>
          </pc:sldLayoutMkLst>
        </pc:sldLayoutChg>
        <pc:sldLayoutChg chg="new del replId">
          <pc:chgData name="Luiza Briana Grether" userId="33b05ef5-dde0-4e2c-af71-3f0410b5559e" providerId="ADAL" clId="{BD690F32-6A11-4ACD-8ECA-649441D692A8}" dt="2024-11-12T14:03:32.737" v="648" actId="2696"/>
          <pc:sldLayoutMkLst>
            <pc:docMk/>
            <pc:sldMasterMk cId="1346180828" sldId="2147483658"/>
            <pc:sldLayoutMk cId="1186604756" sldId="2147483663"/>
          </pc:sldLayoutMkLst>
        </pc:sldLayoutChg>
        <pc:sldLayoutChg chg="new del replId">
          <pc:chgData name="Luiza Briana Grether" userId="33b05ef5-dde0-4e2c-af71-3f0410b5559e" providerId="ADAL" clId="{BD690F32-6A11-4ACD-8ECA-649441D692A8}" dt="2024-11-12T14:03:32.744" v="649" actId="2696"/>
          <pc:sldLayoutMkLst>
            <pc:docMk/>
            <pc:sldMasterMk cId="1346180828" sldId="2147483658"/>
            <pc:sldLayoutMk cId="2440602620" sldId="2147483664"/>
          </pc:sldLayoutMkLst>
        </pc:sldLayoutChg>
        <pc:sldLayoutChg chg="new del replId">
          <pc:chgData name="Luiza Briana Grether" userId="33b05ef5-dde0-4e2c-af71-3f0410b5559e" providerId="ADAL" clId="{BD690F32-6A11-4ACD-8ECA-649441D692A8}" dt="2024-11-12T14:03:32.748" v="650" actId="2696"/>
          <pc:sldLayoutMkLst>
            <pc:docMk/>
            <pc:sldMasterMk cId="1346180828" sldId="2147483658"/>
            <pc:sldLayoutMk cId="4101302570" sldId="2147483665"/>
          </pc:sldLayoutMkLst>
        </pc:sldLayoutChg>
        <pc:sldLayoutChg chg="new del replId">
          <pc:chgData name="Luiza Briana Grether" userId="33b05ef5-dde0-4e2c-af71-3f0410b5559e" providerId="ADAL" clId="{BD690F32-6A11-4ACD-8ECA-649441D692A8}" dt="2024-11-12T14:03:32.756" v="651" actId="2696"/>
          <pc:sldLayoutMkLst>
            <pc:docMk/>
            <pc:sldMasterMk cId="1346180828" sldId="2147483658"/>
            <pc:sldLayoutMk cId="4175695362" sldId="2147483666"/>
          </pc:sldLayoutMkLst>
        </pc:sldLayoutChg>
        <pc:sldLayoutChg chg="new del replId">
          <pc:chgData name="Luiza Briana Grether" userId="33b05ef5-dde0-4e2c-af71-3f0410b5559e" providerId="ADAL" clId="{BD690F32-6A11-4ACD-8ECA-649441D692A8}" dt="2024-11-12T14:03:32.761" v="652" actId="2696"/>
          <pc:sldLayoutMkLst>
            <pc:docMk/>
            <pc:sldMasterMk cId="1346180828" sldId="2147483658"/>
            <pc:sldLayoutMk cId="3563072721" sldId="2147483667"/>
          </pc:sldLayoutMkLst>
        </pc:sldLayoutChg>
        <pc:sldLayoutChg chg="new del replId">
          <pc:chgData name="Luiza Briana Grether" userId="33b05ef5-dde0-4e2c-af71-3f0410b5559e" providerId="ADAL" clId="{BD690F32-6A11-4ACD-8ECA-649441D692A8}" dt="2024-11-12T14:03:32.765" v="653" actId="2696"/>
          <pc:sldLayoutMkLst>
            <pc:docMk/>
            <pc:sldMasterMk cId="1346180828" sldId="2147483658"/>
            <pc:sldLayoutMk cId="2507006074" sldId="2147483668"/>
          </pc:sldLayoutMkLst>
        </pc:sldLayoutChg>
        <pc:sldLayoutChg chg="new del replId">
          <pc:chgData name="Luiza Briana Grether" userId="33b05ef5-dde0-4e2c-af71-3f0410b5559e" providerId="ADAL" clId="{BD690F32-6A11-4ACD-8ECA-649441D692A8}" dt="2024-11-12T14:03:32.769" v="654" actId="2696"/>
          <pc:sldLayoutMkLst>
            <pc:docMk/>
            <pc:sldMasterMk cId="1346180828" sldId="2147483658"/>
            <pc:sldLayoutMk cId="2421474375" sldId="2147483669"/>
          </pc:sldLayoutMkLst>
        </pc:sldLayoutChg>
      </pc:sldMasterChg>
      <pc:sldMasterChg chg="new del mod addSldLayout delSldLayout">
        <pc:chgData name="Luiza Briana Grether" userId="33b05ef5-dde0-4e2c-af71-3f0410b5559e" providerId="ADAL" clId="{BD690F32-6A11-4ACD-8ECA-649441D692A8}" dt="2024-11-12T14:08:10.774" v="725" actId="2696"/>
        <pc:sldMasterMkLst>
          <pc:docMk/>
          <pc:sldMasterMk cId="499215325" sldId="2147483660"/>
        </pc:sldMasterMkLst>
        <pc:sldLayoutChg chg="new del replId">
          <pc:chgData name="Luiza Briana Grether" userId="33b05ef5-dde0-4e2c-af71-3f0410b5559e" providerId="ADAL" clId="{BD690F32-6A11-4ACD-8ECA-649441D692A8}" dt="2024-11-12T14:08:10.721" v="714" actId="2696"/>
          <pc:sldLayoutMkLst>
            <pc:docMk/>
            <pc:sldMasterMk cId="499215325" sldId="2147483660"/>
            <pc:sldLayoutMk cId="2071510722" sldId="2147483661"/>
          </pc:sldLayoutMkLst>
        </pc:sldLayoutChg>
        <pc:sldLayoutChg chg="new del replId">
          <pc:chgData name="Luiza Briana Grether" userId="33b05ef5-dde0-4e2c-af71-3f0410b5559e" providerId="ADAL" clId="{BD690F32-6A11-4ACD-8ECA-649441D692A8}" dt="2024-11-12T14:08:10.727" v="715" actId="2696"/>
          <pc:sldLayoutMkLst>
            <pc:docMk/>
            <pc:sldMasterMk cId="499215325" sldId="2147483660"/>
            <pc:sldLayoutMk cId="3045128788" sldId="2147483662"/>
          </pc:sldLayoutMkLst>
        </pc:sldLayoutChg>
        <pc:sldLayoutChg chg="new del replId">
          <pc:chgData name="Luiza Briana Grether" userId="33b05ef5-dde0-4e2c-af71-3f0410b5559e" providerId="ADAL" clId="{BD690F32-6A11-4ACD-8ECA-649441D692A8}" dt="2024-11-12T14:08:10.730" v="716" actId="2696"/>
          <pc:sldLayoutMkLst>
            <pc:docMk/>
            <pc:sldMasterMk cId="499215325" sldId="2147483660"/>
            <pc:sldLayoutMk cId="3380972445" sldId="2147483663"/>
          </pc:sldLayoutMkLst>
        </pc:sldLayoutChg>
        <pc:sldLayoutChg chg="new del replId">
          <pc:chgData name="Luiza Briana Grether" userId="33b05ef5-dde0-4e2c-af71-3f0410b5559e" providerId="ADAL" clId="{BD690F32-6A11-4ACD-8ECA-649441D692A8}" dt="2024-11-12T14:08:10.737" v="717" actId="2696"/>
          <pc:sldLayoutMkLst>
            <pc:docMk/>
            <pc:sldMasterMk cId="499215325" sldId="2147483660"/>
            <pc:sldLayoutMk cId="2308398443" sldId="2147483664"/>
          </pc:sldLayoutMkLst>
        </pc:sldLayoutChg>
        <pc:sldLayoutChg chg="new del replId">
          <pc:chgData name="Luiza Briana Grether" userId="33b05ef5-dde0-4e2c-af71-3f0410b5559e" providerId="ADAL" clId="{BD690F32-6A11-4ACD-8ECA-649441D692A8}" dt="2024-11-12T14:08:10.739" v="718" actId="2696"/>
          <pc:sldLayoutMkLst>
            <pc:docMk/>
            <pc:sldMasterMk cId="499215325" sldId="2147483660"/>
            <pc:sldLayoutMk cId="4265345022" sldId="2147483665"/>
          </pc:sldLayoutMkLst>
        </pc:sldLayoutChg>
        <pc:sldLayoutChg chg="new del replId">
          <pc:chgData name="Luiza Briana Grether" userId="33b05ef5-dde0-4e2c-af71-3f0410b5559e" providerId="ADAL" clId="{BD690F32-6A11-4ACD-8ECA-649441D692A8}" dt="2024-11-12T14:08:10.748" v="719" actId="2696"/>
          <pc:sldLayoutMkLst>
            <pc:docMk/>
            <pc:sldMasterMk cId="499215325" sldId="2147483660"/>
            <pc:sldLayoutMk cId="2195468664" sldId="2147483666"/>
          </pc:sldLayoutMkLst>
        </pc:sldLayoutChg>
        <pc:sldLayoutChg chg="new del replId">
          <pc:chgData name="Luiza Briana Grether" userId="33b05ef5-dde0-4e2c-af71-3f0410b5559e" providerId="ADAL" clId="{BD690F32-6A11-4ACD-8ECA-649441D692A8}" dt="2024-11-12T14:08:10.752" v="720" actId="2696"/>
          <pc:sldLayoutMkLst>
            <pc:docMk/>
            <pc:sldMasterMk cId="499215325" sldId="2147483660"/>
            <pc:sldLayoutMk cId="3827749388" sldId="2147483667"/>
          </pc:sldLayoutMkLst>
        </pc:sldLayoutChg>
        <pc:sldLayoutChg chg="new del replId">
          <pc:chgData name="Luiza Briana Grether" userId="33b05ef5-dde0-4e2c-af71-3f0410b5559e" providerId="ADAL" clId="{BD690F32-6A11-4ACD-8ECA-649441D692A8}" dt="2024-11-12T14:08:10.762" v="721" actId="2696"/>
          <pc:sldLayoutMkLst>
            <pc:docMk/>
            <pc:sldMasterMk cId="499215325" sldId="2147483660"/>
            <pc:sldLayoutMk cId="886473952" sldId="2147483668"/>
          </pc:sldLayoutMkLst>
        </pc:sldLayoutChg>
        <pc:sldLayoutChg chg="new del replId">
          <pc:chgData name="Luiza Briana Grether" userId="33b05ef5-dde0-4e2c-af71-3f0410b5559e" providerId="ADAL" clId="{BD690F32-6A11-4ACD-8ECA-649441D692A8}" dt="2024-11-12T14:08:10.764" v="722" actId="2696"/>
          <pc:sldLayoutMkLst>
            <pc:docMk/>
            <pc:sldMasterMk cId="499215325" sldId="2147483660"/>
            <pc:sldLayoutMk cId="2282943526" sldId="2147483669"/>
          </pc:sldLayoutMkLst>
        </pc:sldLayoutChg>
        <pc:sldLayoutChg chg="new del replId">
          <pc:chgData name="Luiza Briana Grether" userId="33b05ef5-dde0-4e2c-af71-3f0410b5559e" providerId="ADAL" clId="{BD690F32-6A11-4ACD-8ECA-649441D692A8}" dt="2024-11-12T14:08:10.768" v="723" actId="2696"/>
          <pc:sldLayoutMkLst>
            <pc:docMk/>
            <pc:sldMasterMk cId="499215325" sldId="2147483660"/>
            <pc:sldLayoutMk cId="3287740527" sldId="2147483670"/>
          </pc:sldLayoutMkLst>
        </pc:sldLayoutChg>
        <pc:sldLayoutChg chg="new del replId">
          <pc:chgData name="Luiza Briana Grether" userId="33b05ef5-dde0-4e2c-af71-3f0410b5559e" providerId="ADAL" clId="{BD690F32-6A11-4ACD-8ECA-649441D692A8}" dt="2024-11-12T14:08:10.771" v="724" actId="2696"/>
          <pc:sldLayoutMkLst>
            <pc:docMk/>
            <pc:sldMasterMk cId="499215325" sldId="2147483660"/>
            <pc:sldLayoutMk cId="3235367660" sldId="2147483671"/>
          </pc:sldLayoutMkLst>
        </pc:sldLayoutChg>
      </pc:sldMasterChg>
    </pc:docChg>
  </pc:docChgLst>
  <pc:docChgLst>
    <pc:chgData name="Luiza Briana Grether" userId="33b05ef5-dde0-4e2c-af71-3f0410b5559e" providerId="ADAL" clId="{533DA019-136B-4EE0-AEFA-90A2E860BCFF}"/>
    <pc:docChg chg="undo custSel modSld modMainMaster">
      <pc:chgData name="Luiza Briana Grether" userId="33b05ef5-dde0-4e2c-af71-3f0410b5559e" providerId="ADAL" clId="{533DA019-136B-4EE0-AEFA-90A2E860BCFF}" dt="2024-12-15T22:04:15.182" v="146" actId="20577"/>
      <pc:docMkLst>
        <pc:docMk/>
      </pc:docMkLst>
      <pc:sldChg chg="addSp delSp modSp mod chgLayout">
        <pc:chgData name="Luiza Briana Grether" userId="33b05ef5-dde0-4e2c-af71-3f0410b5559e" providerId="ADAL" clId="{533DA019-136B-4EE0-AEFA-90A2E860BCFF}" dt="2024-12-13T20:10:45.989" v="99" actId="6264"/>
        <pc:sldMkLst>
          <pc:docMk/>
          <pc:sldMk cId="1019073360" sldId="256"/>
        </pc:sldMkLst>
        <pc:spChg chg="del mod">
          <ac:chgData name="Luiza Briana Grether" userId="33b05ef5-dde0-4e2c-af71-3f0410b5559e" providerId="ADAL" clId="{533DA019-136B-4EE0-AEFA-90A2E860BCFF}" dt="2024-12-13T20:10:45.989" v="99" actId="6264"/>
          <ac:spMkLst>
            <pc:docMk/>
            <pc:sldMk cId="1019073360" sldId="256"/>
            <ac:spMk id="2" creationId="{54D59E08-84F5-CECF-610A-A2F35852FD8D}"/>
          </ac:spMkLst>
        </pc:spChg>
        <pc:spChg chg="del mod">
          <ac:chgData name="Luiza Briana Grether" userId="33b05ef5-dde0-4e2c-af71-3f0410b5559e" providerId="ADAL" clId="{533DA019-136B-4EE0-AEFA-90A2E860BCFF}" dt="2024-12-13T20:10:45.989" v="99" actId="6264"/>
          <ac:spMkLst>
            <pc:docMk/>
            <pc:sldMk cId="1019073360" sldId="256"/>
            <ac:spMk id="3" creationId="{79621D4E-8B01-EF3C-1600-0437E299BE13}"/>
          </ac:spMkLst>
        </pc:spChg>
        <pc:spChg chg="add mod ord">
          <ac:chgData name="Luiza Briana Grether" userId="33b05ef5-dde0-4e2c-af71-3f0410b5559e" providerId="ADAL" clId="{533DA019-136B-4EE0-AEFA-90A2E860BCFF}" dt="2024-12-13T20:10:45.989" v="99" actId="6264"/>
          <ac:spMkLst>
            <pc:docMk/>
            <pc:sldMk cId="1019073360" sldId="256"/>
            <ac:spMk id="8" creationId="{FAED3543-390F-0635-0FA1-35975A2F4FAA}"/>
          </ac:spMkLst>
        </pc:spChg>
        <pc:spChg chg="add mod ord">
          <ac:chgData name="Luiza Briana Grether" userId="33b05ef5-dde0-4e2c-af71-3f0410b5559e" providerId="ADAL" clId="{533DA019-136B-4EE0-AEFA-90A2E860BCFF}" dt="2024-12-13T20:10:45.989" v="99" actId="6264"/>
          <ac:spMkLst>
            <pc:docMk/>
            <pc:sldMk cId="1019073360" sldId="256"/>
            <ac:spMk id="9" creationId="{52E09D41-F386-1A51-D0BF-BFCBDFCB480E}"/>
          </ac:spMkLst>
        </pc:spChg>
        <pc:picChg chg="add del mod">
          <ac:chgData name="Luiza Briana Grether" userId="33b05ef5-dde0-4e2c-af71-3f0410b5559e" providerId="ADAL" clId="{533DA019-136B-4EE0-AEFA-90A2E860BCFF}" dt="2024-12-13T19:06:25.063" v="53" actId="478"/>
          <ac:picMkLst>
            <pc:docMk/>
            <pc:sldMk cId="1019073360" sldId="256"/>
            <ac:picMk id="5" creationId="{12C53069-9F90-DCCD-82D3-E6AA74DA5BC4}"/>
          </ac:picMkLst>
        </pc:picChg>
        <pc:picChg chg="add del mod ord">
          <ac:chgData name="Luiza Briana Grether" userId="33b05ef5-dde0-4e2c-af71-3f0410b5559e" providerId="ADAL" clId="{533DA019-136B-4EE0-AEFA-90A2E860BCFF}" dt="2024-12-13T20:08:49.288" v="83" actId="478"/>
          <ac:picMkLst>
            <pc:docMk/>
            <pc:sldMk cId="1019073360" sldId="256"/>
            <ac:picMk id="5" creationId="{C9414001-C80C-23BF-33B9-83315721F892}"/>
          </ac:picMkLst>
        </pc:picChg>
        <pc:picChg chg="add mod ord">
          <ac:chgData name="Luiza Briana Grether" userId="33b05ef5-dde0-4e2c-af71-3f0410b5559e" providerId="ADAL" clId="{533DA019-136B-4EE0-AEFA-90A2E860BCFF}" dt="2024-12-13T20:08:53.696" v="86" actId="27614"/>
          <ac:picMkLst>
            <pc:docMk/>
            <pc:sldMk cId="1019073360" sldId="256"/>
            <ac:picMk id="7" creationId="{B1A437BB-8B04-1FA0-5A73-79466487A44C}"/>
          </ac:picMkLst>
        </pc:picChg>
        <pc:picChg chg="add del mod">
          <ac:chgData name="Luiza Briana Grether" userId="33b05ef5-dde0-4e2c-af71-3f0410b5559e" providerId="ADAL" clId="{533DA019-136B-4EE0-AEFA-90A2E860BCFF}" dt="2024-12-13T19:06:55.685" v="56" actId="478"/>
          <ac:picMkLst>
            <pc:docMk/>
            <pc:sldMk cId="1019073360" sldId="256"/>
            <ac:picMk id="7" creationId="{CAA9650F-08EA-970B-1D06-613391916719}"/>
          </ac:picMkLst>
        </pc:picChg>
        <pc:picChg chg="add del mod">
          <ac:chgData name="Luiza Briana Grether" userId="33b05ef5-dde0-4e2c-af71-3f0410b5559e" providerId="ADAL" clId="{533DA019-136B-4EE0-AEFA-90A2E860BCFF}" dt="2024-12-13T19:07:02.878" v="59" actId="478"/>
          <ac:picMkLst>
            <pc:docMk/>
            <pc:sldMk cId="1019073360" sldId="256"/>
            <ac:picMk id="9" creationId="{4073AB77-F1DA-2C70-AFE9-FB68D093960D}"/>
          </ac:picMkLst>
        </pc:picChg>
        <pc:picChg chg="add del mod">
          <ac:chgData name="Luiza Briana Grether" userId="33b05ef5-dde0-4e2c-af71-3f0410b5559e" providerId="ADAL" clId="{533DA019-136B-4EE0-AEFA-90A2E860BCFF}" dt="2024-12-13T19:07:06.213" v="61" actId="478"/>
          <ac:picMkLst>
            <pc:docMk/>
            <pc:sldMk cId="1019073360" sldId="256"/>
            <ac:picMk id="11" creationId="{9D863831-E3ED-6A69-2C84-B819BD339FAA}"/>
          </ac:picMkLst>
        </pc:picChg>
        <pc:picChg chg="add del mod">
          <ac:chgData name="Luiza Briana Grether" userId="33b05ef5-dde0-4e2c-af71-3f0410b5559e" providerId="ADAL" clId="{533DA019-136B-4EE0-AEFA-90A2E860BCFF}" dt="2024-12-13T19:07:12.223" v="64" actId="478"/>
          <ac:picMkLst>
            <pc:docMk/>
            <pc:sldMk cId="1019073360" sldId="256"/>
            <ac:picMk id="13" creationId="{A95B874C-93AA-D541-BAE0-FE43D41E1D0B}"/>
          </ac:picMkLst>
        </pc:picChg>
        <pc:picChg chg="add del mod">
          <ac:chgData name="Luiza Briana Grether" userId="33b05ef5-dde0-4e2c-af71-3f0410b5559e" providerId="ADAL" clId="{533DA019-136B-4EE0-AEFA-90A2E860BCFF}" dt="2024-12-13T19:07:18.414" v="67" actId="478"/>
          <ac:picMkLst>
            <pc:docMk/>
            <pc:sldMk cId="1019073360" sldId="256"/>
            <ac:picMk id="15" creationId="{CC5D72BA-6262-29AE-46BB-F51BEF1D009C}"/>
          </ac:picMkLst>
        </pc:picChg>
        <pc:picChg chg="add del mod">
          <ac:chgData name="Luiza Briana Grether" userId="33b05ef5-dde0-4e2c-af71-3f0410b5559e" providerId="ADAL" clId="{533DA019-136B-4EE0-AEFA-90A2E860BCFF}" dt="2024-12-13T20:08:30.446" v="71" actId="478"/>
          <ac:picMkLst>
            <pc:docMk/>
            <pc:sldMk cId="1019073360" sldId="256"/>
            <ac:picMk id="17" creationId="{8BD53A83-DBC5-9E1F-877C-DB77677CBE35}"/>
          </ac:picMkLst>
        </pc:picChg>
      </pc:sldChg>
      <pc:sldChg chg="addSp delSp modSp mod">
        <pc:chgData name="Luiza Briana Grether" userId="33b05ef5-dde0-4e2c-af71-3f0410b5559e" providerId="ADAL" clId="{533DA019-136B-4EE0-AEFA-90A2E860BCFF}" dt="2024-12-15T22:04:15.182" v="146" actId="20577"/>
        <pc:sldMkLst>
          <pc:docMk/>
          <pc:sldMk cId="2584547635" sldId="265"/>
        </pc:sldMkLst>
        <pc:spChg chg="del">
          <ac:chgData name="Luiza Briana Grether" userId="33b05ef5-dde0-4e2c-af71-3f0410b5559e" providerId="ADAL" clId="{533DA019-136B-4EE0-AEFA-90A2E860BCFF}" dt="2024-12-15T22:03:32.312" v="100"/>
          <ac:spMkLst>
            <pc:docMk/>
            <pc:sldMk cId="2584547635" sldId="265"/>
            <ac:spMk id="5" creationId="{8CA8999B-E6A1-D4CC-5EC1-BDEF59175A5D}"/>
          </ac:spMkLst>
        </pc:spChg>
        <pc:spChg chg="mod">
          <ac:chgData name="Luiza Briana Grether" userId="33b05ef5-dde0-4e2c-af71-3f0410b5559e" providerId="ADAL" clId="{533DA019-136B-4EE0-AEFA-90A2E860BCFF}" dt="2024-12-15T22:04:08.013" v="144" actId="20577"/>
          <ac:spMkLst>
            <pc:docMk/>
            <pc:sldMk cId="2584547635" sldId="265"/>
            <ac:spMk id="6" creationId="{A0D53907-C4C0-B3DE-457A-5B5D5C3B662A}"/>
          </ac:spMkLst>
        </pc:spChg>
        <pc:spChg chg="mod">
          <ac:chgData name="Luiza Briana Grether" userId="33b05ef5-dde0-4e2c-af71-3f0410b5559e" providerId="ADAL" clId="{533DA019-136B-4EE0-AEFA-90A2E860BCFF}" dt="2024-12-15T22:03:38.415" v="113" actId="20577"/>
          <ac:spMkLst>
            <pc:docMk/>
            <pc:sldMk cId="2584547635" sldId="265"/>
            <ac:spMk id="7" creationId="{3384CC13-F93D-FFC0-E47F-32C08DA8388B}"/>
          </ac:spMkLst>
        </pc:spChg>
        <pc:spChg chg="del">
          <ac:chgData name="Luiza Briana Grether" userId="33b05ef5-dde0-4e2c-af71-3f0410b5559e" providerId="ADAL" clId="{533DA019-136B-4EE0-AEFA-90A2E860BCFF}" dt="2024-12-15T22:03:34.054" v="101"/>
          <ac:spMkLst>
            <pc:docMk/>
            <pc:sldMk cId="2584547635" sldId="265"/>
            <ac:spMk id="8" creationId="{C34C45D9-BE38-122D-2911-6C2EF3F41001}"/>
          </ac:spMkLst>
        </pc:spChg>
        <pc:spChg chg="mod">
          <ac:chgData name="Luiza Briana Grether" userId="33b05ef5-dde0-4e2c-af71-3f0410b5559e" providerId="ADAL" clId="{533DA019-136B-4EE0-AEFA-90A2E860BCFF}" dt="2024-12-15T22:04:15.182" v="146" actId="20577"/>
          <ac:spMkLst>
            <pc:docMk/>
            <pc:sldMk cId="2584547635" sldId="265"/>
            <ac:spMk id="9" creationId="{DDF77502-8193-D651-F33D-59CE5A6070CB}"/>
          </ac:spMkLst>
        </pc:spChg>
        <pc:picChg chg="add mod">
          <ac:chgData name="Luiza Briana Grether" userId="33b05ef5-dde0-4e2c-af71-3f0410b5559e" providerId="ADAL" clId="{533DA019-136B-4EE0-AEFA-90A2E860BCFF}" dt="2024-12-15T22:03:34.793" v="104" actId="27614"/>
          <ac:picMkLst>
            <pc:docMk/>
            <pc:sldMk cId="2584547635" sldId="265"/>
            <ac:picMk id="3" creationId="{1E9C52A9-854A-7D65-2653-800AF11ABB67}"/>
          </ac:picMkLst>
        </pc:picChg>
        <pc:picChg chg="add mod">
          <ac:chgData name="Luiza Briana Grether" userId="33b05ef5-dde0-4e2c-af71-3f0410b5559e" providerId="ADAL" clId="{533DA019-136B-4EE0-AEFA-90A2E860BCFF}" dt="2024-12-15T22:03:34.791" v="102" actId="27614"/>
          <ac:picMkLst>
            <pc:docMk/>
            <pc:sldMk cId="2584547635" sldId="265"/>
            <ac:picMk id="10" creationId="{D17F82E3-B808-FF9E-E389-427B693DF5BC}"/>
          </ac:picMkLst>
        </pc:picChg>
      </pc:sldChg>
      <pc:sldMasterChg chg="modSldLayout">
        <pc:chgData name="Luiza Briana Grether" userId="33b05ef5-dde0-4e2c-af71-3f0410b5559e" providerId="ADAL" clId="{533DA019-136B-4EE0-AEFA-90A2E860BCFF}" dt="2024-12-13T20:10:37.280" v="98"/>
        <pc:sldMasterMkLst>
          <pc:docMk/>
          <pc:sldMasterMk cId="3332300950" sldId="2147483648"/>
        </pc:sldMasterMkLst>
        <pc:sldLayoutChg chg="addSp delSp modSp mod">
          <pc:chgData name="Luiza Briana Grether" userId="33b05ef5-dde0-4e2c-af71-3f0410b5559e" providerId="ADAL" clId="{533DA019-136B-4EE0-AEFA-90A2E860BCFF}" dt="2024-12-13T20:10:37.280" v="98"/>
          <pc:sldLayoutMkLst>
            <pc:docMk/>
            <pc:sldMasterMk cId="3332300950" sldId="2147483648"/>
            <pc:sldLayoutMk cId="2107256044" sldId="2147483649"/>
          </pc:sldLayoutMkLst>
          <pc:spChg chg="add mod">
            <ac:chgData name="Luiza Briana Grether" userId="33b05ef5-dde0-4e2c-af71-3f0410b5559e" providerId="ADAL" clId="{533DA019-136B-4EE0-AEFA-90A2E860BCFF}" dt="2024-12-13T20:10:37.280" v="98"/>
            <ac:spMkLst>
              <pc:docMk/>
              <pc:sldMasterMk cId="3332300950" sldId="2147483648"/>
              <pc:sldLayoutMk cId="2107256044" sldId="2147483649"/>
              <ac:spMk id="4" creationId="{CB63E01A-E997-00B2-37CE-16D1B3EFBC28}"/>
            </ac:spMkLst>
          </pc:spChg>
          <pc:spChg chg="add mod">
            <ac:chgData name="Luiza Briana Grether" userId="33b05ef5-dde0-4e2c-af71-3f0410b5559e" providerId="ADAL" clId="{533DA019-136B-4EE0-AEFA-90A2E860BCFF}" dt="2024-12-13T20:10:37.280" v="98"/>
            <ac:spMkLst>
              <pc:docMk/>
              <pc:sldMasterMk cId="3332300950" sldId="2147483648"/>
              <pc:sldLayoutMk cId="2107256044" sldId="2147483649"/>
              <ac:spMk id="5" creationId="{F347EB79-D968-BF25-8114-157F7F28DA97}"/>
            </ac:spMkLst>
          </pc:spChg>
          <pc:spChg chg="del mod">
            <ac:chgData name="Luiza Briana Grether" userId="33b05ef5-dde0-4e2c-af71-3f0410b5559e" providerId="ADAL" clId="{533DA019-136B-4EE0-AEFA-90A2E860BCFF}" dt="2024-12-13T20:10:36.401" v="97" actId="478"/>
            <ac:spMkLst>
              <pc:docMk/>
              <pc:sldMasterMk cId="3332300950" sldId="2147483648"/>
              <pc:sldLayoutMk cId="2107256044" sldId="2147483649"/>
              <ac:spMk id="15" creationId="{12E8F8BF-42DE-9716-618E-A5A7BB6D16AF}"/>
            </ac:spMkLst>
          </pc:spChg>
          <pc:spChg chg="del mod">
            <ac:chgData name="Luiza Briana Grether" userId="33b05ef5-dde0-4e2c-af71-3f0410b5559e" providerId="ADAL" clId="{533DA019-136B-4EE0-AEFA-90A2E860BCFF}" dt="2024-12-13T20:10:36.401" v="97" actId="478"/>
            <ac:spMkLst>
              <pc:docMk/>
              <pc:sldMasterMk cId="3332300950" sldId="2147483648"/>
              <pc:sldLayoutMk cId="2107256044" sldId="2147483649"/>
              <ac:spMk id="17" creationId="{18F21C96-5697-1E98-68C2-DF5DC2A400A3}"/>
            </ac:spMkLst>
          </pc:spChg>
          <pc:picChg chg="add mod ord">
            <ac:chgData name="Luiza Briana Grether" userId="33b05ef5-dde0-4e2c-af71-3f0410b5559e" providerId="ADAL" clId="{533DA019-136B-4EE0-AEFA-90A2E860BCFF}" dt="2024-12-13T20:10:19.755" v="94" actId="167"/>
            <ac:picMkLst>
              <pc:docMk/>
              <pc:sldMasterMk cId="3332300950" sldId="2147483648"/>
              <pc:sldLayoutMk cId="2107256044" sldId="2147483649"/>
              <ac:picMk id="3" creationId="{43927696-89E5-0A31-A594-E39526A3949A}"/>
            </ac:picMkLst>
          </pc:picChg>
          <pc:picChg chg="del">
            <ac:chgData name="Luiza Briana Grether" userId="33b05ef5-dde0-4e2c-af71-3f0410b5559e" providerId="ADAL" clId="{533DA019-136B-4EE0-AEFA-90A2E860BCFF}" dt="2024-12-13T20:10:21.008" v="95" actId="478"/>
            <ac:picMkLst>
              <pc:docMk/>
              <pc:sldMasterMk cId="3332300950" sldId="2147483648"/>
              <pc:sldLayoutMk cId="2107256044" sldId="2147483649"/>
              <ac:picMk id="10" creationId="{50A30DE6-C707-3F8B-F58B-4B2299E0BEE4}"/>
            </ac:picMkLst>
          </pc:picChg>
        </pc:sldLayoutChg>
        <pc:sldLayoutChg chg="addSp delSp modSp mod">
          <pc:chgData name="Luiza Briana Grether" userId="33b05ef5-dde0-4e2c-af71-3f0410b5559e" providerId="ADAL" clId="{533DA019-136B-4EE0-AEFA-90A2E860BCFF}" dt="2024-12-12T19:36:26.045" v="4" actId="478"/>
          <pc:sldLayoutMkLst>
            <pc:docMk/>
            <pc:sldMasterMk cId="3332300950" sldId="2147483648"/>
            <pc:sldLayoutMk cId="254971135" sldId="2147483653"/>
          </pc:sldLayoutMkLst>
          <pc:picChg chg="del">
            <ac:chgData name="Luiza Briana Grether" userId="33b05ef5-dde0-4e2c-af71-3f0410b5559e" providerId="ADAL" clId="{533DA019-136B-4EE0-AEFA-90A2E860BCFF}" dt="2024-12-12T19:36:26.045" v="4" actId="478"/>
            <ac:picMkLst>
              <pc:docMk/>
              <pc:sldMasterMk cId="3332300950" sldId="2147483648"/>
              <pc:sldLayoutMk cId="254971135" sldId="2147483653"/>
              <ac:picMk id="3" creationId="{7601EF98-EDDC-26AB-CA58-89F0ADFEE395}"/>
            </ac:picMkLst>
          </pc:picChg>
          <pc:picChg chg="add mod ord">
            <ac:chgData name="Luiza Briana Grether" userId="33b05ef5-dde0-4e2c-af71-3f0410b5559e" providerId="ADAL" clId="{533DA019-136B-4EE0-AEFA-90A2E860BCFF}" dt="2024-12-12T19:36:25.117" v="3" actId="167"/>
            <ac:picMkLst>
              <pc:docMk/>
              <pc:sldMasterMk cId="3332300950" sldId="2147483648"/>
              <pc:sldLayoutMk cId="254971135" sldId="2147483653"/>
              <ac:picMk id="4" creationId="{C4DFA60D-876E-FE77-AB59-4272D91B6913}"/>
            </ac:picMkLst>
          </pc:picChg>
        </pc:sldLayoutChg>
        <pc:sldLayoutChg chg="addSp delSp modSp mod">
          <pc:chgData name="Luiza Briana Grether" userId="33b05ef5-dde0-4e2c-af71-3f0410b5559e" providerId="ADAL" clId="{533DA019-136B-4EE0-AEFA-90A2E860BCFF}" dt="2024-12-12T19:36:40.020" v="9" actId="478"/>
          <pc:sldLayoutMkLst>
            <pc:docMk/>
            <pc:sldMasterMk cId="3332300950" sldId="2147483648"/>
            <pc:sldLayoutMk cId="888269426" sldId="2147483656"/>
          </pc:sldLayoutMkLst>
          <pc:picChg chg="del">
            <ac:chgData name="Luiza Briana Grether" userId="33b05ef5-dde0-4e2c-af71-3f0410b5559e" providerId="ADAL" clId="{533DA019-136B-4EE0-AEFA-90A2E860BCFF}" dt="2024-12-12T19:36:40.020" v="9" actId="478"/>
            <ac:picMkLst>
              <pc:docMk/>
              <pc:sldMasterMk cId="3332300950" sldId="2147483648"/>
              <pc:sldLayoutMk cId="888269426" sldId="2147483656"/>
              <ac:picMk id="3" creationId="{1E529531-4C7F-C04F-4FFB-8320297365B6}"/>
            </ac:picMkLst>
          </pc:picChg>
          <pc:picChg chg="add mod ord">
            <ac:chgData name="Luiza Briana Grether" userId="33b05ef5-dde0-4e2c-af71-3f0410b5559e" providerId="ADAL" clId="{533DA019-136B-4EE0-AEFA-90A2E860BCFF}" dt="2024-12-12T19:36:38.526" v="8" actId="167"/>
            <ac:picMkLst>
              <pc:docMk/>
              <pc:sldMasterMk cId="3332300950" sldId="2147483648"/>
              <pc:sldLayoutMk cId="888269426" sldId="2147483656"/>
              <ac:picMk id="4" creationId="{C4C26335-B161-31E5-52FA-5B68174C4A76}"/>
            </ac:picMkLst>
          </pc:picChg>
        </pc:sldLayoutChg>
        <pc:sldLayoutChg chg="addSp delSp modSp mod">
          <pc:chgData name="Luiza Briana Grether" userId="33b05ef5-dde0-4e2c-af71-3f0410b5559e" providerId="ADAL" clId="{533DA019-136B-4EE0-AEFA-90A2E860BCFF}" dt="2024-12-12T19:36:47.589" v="13" actId="478"/>
          <pc:sldLayoutMkLst>
            <pc:docMk/>
            <pc:sldMasterMk cId="3332300950" sldId="2147483648"/>
            <pc:sldLayoutMk cId="2057250987" sldId="2147483657"/>
          </pc:sldLayoutMkLst>
          <pc:picChg chg="add del mod">
            <ac:chgData name="Luiza Briana Grether" userId="33b05ef5-dde0-4e2c-af71-3f0410b5559e" providerId="ADAL" clId="{533DA019-136B-4EE0-AEFA-90A2E860BCFF}" dt="2024-12-12T19:36:47.589" v="13" actId="478"/>
            <ac:picMkLst>
              <pc:docMk/>
              <pc:sldMasterMk cId="3332300950" sldId="2147483648"/>
              <pc:sldLayoutMk cId="2057250987" sldId="2147483657"/>
              <ac:picMk id="3" creationId="{F2D5991C-474C-3CBF-A523-B883077E75EF}"/>
            </ac:picMkLst>
          </pc:picChg>
        </pc:sldLayoutChg>
        <pc:sldLayoutChg chg="addSp delSp modSp mod">
          <pc:chgData name="Luiza Briana Grether" userId="33b05ef5-dde0-4e2c-af71-3f0410b5559e" providerId="ADAL" clId="{533DA019-136B-4EE0-AEFA-90A2E860BCFF}" dt="2024-12-12T19:36:58.765" v="20" actId="478"/>
          <pc:sldLayoutMkLst>
            <pc:docMk/>
            <pc:sldMasterMk cId="3332300950" sldId="2147483648"/>
            <pc:sldLayoutMk cId="1640369259" sldId="2147483658"/>
          </pc:sldLayoutMkLst>
          <pc:picChg chg="del">
            <ac:chgData name="Luiza Briana Grether" userId="33b05ef5-dde0-4e2c-af71-3f0410b5559e" providerId="ADAL" clId="{533DA019-136B-4EE0-AEFA-90A2E860BCFF}" dt="2024-12-12T19:36:58.765" v="20" actId="478"/>
            <ac:picMkLst>
              <pc:docMk/>
              <pc:sldMasterMk cId="3332300950" sldId="2147483648"/>
              <pc:sldLayoutMk cId="1640369259" sldId="2147483658"/>
              <ac:picMk id="4" creationId="{F14926D5-0CC2-5683-6D64-0F9824B4412D}"/>
            </ac:picMkLst>
          </pc:picChg>
          <pc:picChg chg="add del mod ord">
            <ac:chgData name="Luiza Briana Grether" userId="33b05ef5-dde0-4e2c-af71-3f0410b5559e" providerId="ADAL" clId="{533DA019-136B-4EE0-AEFA-90A2E860BCFF}" dt="2024-12-12T19:36:56.704" v="19" actId="478"/>
            <ac:picMkLst>
              <pc:docMk/>
              <pc:sldMasterMk cId="3332300950" sldId="2147483648"/>
              <pc:sldLayoutMk cId="1640369259" sldId="2147483658"/>
              <ac:picMk id="5" creationId="{714F9AFB-B231-6D64-EA20-D83AABA45864}"/>
            </ac:picMkLst>
          </pc:picChg>
        </pc:sldLayoutChg>
        <pc:sldLayoutChg chg="addSp delSp modSp mod">
          <pc:chgData name="Luiza Briana Grether" userId="33b05ef5-dde0-4e2c-af71-3f0410b5559e" providerId="ADAL" clId="{533DA019-136B-4EE0-AEFA-90A2E860BCFF}" dt="2024-12-12T19:37:07.060" v="25" actId="478"/>
          <pc:sldLayoutMkLst>
            <pc:docMk/>
            <pc:sldMasterMk cId="3332300950" sldId="2147483648"/>
            <pc:sldLayoutMk cId="692723080" sldId="2147483659"/>
          </pc:sldLayoutMkLst>
          <pc:picChg chg="del">
            <ac:chgData name="Luiza Briana Grether" userId="33b05ef5-dde0-4e2c-af71-3f0410b5559e" providerId="ADAL" clId="{533DA019-136B-4EE0-AEFA-90A2E860BCFF}" dt="2024-12-12T19:37:07.060" v="25" actId="478"/>
            <ac:picMkLst>
              <pc:docMk/>
              <pc:sldMasterMk cId="3332300950" sldId="2147483648"/>
              <pc:sldLayoutMk cId="692723080" sldId="2147483659"/>
              <ac:picMk id="3" creationId="{B8122732-F360-7C44-731C-DF5664C3FEC9}"/>
            </ac:picMkLst>
          </pc:picChg>
          <pc:picChg chg="add mod ord">
            <ac:chgData name="Luiza Briana Grether" userId="33b05ef5-dde0-4e2c-af71-3f0410b5559e" providerId="ADAL" clId="{533DA019-136B-4EE0-AEFA-90A2E860BCFF}" dt="2024-12-12T19:37:05.938" v="24" actId="167"/>
            <ac:picMkLst>
              <pc:docMk/>
              <pc:sldMasterMk cId="3332300950" sldId="2147483648"/>
              <pc:sldLayoutMk cId="692723080" sldId="2147483659"/>
              <ac:picMk id="4" creationId="{A57C6209-03F4-5A14-0447-1CC2C610A550}"/>
            </ac:picMkLst>
          </pc:picChg>
        </pc:sldLayoutChg>
        <pc:sldLayoutChg chg="addSp delSp modSp mod">
          <pc:chgData name="Luiza Briana Grether" userId="33b05ef5-dde0-4e2c-af71-3f0410b5559e" providerId="ADAL" clId="{533DA019-136B-4EE0-AEFA-90A2E860BCFF}" dt="2024-12-12T19:37:16.028" v="30" actId="478"/>
          <pc:sldLayoutMkLst>
            <pc:docMk/>
            <pc:sldMasterMk cId="3332300950" sldId="2147483648"/>
            <pc:sldLayoutMk cId="372511665" sldId="2147483661"/>
          </pc:sldLayoutMkLst>
          <pc:picChg chg="del">
            <ac:chgData name="Luiza Briana Grether" userId="33b05ef5-dde0-4e2c-af71-3f0410b5559e" providerId="ADAL" clId="{533DA019-136B-4EE0-AEFA-90A2E860BCFF}" dt="2024-12-12T19:37:16.028" v="30" actId="478"/>
            <ac:picMkLst>
              <pc:docMk/>
              <pc:sldMasterMk cId="3332300950" sldId="2147483648"/>
              <pc:sldLayoutMk cId="372511665" sldId="2147483661"/>
              <ac:picMk id="3" creationId="{C67A9253-1BE4-0484-41D5-3E303C177256}"/>
            </ac:picMkLst>
          </pc:picChg>
          <pc:picChg chg="add mod ord">
            <ac:chgData name="Luiza Briana Grether" userId="33b05ef5-dde0-4e2c-af71-3f0410b5559e" providerId="ADAL" clId="{533DA019-136B-4EE0-AEFA-90A2E860BCFF}" dt="2024-12-12T19:37:14.804" v="29" actId="167"/>
            <ac:picMkLst>
              <pc:docMk/>
              <pc:sldMasterMk cId="3332300950" sldId="2147483648"/>
              <pc:sldLayoutMk cId="372511665" sldId="2147483661"/>
              <ac:picMk id="4" creationId="{AE1894C7-E86B-3299-1067-CE4EC13C690E}"/>
            </ac:picMkLst>
          </pc:picChg>
        </pc:sldLayoutChg>
        <pc:sldLayoutChg chg="addSp delSp modSp mod">
          <pc:chgData name="Luiza Briana Grether" userId="33b05ef5-dde0-4e2c-af71-3f0410b5559e" providerId="ADAL" clId="{533DA019-136B-4EE0-AEFA-90A2E860BCFF}" dt="2024-12-12T19:37:26.341" v="35" actId="478"/>
          <pc:sldLayoutMkLst>
            <pc:docMk/>
            <pc:sldMasterMk cId="3332300950" sldId="2147483648"/>
            <pc:sldLayoutMk cId="875419224" sldId="2147483662"/>
          </pc:sldLayoutMkLst>
          <pc:picChg chg="del">
            <ac:chgData name="Luiza Briana Grether" userId="33b05ef5-dde0-4e2c-af71-3f0410b5559e" providerId="ADAL" clId="{533DA019-136B-4EE0-AEFA-90A2E860BCFF}" dt="2024-12-12T19:37:26.341" v="35" actId="478"/>
            <ac:picMkLst>
              <pc:docMk/>
              <pc:sldMasterMk cId="3332300950" sldId="2147483648"/>
              <pc:sldLayoutMk cId="875419224" sldId="2147483662"/>
              <ac:picMk id="3" creationId="{606A0E38-C86D-98B5-87A2-52DB7FD56B2D}"/>
            </ac:picMkLst>
          </pc:picChg>
          <pc:picChg chg="add mod ord">
            <ac:chgData name="Luiza Briana Grether" userId="33b05ef5-dde0-4e2c-af71-3f0410b5559e" providerId="ADAL" clId="{533DA019-136B-4EE0-AEFA-90A2E860BCFF}" dt="2024-12-12T19:37:25.557" v="34" actId="167"/>
            <ac:picMkLst>
              <pc:docMk/>
              <pc:sldMasterMk cId="3332300950" sldId="2147483648"/>
              <pc:sldLayoutMk cId="875419224" sldId="2147483662"/>
              <ac:picMk id="4" creationId="{CFAA60E7-B119-DB5D-A065-8CD2757A5164}"/>
            </ac:picMkLst>
          </pc:picChg>
        </pc:sldLayoutChg>
        <pc:sldLayoutChg chg="addSp delSp modSp mod">
          <pc:chgData name="Luiza Briana Grether" userId="33b05ef5-dde0-4e2c-af71-3f0410b5559e" providerId="ADAL" clId="{533DA019-136B-4EE0-AEFA-90A2E860BCFF}" dt="2024-12-12T19:37:31.884" v="40" actId="478"/>
          <pc:sldLayoutMkLst>
            <pc:docMk/>
            <pc:sldMasterMk cId="3332300950" sldId="2147483648"/>
            <pc:sldLayoutMk cId="1156684718" sldId="2147483663"/>
          </pc:sldLayoutMkLst>
          <pc:picChg chg="add mod ord">
            <ac:chgData name="Luiza Briana Grether" userId="33b05ef5-dde0-4e2c-af71-3f0410b5559e" providerId="ADAL" clId="{533DA019-136B-4EE0-AEFA-90A2E860BCFF}" dt="2024-12-12T19:37:31.088" v="39" actId="167"/>
            <ac:picMkLst>
              <pc:docMk/>
              <pc:sldMasterMk cId="3332300950" sldId="2147483648"/>
              <pc:sldLayoutMk cId="1156684718" sldId="2147483663"/>
              <ac:picMk id="3" creationId="{17E60CEA-D571-5680-E6D8-9DA6E7B9475F}"/>
            </ac:picMkLst>
          </pc:picChg>
          <pc:picChg chg="del">
            <ac:chgData name="Luiza Briana Grether" userId="33b05ef5-dde0-4e2c-af71-3f0410b5559e" providerId="ADAL" clId="{533DA019-136B-4EE0-AEFA-90A2E860BCFF}" dt="2024-12-12T19:37:31.884" v="40" actId="478"/>
            <ac:picMkLst>
              <pc:docMk/>
              <pc:sldMasterMk cId="3332300950" sldId="2147483648"/>
              <pc:sldLayoutMk cId="1156684718" sldId="2147483663"/>
              <ac:picMk id="6" creationId="{7702DCDD-196F-F4D7-FBD2-B4DADF1DE57C}"/>
            </ac:picMkLst>
          </pc:picChg>
        </pc:sldLayoutChg>
        <pc:sldLayoutChg chg="addSp delSp modSp mod">
          <pc:chgData name="Luiza Briana Grether" userId="33b05ef5-dde0-4e2c-af71-3f0410b5559e" providerId="ADAL" clId="{533DA019-136B-4EE0-AEFA-90A2E860BCFF}" dt="2024-12-12T19:37:38.916" v="45" actId="478"/>
          <pc:sldLayoutMkLst>
            <pc:docMk/>
            <pc:sldMasterMk cId="3332300950" sldId="2147483648"/>
            <pc:sldLayoutMk cId="2537778495" sldId="2147483664"/>
          </pc:sldLayoutMkLst>
          <pc:picChg chg="add mod ord">
            <ac:chgData name="Luiza Briana Grether" userId="33b05ef5-dde0-4e2c-af71-3f0410b5559e" providerId="ADAL" clId="{533DA019-136B-4EE0-AEFA-90A2E860BCFF}" dt="2024-12-12T19:37:38.120" v="44" actId="167"/>
            <ac:picMkLst>
              <pc:docMk/>
              <pc:sldMasterMk cId="3332300950" sldId="2147483648"/>
              <pc:sldLayoutMk cId="2537778495" sldId="2147483664"/>
              <ac:picMk id="3" creationId="{6082B716-AAFD-8BF4-2997-E8290D278321}"/>
            </ac:picMkLst>
          </pc:picChg>
          <pc:picChg chg="del">
            <ac:chgData name="Luiza Briana Grether" userId="33b05ef5-dde0-4e2c-af71-3f0410b5559e" providerId="ADAL" clId="{533DA019-136B-4EE0-AEFA-90A2E860BCFF}" dt="2024-12-12T19:37:38.916" v="45" actId="478"/>
            <ac:picMkLst>
              <pc:docMk/>
              <pc:sldMasterMk cId="3332300950" sldId="2147483648"/>
              <pc:sldLayoutMk cId="2537778495" sldId="2147483664"/>
              <ac:picMk id="5" creationId="{CCF5E8F2-BF8C-73D3-5D84-6632C5DBA5BB}"/>
            </ac:picMkLst>
          </pc:picChg>
        </pc:sldLayoutChg>
        <pc:sldLayoutChg chg="addSp delSp modSp mod">
          <pc:chgData name="Luiza Briana Grether" userId="33b05ef5-dde0-4e2c-af71-3f0410b5559e" providerId="ADAL" clId="{533DA019-136B-4EE0-AEFA-90A2E860BCFF}" dt="2024-12-12T19:37:43.796" v="50" actId="478"/>
          <pc:sldLayoutMkLst>
            <pc:docMk/>
            <pc:sldMasterMk cId="3332300950" sldId="2147483648"/>
            <pc:sldLayoutMk cId="2556291329" sldId="2147483665"/>
          </pc:sldLayoutMkLst>
          <pc:picChg chg="del">
            <ac:chgData name="Luiza Briana Grether" userId="33b05ef5-dde0-4e2c-af71-3f0410b5559e" providerId="ADAL" clId="{533DA019-136B-4EE0-AEFA-90A2E860BCFF}" dt="2024-12-12T19:37:43.796" v="50" actId="478"/>
            <ac:picMkLst>
              <pc:docMk/>
              <pc:sldMasterMk cId="3332300950" sldId="2147483648"/>
              <pc:sldLayoutMk cId="2556291329" sldId="2147483665"/>
              <ac:picMk id="3" creationId="{9A23A803-7D1C-417C-1D1E-A5EF3F01C81C}"/>
            </ac:picMkLst>
          </pc:picChg>
          <pc:picChg chg="add mod ord">
            <ac:chgData name="Luiza Briana Grether" userId="33b05ef5-dde0-4e2c-af71-3f0410b5559e" providerId="ADAL" clId="{533DA019-136B-4EE0-AEFA-90A2E860BCFF}" dt="2024-12-12T19:37:42.970" v="49" actId="167"/>
            <ac:picMkLst>
              <pc:docMk/>
              <pc:sldMasterMk cId="3332300950" sldId="2147483648"/>
              <pc:sldLayoutMk cId="2556291329" sldId="2147483665"/>
              <ac:picMk id="4" creationId="{381FD4C7-EC6D-BAC1-AC97-8ED361878CD9}"/>
            </ac:picMkLst>
          </pc:picChg>
        </pc:sldLayoutChg>
      </pc:sldMasterChg>
    </pc:docChg>
  </pc:docChgLst>
  <pc:docChgLst>
    <pc:chgData name="Luiza Briana Grether" userId="33b05ef5-dde0-4e2c-af71-3f0410b5559e" providerId="ADAL" clId="{1CDC849D-0C94-403A-9A3A-1595F5BFAE27}"/>
    <pc:docChg chg="custSel modMainMaster">
      <pc:chgData name="Luiza Briana Grether" userId="33b05ef5-dde0-4e2c-af71-3f0410b5559e" providerId="ADAL" clId="{1CDC849D-0C94-403A-9A3A-1595F5BFAE27}" dt="2024-12-12T19:01:47.392" v="80" actId="478"/>
      <pc:docMkLst>
        <pc:docMk/>
      </pc:docMkLst>
      <pc:sldMasterChg chg="modSldLayout">
        <pc:chgData name="Luiza Briana Grether" userId="33b05ef5-dde0-4e2c-af71-3f0410b5559e" providerId="ADAL" clId="{1CDC849D-0C94-403A-9A3A-1595F5BFAE27}" dt="2024-12-12T19:01:47.392" v="80" actId="478"/>
        <pc:sldMasterMkLst>
          <pc:docMk/>
          <pc:sldMasterMk cId="3332300950" sldId="2147483648"/>
        </pc:sldMasterMkLst>
        <pc:sldLayoutChg chg="addSp delSp modSp mod">
          <pc:chgData name="Luiza Briana Grether" userId="33b05ef5-dde0-4e2c-af71-3f0410b5559e" providerId="ADAL" clId="{1CDC849D-0C94-403A-9A3A-1595F5BFAE27}" dt="2024-12-12T18:56:57.370" v="9" actId="167"/>
          <pc:sldLayoutMkLst>
            <pc:docMk/>
            <pc:sldMasterMk cId="3332300950" sldId="2147483648"/>
            <pc:sldLayoutMk cId="2265314576" sldId="2147483650"/>
          </pc:sldLayoutMkLst>
          <pc:picChg chg="del">
            <ac:chgData name="Luiza Briana Grether" userId="33b05ef5-dde0-4e2c-af71-3f0410b5559e" providerId="ADAL" clId="{1CDC849D-0C94-403A-9A3A-1595F5BFAE27}" dt="2024-12-12T18:56:12.223" v="0" actId="478"/>
            <ac:picMkLst>
              <pc:docMk/>
              <pc:sldMasterMk cId="3332300950" sldId="2147483648"/>
              <pc:sldLayoutMk cId="2265314576" sldId="2147483650"/>
              <ac:picMk id="3" creationId="{955FEEAA-63B6-A82C-0F8B-BF5BA0D72E12}"/>
            </ac:picMkLst>
          </pc:picChg>
          <pc:picChg chg="add del mod ord">
            <ac:chgData name="Luiza Briana Grether" userId="33b05ef5-dde0-4e2c-af71-3f0410b5559e" providerId="ADAL" clId="{1CDC849D-0C94-403A-9A3A-1595F5BFAE27}" dt="2024-12-12T18:56:53.985" v="5" actId="478"/>
            <ac:picMkLst>
              <pc:docMk/>
              <pc:sldMasterMk cId="3332300950" sldId="2147483648"/>
              <pc:sldLayoutMk cId="2265314576" sldId="2147483650"/>
              <ac:picMk id="4" creationId="{D2DF98AC-AEC9-0E9B-0D57-A3F176199C72}"/>
            </ac:picMkLst>
          </pc:picChg>
          <pc:picChg chg="add mod ord">
            <ac:chgData name="Luiza Briana Grether" userId="33b05ef5-dde0-4e2c-af71-3f0410b5559e" providerId="ADAL" clId="{1CDC849D-0C94-403A-9A3A-1595F5BFAE27}" dt="2024-12-12T18:56:57.370" v="9" actId="167"/>
            <ac:picMkLst>
              <pc:docMk/>
              <pc:sldMasterMk cId="3332300950" sldId="2147483648"/>
              <pc:sldLayoutMk cId="2265314576" sldId="2147483650"/>
              <ac:picMk id="6" creationId="{09A88CA5-56E5-39AF-3D04-DC30323AF6A3}"/>
            </ac:picMkLst>
          </pc:picChg>
        </pc:sldLayoutChg>
        <pc:sldLayoutChg chg="addSp delSp modSp mod">
          <pc:chgData name="Luiza Briana Grether" userId="33b05ef5-dde0-4e2c-af71-3f0410b5559e" providerId="ADAL" clId="{1CDC849D-0C94-403A-9A3A-1595F5BFAE27}" dt="2024-12-12T18:57:07.492" v="14" actId="478"/>
          <pc:sldLayoutMkLst>
            <pc:docMk/>
            <pc:sldMasterMk cId="3332300950" sldId="2147483648"/>
            <pc:sldLayoutMk cId="2266555329" sldId="2147483652"/>
          </pc:sldLayoutMkLst>
          <pc:picChg chg="add mod ord">
            <ac:chgData name="Luiza Briana Grether" userId="33b05ef5-dde0-4e2c-af71-3f0410b5559e" providerId="ADAL" clId="{1CDC849D-0C94-403A-9A3A-1595F5BFAE27}" dt="2024-12-12T18:57:06.473" v="13" actId="167"/>
            <ac:picMkLst>
              <pc:docMk/>
              <pc:sldMasterMk cId="3332300950" sldId="2147483648"/>
              <pc:sldLayoutMk cId="2266555329" sldId="2147483652"/>
              <ac:picMk id="3" creationId="{69B0720B-00BE-7013-9341-236B6F0F7B15}"/>
            </ac:picMkLst>
          </pc:picChg>
          <pc:picChg chg="del">
            <ac:chgData name="Luiza Briana Grether" userId="33b05ef5-dde0-4e2c-af71-3f0410b5559e" providerId="ADAL" clId="{1CDC849D-0C94-403A-9A3A-1595F5BFAE27}" dt="2024-12-12T18:57:07.492" v="14" actId="478"/>
            <ac:picMkLst>
              <pc:docMk/>
              <pc:sldMasterMk cId="3332300950" sldId="2147483648"/>
              <pc:sldLayoutMk cId="2266555329" sldId="2147483652"/>
              <ac:picMk id="7" creationId="{CBD1CE9D-4583-8D26-1009-B499BB65BF91}"/>
            </ac:picMkLst>
          </pc:picChg>
        </pc:sldLayoutChg>
        <pc:sldLayoutChg chg="addSp delSp modSp mod">
          <pc:chgData name="Luiza Briana Grether" userId="33b05ef5-dde0-4e2c-af71-3f0410b5559e" providerId="ADAL" clId="{1CDC849D-0C94-403A-9A3A-1595F5BFAE27}" dt="2024-12-12T18:57:14.353" v="19" actId="478"/>
          <pc:sldLayoutMkLst>
            <pc:docMk/>
            <pc:sldMasterMk cId="3332300950" sldId="2147483648"/>
            <pc:sldLayoutMk cId="254971135" sldId="2147483653"/>
          </pc:sldLayoutMkLst>
          <pc:picChg chg="add mod ord">
            <ac:chgData name="Luiza Briana Grether" userId="33b05ef5-dde0-4e2c-af71-3f0410b5559e" providerId="ADAL" clId="{1CDC849D-0C94-403A-9A3A-1595F5BFAE27}" dt="2024-12-12T18:57:13.770" v="18" actId="167"/>
            <ac:picMkLst>
              <pc:docMk/>
              <pc:sldMasterMk cId="3332300950" sldId="2147483648"/>
              <pc:sldLayoutMk cId="254971135" sldId="2147483653"/>
              <ac:picMk id="3" creationId="{7601EF98-EDDC-26AB-CA58-89F0ADFEE395}"/>
            </ac:picMkLst>
          </pc:picChg>
          <pc:picChg chg="del">
            <ac:chgData name="Luiza Briana Grether" userId="33b05ef5-dde0-4e2c-af71-3f0410b5559e" providerId="ADAL" clId="{1CDC849D-0C94-403A-9A3A-1595F5BFAE27}" dt="2024-12-12T18:57:14.353" v="19" actId="478"/>
            <ac:picMkLst>
              <pc:docMk/>
              <pc:sldMasterMk cId="3332300950" sldId="2147483648"/>
              <pc:sldLayoutMk cId="254971135" sldId="2147483653"/>
              <ac:picMk id="4" creationId="{3A11877A-8E0E-79D1-0E0A-A3BCD6DC037A}"/>
            </ac:picMkLst>
          </pc:picChg>
        </pc:sldLayoutChg>
        <pc:sldLayoutChg chg="addSp delSp modSp mod">
          <pc:chgData name="Luiza Briana Grether" userId="33b05ef5-dde0-4e2c-af71-3f0410b5559e" providerId="ADAL" clId="{1CDC849D-0C94-403A-9A3A-1595F5BFAE27}" dt="2024-12-12T18:57:26.489" v="24" actId="478"/>
          <pc:sldLayoutMkLst>
            <pc:docMk/>
            <pc:sldMasterMk cId="3332300950" sldId="2147483648"/>
            <pc:sldLayoutMk cId="2774734701" sldId="2147483654"/>
          </pc:sldLayoutMkLst>
          <pc:picChg chg="del">
            <ac:chgData name="Luiza Briana Grether" userId="33b05ef5-dde0-4e2c-af71-3f0410b5559e" providerId="ADAL" clId="{1CDC849D-0C94-403A-9A3A-1595F5BFAE27}" dt="2024-12-12T18:57:26.489" v="24" actId="478"/>
            <ac:picMkLst>
              <pc:docMk/>
              <pc:sldMasterMk cId="3332300950" sldId="2147483648"/>
              <pc:sldLayoutMk cId="2774734701" sldId="2147483654"/>
              <ac:picMk id="3" creationId="{E8BFBCB9-AFAE-AB87-11AF-BDB7A9AC4712}"/>
            </ac:picMkLst>
          </pc:picChg>
          <pc:picChg chg="add mod ord">
            <ac:chgData name="Luiza Briana Grether" userId="33b05ef5-dde0-4e2c-af71-3f0410b5559e" providerId="ADAL" clId="{1CDC849D-0C94-403A-9A3A-1595F5BFAE27}" dt="2024-12-12T18:57:25.588" v="23" actId="167"/>
            <ac:picMkLst>
              <pc:docMk/>
              <pc:sldMasterMk cId="3332300950" sldId="2147483648"/>
              <pc:sldLayoutMk cId="2774734701" sldId="2147483654"/>
              <ac:picMk id="4" creationId="{46A21244-A0E3-823E-4B6D-07ADF1674731}"/>
            </ac:picMkLst>
          </pc:picChg>
        </pc:sldLayoutChg>
        <pc:sldLayoutChg chg="addSp delSp modSp mod">
          <pc:chgData name="Luiza Briana Grether" userId="33b05ef5-dde0-4e2c-af71-3f0410b5559e" providerId="ADAL" clId="{1CDC849D-0C94-403A-9A3A-1595F5BFAE27}" dt="2024-12-12T18:57:33.192" v="29" actId="478"/>
          <pc:sldLayoutMkLst>
            <pc:docMk/>
            <pc:sldMasterMk cId="3332300950" sldId="2147483648"/>
            <pc:sldLayoutMk cId="1694955131" sldId="2147483655"/>
          </pc:sldLayoutMkLst>
          <pc:picChg chg="add mod ord">
            <ac:chgData name="Luiza Briana Grether" userId="33b05ef5-dde0-4e2c-af71-3f0410b5559e" providerId="ADAL" clId="{1CDC849D-0C94-403A-9A3A-1595F5BFAE27}" dt="2024-12-12T18:57:32.141" v="28" actId="167"/>
            <ac:picMkLst>
              <pc:docMk/>
              <pc:sldMasterMk cId="3332300950" sldId="2147483648"/>
              <pc:sldLayoutMk cId="1694955131" sldId="2147483655"/>
              <ac:picMk id="3" creationId="{4EA35208-7E0C-8181-0104-F27E454B0EA8}"/>
            </ac:picMkLst>
          </pc:picChg>
          <pc:picChg chg="del">
            <ac:chgData name="Luiza Briana Grether" userId="33b05ef5-dde0-4e2c-af71-3f0410b5559e" providerId="ADAL" clId="{1CDC849D-0C94-403A-9A3A-1595F5BFAE27}" dt="2024-12-12T18:57:33.192" v="29" actId="478"/>
            <ac:picMkLst>
              <pc:docMk/>
              <pc:sldMasterMk cId="3332300950" sldId="2147483648"/>
              <pc:sldLayoutMk cId="1694955131" sldId="2147483655"/>
              <ac:picMk id="4" creationId="{4927CFDC-0DC5-2508-B4CF-112BE6BD769F}"/>
            </ac:picMkLst>
          </pc:picChg>
        </pc:sldLayoutChg>
        <pc:sldLayoutChg chg="addSp delSp modSp mod">
          <pc:chgData name="Luiza Briana Grether" userId="33b05ef5-dde0-4e2c-af71-3f0410b5559e" providerId="ADAL" clId="{1CDC849D-0C94-403A-9A3A-1595F5BFAE27}" dt="2024-12-12T18:57:44.137" v="34" actId="478"/>
          <pc:sldLayoutMkLst>
            <pc:docMk/>
            <pc:sldMasterMk cId="3332300950" sldId="2147483648"/>
            <pc:sldLayoutMk cId="888269426" sldId="2147483656"/>
          </pc:sldLayoutMkLst>
          <pc:picChg chg="add mod ord">
            <ac:chgData name="Luiza Briana Grether" userId="33b05ef5-dde0-4e2c-af71-3f0410b5559e" providerId="ADAL" clId="{1CDC849D-0C94-403A-9A3A-1595F5BFAE27}" dt="2024-12-12T18:57:42.988" v="33" actId="167"/>
            <ac:picMkLst>
              <pc:docMk/>
              <pc:sldMasterMk cId="3332300950" sldId="2147483648"/>
              <pc:sldLayoutMk cId="888269426" sldId="2147483656"/>
              <ac:picMk id="3" creationId="{1E529531-4C7F-C04F-4FFB-8320297365B6}"/>
            </ac:picMkLst>
          </pc:picChg>
          <pc:picChg chg="del">
            <ac:chgData name="Luiza Briana Grether" userId="33b05ef5-dde0-4e2c-af71-3f0410b5559e" providerId="ADAL" clId="{1CDC849D-0C94-403A-9A3A-1595F5BFAE27}" dt="2024-12-12T18:57:44.137" v="34" actId="478"/>
            <ac:picMkLst>
              <pc:docMk/>
              <pc:sldMasterMk cId="3332300950" sldId="2147483648"/>
              <pc:sldLayoutMk cId="888269426" sldId="2147483656"/>
              <ac:picMk id="17" creationId="{9867D504-ED80-59BB-8A60-024EAFE06316}"/>
            </ac:picMkLst>
          </pc:picChg>
        </pc:sldLayoutChg>
        <pc:sldLayoutChg chg="addSp delSp modSp mod">
          <pc:chgData name="Luiza Briana Grether" userId="33b05ef5-dde0-4e2c-af71-3f0410b5559e" providerId="ADAL" clId="{1CDC849D-0C94-403A-9A3A-1595F5BFAE27}" dt="2024-12-12T18:57:55.416" v="39" actId="478"/>
          <pc:sldLayoutMkLst>
            <pc:docMk/>
            <pc:sldMasterMk cId="3332300950" sldId="2147483648"/>
            <pc:sldLayoutMk cId="2057250987" sldId="2147483657"/>
          </pc:sldLayoutMkLst>
          <pc:picChg chg="del">
            <ac:chgData name="Luiza Briana Grether" userId="33b05ef5-dde0-4e2c-af71-3f0410b5559e" providerId="ADAL" clId="{1CDC849D-0C94-403A-9A3A-1595F5BFAE27}" dt="2024-12-12T18:57:55.416" v="39" actId="478"/>
            <ac:picMkLst>
              <pc:docMk/>
              <pc:sldMasterMk cId="3332300950" sldId="2147483648"/>
              <pc:sldLayoutMk cId="2057250987" sldId="2147483657"/>
              <ac:picMk id="3" creationId="{AC15D0E2-AD50-A292-6088-0BD87B10096A}"/>
            </ac:picMkLst>
          </pc:picChg>
          <pc:picChg chg="add mod ord">
            <ac:chgData name="Luiza Briana Grether" userId="33b05ef5-dde0-4e2c-af71-3f0410b5559e" providerId="ADAL" clId="{1CDC849D-0C94-403A-9A3A-1595F5BFAE27}" dt="2024-12-12T18:57:54.480" v="38" actId="167"/>
            <ac:picMkLst>
              <pc:docMk/>
              <pc:sldMasterMk cId="3332300950" sldId="2147483648"/>
              <pc:sldLayoutMk cId="2057250987" sldId="2147483657"/>
              <ac:picMk id="4" creationId="{91A3779A-5A12-F0B9-AD93-A2FCB10F1B10}"/>
            </ac:picMkLst>
          </pc:picChg>
        </pc:sldLayoutChg>
        <pc:sldLayoutChg chg="addSp delSp modSp mod">
          <pc:chgData name="Luiza Briana Grether" userId="33b05ef5-dde0-4e2c-af71-3f0410b5559e" providerId="ADAL" clId="{1CDC849D-0C94-403A-9A3A-1595F5BFAE27}" dt="2024-12-12T18:59:31.760" v="44" actId="478"/>
          <pc:sldLayoutMkLst>
            <pc:docMk/>
            <pc:sldMasterMk cId="3332300950" sldId="2147483648"/>
            <pc:sldLayoutMk cId="1640369259" sldId="2147483658"/>
          </pc:sldLayoutMkLst>
          <pc:picChg chg="add mod ord">
            <ac:chgData name="Luiza Briana Grether" userId="33b05ef5-dde0-4e2c-af71-3f0410b5559e" providerId="ADAL" clId="{1CDC849D-0C94-403A-9A3A-1595F5BFAE27}" dt="2024-12-12T18:59:30.124" v="43" actId="167"/>
            <ac:picMkLst>
              <pc:docMk/>
              <pc:sldMasterMk cId="3332300950" sldId="2147483648"/>
              <pc:sldLayoutMk cId="1640369259" sldId="2147483658"/>
              <ac:picMk id="4" creationId="{F14926D5-0CC2-5683-6D64-0F9824B4412D}"/>
            </ac:picMkLst>
          </pc:picChg>
          <pc:picChg chg="del">
            <ac:chgData name="Luiza Briana Grether" userId="33b05ef5-dde0-4e2c-af71-3f0410b5559e" providerId="ADAL" clId="{1CDC849D-0C94-403A-9A3A-1595F5BFAE27}" dt="2024-12-12T18:59:31.760" v="44" actId="478"/>
            <ac:picMkLst>
              <pc:docMk/>
              <pc:sldMasterMk cId="3332300950" sldId="2147483648"/>
              <pc:sldLayoutMk cId="1640369259" sldId="2147483658"/>
              <ac:picMk id="13" creationId="{1D27A29D-EC9B-936D-A767-5388A4EA6FD2}"/>
            </ac:picMkLst>
          </pc:picChg>
        </pc:sldLayoutChg>
        <pc:sldLayoutChg chg="addSp delSp modSp mod">
          <pc:chgData name="Luiza Briana Grether" userId="33b05ef5-dde0-4e2c-af71-3f0410b5559e" providerId="ADAL" clId="{1CDC849D-0C94-403A-9A3A-1595F5BFAE27}" dt="2024-12-12T18:59:39.040" v="49" actId="478"/>
          <pc:sldLayoutMkLst>
            <pc:docMk/>
            <pc:sldMasterMk cId="3332300950" sldId="2147483648"/>
            <pc:sldLayoutMk cId="692723080" sldId="2147483659"/>
          </pc:sldLayoutMkLst>
          <pc:picChg chg="add mod ord">
            <ac:chgData name="Luiza Briana Grether" userId="33b05ef5-dde0-4e2c-af71-3f0410b5559e" providerId="ADAL" clId="{1CDC849D-0C94-403A-9A3A-1595F5BFAE27}" dt="2024-12-12T18:59:38.036" v="48" actId="167"/>
            <ac:picMkLst>
              <pc:docMk/>
              <pc:sldMasterMk cId="3332300950" sldId="2147483648"/>
              <pc:sldLayoutMk cId="692723080" sldId="2147483659"/>
              <ac:picMk id="3" creationId="{B8122732-F360-7C44-731C-DF5664C3FEC9}"/>
            </ac:picMkLst>
          </pc:picChg>
          <pc:picChg chg="del">
            <ac:chgData name="Luiza Briana Grether" userId="33b05ef5-dde0-4e2c-af71-3f0410b5559e" providerId="ADAL" clId="{1CDC849D-0C94-403A-9A3A-1595F5BFAE27}" dt="2024-12-12T18:59:39.040" v="49" actId="478"/>
            <ac:picMkLst>
              <pc:docMk/>
              <pc:sldMasterMk cId="3332300950" sldId="2147483648"/>
              <pc:sldLayoutMk cId="692723080" sldId="2147483659"/>
              <ac:picMk id="4" creationId="{13114E1B-A718-74E9-5D68-535D2A0C103F}"/>
            </ac:picMkLst>
          </pc:picChg>
        </pc:sldLayoutChg>
        <pc:sldLayoutChg chg="addSp delSp modSp mod">
          <pc:chgData name="Luiza Briana Grether" userId="33b05ef5-dde0-4e2c-af71-3f0410b5559e" providerId="ADAL" clId="{1CDC849D-0C94-403A-9A3A-1595F5BFAE27}" dt="2024-12-12T18:59:47.103" v="54" actId="478"/>
          <pc:sldLayoutMkLst>
            <pc:docMk/>
            <pc:sldMasterMk cId="3332300950" sldId="2147483648"/>
            <pc:sldLayoutMk cId="372511665" sldId="2147483661"/>
          </pc:sldLayoutMkLst>
          <pc:picChg chg="add mod ord">
            <ac:chgData name="Luiza Briana Grether" userId="33b05ef5-dde0-4e2c-af71-3f0410b5559e" providerId="ADAL" clId="{1CDC849D-0C94-403A-9A3A-1595F5BFAE27}" dt="2024-12-12T18:59:45.915" v="53" actId="167"/>
            <ac:picMkLst>
              <pc:docMk/>
              <pc:sldMasterMk cId="3332300950" sldId="2147483648"/>
              <pc:sldLayoutMk cId="372511665" sldId="2147483661"/>
              <ac:picMk id="3" creationId="{C67A9253-1BE4-0484-41D5-3E303C177256}"/>
            </ac:picMkLst>
          </pc:picChg>
          <pc:picChg chg="del">
            <ac:chgData name="Luiza Briana Grether" userId="33b05ef5-dde0-4e2c-af71-3f0410b5559e" providerId="ADAL" clId="{1CDC849D-0C94-403A-9A3A-1595F5BFAE27}" dt="2024-12-12T18:59:47.103" v="54" actId="478"/>
            <ac:picMkLst>
              <pc:docMk/>
              <pc:sldMasterMk cId="3332300950" sldId="2147483648"/>
              <pc:sldLayoutMk cId="372511665" sldId="2147483661"/>
              <ac:picMk id="18" creationId="{756B402D-C346-D1D5-87CD-50746809C97F}"/>
            </ac:picMkLst>
          </pc:picChg>
        </pc:sldLayoutChg>
        <pc:sldLayoutChg chg="addSp delSp modSp mod">
          <pc:chgData name="Luiza Briana Grether" userId="33b05ef5-dde0-4e2c-af71-3f0410b5559e" providerId="ADAL" clId="{1CDC849D-0C94-403A-9A3A-1595F5BFAE27}" dt="2024-12-12T18:59:58.983" v="59" actId="478"/>
          <pc:sldLayoutMkLst>
            <pc:docMk/>
            <pc:sldMasterMk cId="3332300950" sldId="2147483648"/>
            <pc:sldLayoutMk cId="875419224" sldId="2147483662"/>
          </pc:sldLayoutMkLst>
          <pc:picChg chg="add mod ord">
            <ac:chgData name="Luiza Briana Grether" userId="33b05ef5-dde0-4e2c-af71-3f0410b5559e" providerId="ADAL" clId="{1CDC849D-0C94-403A-9A3A-1595F5BFAE27}" dt="2024-12-12T18:59:57.980" v="58" actId="167"/>
            <ac:picMkLst>
              <pc:docMk/>
              <pc:sldMasterMk cId="3332300950" sldId="2147483648"/>
              <pc:sldLayoutMk cId="875419224" sldId="2147483662"/>
              <ac:picMk id="3" creationId="{606A0E38-C86D-98B5-87A2-52DB7FD56B2D}"/>
            </ac:picMkLst>
          </pc:picChg>
          <pc:picChg chg="del">
            <ac:chgData name="Luiza Briana Grether" userId="33b05ef5-dde0-4e2c-af71-3f0410b5559e" providerId="ADAL" clId="{1CDC849D-0C94-403A-9A3A-1595F5BFAE27}" dt="2024-12-12T18:59:58.983" v="59" actId="478"/>
            <ac:picMkLst>
              <pc:docMk/>
              <pc:sldMasterMk cId="3332300950" sldId="2147483648"/>
              <pc:sldLayoutMk cId="875419224" sldId="2147483662"/>
              <ac:picMk id="7" creationId="{CC2E13CA-3D75-1519-7DAE-DA72631C1E4B}"/>
            </ac:picMkLst>
          </pc:picChg>
        </pc:sldLayoutChg>
        <pc:sldLayoutChg chg="addSp delSp modSp mod">
          <pc:chgData name="Luiza Briana Grether" userId="33b05ef5-dde0-4e2c-af71-3f0410b5559e" providerId="ADAL" clId="{1CDC849D-0C94-403A-9A3A-1595F5BFAE27}" dt="2024-12-12T19:00:05.448" v="64" actId="478"/>
          <pc:sldLayoutMkLst>
            <pc:docMk/>
            <pc:sldMasterMk cId="3332300950" sldId="2147483648"/>
            <pc:sldLayoutMk cId="1156684718" sldId="2147483663"/>
          </pc:sldLayoutMkLst>
          <pc:picChg chg="del">
            <ac:chgData name="Luiza Briana Grether" userId="33b05ef5-dde0-4e2c-af71-3f0410b5559e" providerId="ADAL" clId="{1CDC849D-0C94-403A-9A3A-1595F5BFAE27}" dt="2024-12-12T19:00:05.448" v="64" actId="478"/>
            <ac:picMkLst>
              <pc:docMk/>
              <pc:sldMasterMk cId="3332300950" sldId="2147483648"/>
              <pc:sldLayoutMk cId="1156684718" sldId="2147483663"/>
              <ac:picMk id="3" creationId="{8CF42178-F131-F099-F10F-BF6CA65017DD}"/>
            </ac:picMkLst>
          </pc:picChg>
          <pc:picChg chg="add mod ord">
            <ac:chgData name="Luiza Briana Grether" userId="33b05ef5-dde0-4e2c-af71-3f0410b5559e" providerId="ADAL" clId="{1CDC849D-0C94-403A-9A3A-1595F5BFAE27}" dt="2024-12-12T19:00:04.646" v="63" actId="167"/>
            <ac:picMkLst>
              <pc:docMk/>
              <pc:sldMasterMk cId="3332300950" sldId="2147483648"/>
              <pc:sldLayoutMk cId="1156684718" sldId="2147483663"/>
              <ac:picMk id="6" creationId="{7702DCDD-196F-F4D7-FBD2-B4DADF1DE57C}"/>
            </ac:picMkLst>
          </pc:picChg>
        </pc:sldLayoutChg>
        <pc:sldLayoutChg chg="addSp delSp modSp mod">
          <pc:chgData name="Luiza Briana Grether" userId="33b05ef5-dde0-4e2c-af71-3f0410b5559e" providerId="ADAL" clId="{1CDC849D-0C94-403A-9A3A-1595F5BFAE27}" dt="2024-12-12T19:01:40.112" v="74" actId="478"/>
          <pc:sldLayoutMkLst>
            <pc:docMk/>
            <pc:sldMasterMk cId="3332300950" sldId="2147483648"/>
            <pc:sldLayoutMk cId="2537778495" sldId="2147483664"/>
          </pc:sldLayoutMkLst>
          <pc:picChg chg="add del mod ord">
            <ac:chgData name="Luiza Briana Grether" userId="33b05ef5-dde0-4e2c-af71-3f0410b5559e" providerId="ADAL" clId="{1CDC849D-0C94-403A-9A3A-1595F5BFAE27}" dt="2024-12-12T19:01:40.112" v="74" actId="478"/>
            <ac:picMkLst>
              <pc:docMk/>
              <pc:sldMasterMk cId="3332300950" sldId="2147483648"/>
              <pc:sldLayoutMk cId="2537778495" sldId="2147483664"/>
              <ac:picMk id="3" creationId="{93D4A664-69D9-CD1E-E15E-5EFD7293E870}"/>
            </ac:picMkLst>
          </pc:picChg>
          <pc:picChg chg="add mod ord">
            <ac:chgData name="Luiza Briana Grether" userId="33b05ef5-dde0-4e2c-af71-3f0410b5559e" providerId="ADAL" clId="{1CDC849D-0C94-403A-9A3A-1595F5BFAE27}" dt="2024-12-12T19:01:38.928" v="73" actId="167"/>
            <ac:picMkLst>
              <pc:docMk/>
              <pc:sldMasterMk cId="3332300950" sldId="2147483648"/>
              <pc:sldLayoutMk cId="2537778495" sldId="2147483664"/>
              <ac:picMk id="5" creationId="{CCF5E8F2-BF8C-73D3-5D84-6632C5DBA5BB}"/>
            </ac:picMkLst>
          </pc:picChg>
          <pc:picChg chg="del">
            <ac:chgData name="Luiza Briana Grether" userId="33b05ef5-dde0-4e2c-af71-3f0410b5559e" providerId="ADAL" clId="{1CDC849D-0C94-403A-9A3A-1595F5BFAE27}" dt="2024-12-12T19:00:12.079" v="69" actId="478"/>
            <ac:picMkLst>
              <pc:docMk/>
              <pc:sldMasterMk cId="3332300950" sldId="2147483648"/>
              <pc:sldLayoutMk cId="2537778495" sldId="2147483664"/>
              <ac:picMk id="7" creationId="{BE76B54C-E7FB-2699-93BF-46135839DC1E}"/>
            </ac:picMkLst>
          </pc:picChg>
        </pc:sldLayoutChg>
        <pc:sldLayoutChg chg="addSp delSp modSp mod">
          <pc:chgData name="Luiza Briana Grether" userId="33b05ef5-dde0-4e2c-af71-3f0410b5559e" providerId="ADAL" clId="{1CDC849D-0C94-403A-9A3A-1595F5BFAE27}" dt="2024-12-12T19:01:47.392" v="80" actId="478"/>
          <pc:sldLayoutMkLst>
            <pc:docMk/>
            <pc:sldMasterMk cId="3332300950" sldId="2147483648"/>
            <pc:sldLayoutMk cId="2556291329" sldId="2147483665"/>
          </pc:sldLayoutMkLst>
          <pc:picChg chg="add mod ord">
            <ac:chgData name="Luiza Briana Grether" userId="33b05ef5-dde0-4e2c-af71-3f0410b5559e" providerId="ADAL" clId="{1CDC849D-0C94-403A-9A3A-1595F5BFAE27}" dt="2024-12-12T19:01:46.295" v="79" actId="167"/>
            <ac:picMkLst>
              <pc:docMk/>
              <pc:sldMasterMk cId="3332300950" sldId="2147483648"/>
              <pc:sldLayoutMk cId="2556291329" sldId="2147483665"/>
              <ac:picMk id="3" creationId="{9A23A803-7D1C-417C-1D1E-A5EF3F01C81C}"/>
            </ac:picMkLst>
          </pc:picChg>
          <pc:picChg chg="del">
            <ac:chgData name="Luiza Briana Grether" userId="33b05ef5-dde0-4e2c-af71-3f0410b5559e" providerId="ADAL" clId="{1CDC849D-0C94-403A-9A3A-1595F5BFAE27}" dt="2024-12-12T19:01:47.392" v="80" actId="478"/>
            <ac:picMkLst>
              <pc:docMk/>
              <pc:sldMasterMk cId="3332300950" sldId="2147483648"/>
              <pc:sldLayoutMk cId="2556291329" sldId="2147483665"/>
              <ac:picMk id="7" creationId="{A2095D1F-17EA-A278-1C87-3473788D1D37}"/>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B14DE-A3D0-4FC1-A1E0-BA805F484BE2}" type="datetimeFigureOut">
              <a:rPr lang="pt-BR" smtClean="0"/>
              <a:t>03/08/2025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BA280A-EFF6-4666-8384-7578495A0846}" type="slidenum">
              <a:rPr lang="pt-BR" smtClean="0"/>
              <a:t>‹nº›</a:t>
            </a:fld>
            <a:endParaRPr lang="pt-BR"/>
          </a:p>
        </p:txBody>
      </p:sp>
    </p:spTree>
    <p:extLst>
      <p:ext uri="{BB962C8B-B14F-4D97-AF65-F5344CB8AC3E}">
        <p14:creationId xmlns:p14="http://schemas.microsoft.com/office/powerpoint/2010/main" val="35077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43BA280A-EFF6-4666-8384-7578495A0846}" type="slidenum">
              <a:rPr lang="pt-BR" smtClean="0"/>
              <a:t>2</a:t>
            </a:fld>
            <a:endParaRPr lang="pt-BR"/>
          </a:p>
        </p:txBody>
      </p:sp>
    </p:spTree>
    <p:extLst>
      <p:ext uri="{BB962C8B-B14F-4D97-AF65-F5344CB8AC3E}">
        <p14:creationId xmlns:p14="http://schemas.microsoft.com/office/powerpoint/2010/main" val="7337153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43927696-89E5-0A31-A594-E39526A3949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85" y="667"/>
            <a:ext cx="12189629" cy="6856666"/>
          </a:xfrm>
          <a:prstGeom prst="rect">
            <a:avLst/>
          </a:prstGeom>
        </p:spPr>
      </p:pic>
      <p:sp>
        <p:nvSpPr>
          <p:cNvPr id="4" name="Espaço Reservado para Texto 14">
            <a:extLst>
              <a:ext uri="{FF2B5EF4-FFF2-40B4-BE49-F238E27FC236}">
                <a16:creationId xmlns:a16="http://schemas.microsoft.com/office/drawing/2014/main" id="{CB63E01A-E997-00B2-37CE-16D1B3EFBC28}"/>
              </a:ext>
            </a:extLst>
          </p:cNvPr>
          <p:cNvSpPr>
            <a:spLocks noGrp="1"/>
          </p:cNvSpPr>
          <p:nvPr>
            <p:ph type="body" sz="quarter" idx="10" hasCustomPrompt="1"/>
          </p:nvPr>
        </p:nvSpPr>
        <p:spPr>
          <a:xfrm>
            <a:off x="957129" y="1514475"/>
            <a:ext cx="5756709" cy="3829050"/>
          </a:xfrm>
        </p:spPr>
        <p:txBody>
          <a:bodyPr anchor="ctr">
            <a:normAutofit/>
          </a:bodyPr>
          <a:lstStyle>
            <a:lvl1pPr marL="0" indent="0">
              <a:buNone/>
              <a:defRPr sz="4000" b="1" i="0" baseline="0">
                <a:solidFill>
                  <a:schemeClr val="bg1"/>
                </a:solidFill>
                <a:latin typeface="Oswald" pitchFamily="2" charset="0"/>
              </a:defRPr>
            </a:lvl1pPr>
          </a:lstStyle>
          <a:p>
            <a:pPr lvl="0"/>
            <a:r>
              <a:rPr lang="pt-BR" dirty="0"/>
              <a:t>NOME DO TEMA</a:t>
            </a:r>
          </a:p>
        </p:txBody>
      </p:sp>
      <p:sp>
        <p:nvSpPr>
          <p:cNvPr id="5" name="Espaço Reservado para Texto 16">
            <a:extLst>
              <a:ext uri="{FF2B5EF4-FFF2-40B4-BE49-F238E27FC236}">
                <a16:creationId xmlns:a16="http://schemas.microsoft.com/office/drawing/2014/main" id="{F347EB79-D968-BF25-8114-157F7F28DA97}"/>
              </a:ext>
            </a:extLst>
          </p:cNvPr>
          <p:cNvSpPr>
            <a:spLocks noGrp="1"/>
          </p:cNvSpPr>
          <p:nvPr>
            <p:ph type="body" sz="quarter" idx="11" hasCustomPrompt="1"/>
          </p:nvPr>
        </p:nvSpPr>
        <p:spPr>
          <a:xfrm>
            <a:off x="957129" y="5468938"/>
            <a:ext cx="4974114" cy="512762"/>
          </a:xfrm>
        </p:spPr>
        <p:txBody>
          <a:bodyPr anchor="ctr">
            <a:normAutofit/>
          </a:bodyPr>
          <a:lstStyle>
            <a:lvl1pPr marL="0" indent="0">
              <a:buNone/>
              <a:defRPr sz="1400" b="0" i="0" baseline="0">
                <a:solidFill>
                  <a:schemeClr val="bg1"/>
                </a:solidFill>
                <a:latin typeface="Oswald" pitchFamily="2" charset="0"/>
              </a:defRPr>
            </a:lvl1pPr>
          </a:lstStyle>
          <a:p>
            <a:pPr lvl="0"/>
            <a:r>
              <a:rPr lang="pt-BR" dirty="0"/>
              <a:t>Nome do professor</a:t>
            </a:r>
          </a:p>
        </p:txBody>
      </p:sp>
    </p:spTree>
    <p:extLst>
      <p:ext uri="{BB962C8B-B14F-4D97-AF65-F5344CB8AC3E}">
        <p14:creationId xmlns:p14="http://schemas.microsoft.com/office/powerpoint/2010/main" val="210725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lide de Título">
    <p:spTree>
      <p:nvGrpSpPr>
        <p:cNvPr id="1" name=""/>
        <p:cNvGrpSpPr/>
        <p:nvPr/>
      </p:nvGrpSpPr>
      <p:grpSpPr>
        <a:xfrm>
          <a:off x="0" y="0"/>
          <a:ext cx="0" cy="0"/>
          <a:chOff x="0" y="0"/>
          <a:chExt cx="0" cy="0"/>
        </a:xfrm>
      </p:grpSpPr>
      <p:pic>
        <p:nvPicPr>
          <p:cNvPr id="4" name="Imagem 3" descr="Forma&#10;&#10;Descrição gerada automaticamente com confiança média">
            <a:extLst>
              <a:ext uri="{FF2B5EF4-FFF2-40B4-BE49-F238E27FC236}">
                <a16:creationId xmlns:a16="http://schemas.microsoft.com/office/drawing/2014/main" id="{44DA8334-7E44-1889-14E6-C6C99C2863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6" name="Espaço Reservado para Texto 5">
            <a:extLst>
              <a:ext uri="{FF2B5EF4-FFF2-40B4-BE49-F238E27FC236}">
                <a16:creationId xmlns:a16="http://schemas.microsoft.com/office/drawing/2014/main" id="{48A91EDC-5831-1FD0-F6A5-CC140F1770CE}"/>
              </a:ext>
            </a:extLst>
          </p:cNvPr>
          <p:cNvSpPr>
            <a:spLocks noGrp="1"/>
          </p:cNvSpPr>
          <p:nvPr>
            <p:ph type="body" sz="quarter" idx="10" hasCustomPrompt="1"/>
          </p:nvPr>
        </p:nvSpPr>
        <p:spPr>
          <a:xfrm>
            <a:off x="1562455" y="926150"/>
            <a:ext cx="9067087" cy="4394675"/>
          </a:xfrm>
        </p:spPr>
        <p:txBody>
          <a:bodyPr anchor="ctr">
            <a:normAutofit/>
          </a:bodyPr>
          <a:lstStyle>
            <a:lvl1pPr marL="0" indent="0" algn="ctr">
              <a:buNone/>
              <a:defRPr sz="2800" b="1" i="0" baseline="0">
                <a:solidFill>
                  <a:srgbClr val="58595B"/>
                </a:solidFill>
                <a:latin typeface="Roboto" panose="02000000000000000000" pitchFamily="2" charset="0"/>
              </a:defRPr>
            </a:lvl1pPr>
          </a:lstStyle>
          <a:p>
            <a:pPr lvl="0"/>
            <a:r>
              <a:rPr lang="pt-BR" dirty="0"/>
              <a:t>Clique para adicionar uma citação</a:t>
            </a:r>
          </a:p>
        </p:txBody>
      </p:sp>
      <p:sp>
        <p:nvSpPr>
          <p:cNvPr id="11" name="Espaço Reservado para Texto 10">
            <a:extLst>
              <a:ext uri="{FF2B5EF4-FFF2-40B4-BE49-F238E27FC236}">
                <a16:creationId xmlns:a16="http://schemas.microsoft.com/office/drawing/2014/main" id="{9F20C96E-10AD-C671-035E-23F20DA0B27C}"/>
              </a:ext>
            </a:extLst>
          </p:cNvPr>
          <p:cNvSpPr>
            <a:spLocks noGrp="1"/>
          </p:cNvSpPr>
          <p:nvPr>
            <p:ph type="body" sz="quarter" idx="11" hasCustomPrompt="1"/>
          </p:nvPr>
        </p:nvSpPr>
        <p:spPr>
          <a:xfrm>
            <a:off x="1982788" y="5791200"/>
            <a:ext cx="8913812" cy="515938"/>
          </a:xfrm>
        </p:spPr>
        <p:txBody>
          <a:bodyPr anchor="ctr">
            <a:normAutofit/>
          </a:bodyPr>
          <a:lstStyle>
            <a:lvl1pPr marL="0" indent="0" algn="r">
              <a:buNone/>
              <a:defRPr sz="1800" baseline="0">
                <a:solidFill>
                  <a:srgbClr val="58595B"/>
                </a:solidFill>
                <a:latin typeface="Roboto" panose="02000000000000000000" pitchFamily="2" charset="0"/>
              </a:defRPr>
            </a:lvl1pPr>
          </a:lstStyle>
          <a:p>
            <a:pPr lvl="0"/>
            <a:r>
              <a:rPr lang="pt-BR" dirty="0"/>
              <a:t>Clique para adicionar um subtítulo</a:t>
            </a:r>
          </a:p>
        </p:txBody>
      </p:sp>
    </p:spTree>
    <p:extLst>
      <p:ext uri="{BB962C8B-B14F-4D97-AF65-F5344CB8AC3E}">
        <p14:creationId xmlns:p14="http://schemas.microsoft.com/office/powerpoint/2010/main" val="325688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lide de Título">
    <p:spTree>
      <p:nvGrpSpPr>
        <p:cNvPr id="1" name=""/>
        <p:cNvGrpSpPr/>
        <p:nvPr/>
      </p:nvGrpSpPr>
      <p:grpSpPr>
        <a:xfrm>
          <a:off x="0" y="0"/>
          <a:ext cx="0" cy="0"/>
          <a:chOff x="0" y="0"/>
          <a:chExt cx="0" cy="0"/>
        </a:xfrm>
      </p:grpSpPr>
      <p:pic>
        <p:nvPicPr>
          <p:cNvPr id="6" name="Imagem 5" descr="Desenho de um guarda-chuva&#10;&#10;Descrição gerada automaticamente com confiança média">
            <a:extLst>
              <a:ext uri="{FF2B5EF4-FFF2-40B4-BE49-F238E27FC236}">
                <a16:creationId xmlns:a16="http://schemas.microsoft.com/office/drawing/2014/main" id="{09A88CA5-56E5-39AF-3D04-DC30323AF6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Texto 8">
            <a:extLst>
              <a:ext uri="{FF2B5EF4-FFF2-40B4-BE49-F238E27FC236}">
                <a16:creationId xmlns:a16="http://schemas.microsoft.com/office/drawing/2014/main" id="{47013B00-B894-D5F6-01A1-6B96111013DC}"/>
              </a:ext>
            </a:extLst>
          </p:cNvPr>
          <p:cNvSpPr>
            <a:spLocks noGrp="1"/>
          </p:cNvSpPr>
          <p:nvPr>
            <p:ph type="body" sz="quarter" idx="11" hasCustomPrompt="1"/>
          </p:nvPr>
        </p:nvSpPr>
        <p:spPr>
          <a:xfrm>
            <a:off x="546931" y="3459892"/>
            <a:ext cx="11089709" cy="2710721"/>
          </a:xfrm>
        </p:spPr>
        <p:txBody>
          <a:bodyPr anchor="ctr">
            <a:normAutofit/>
          </a:bodyPr>
          <a:lstStyle>
            <a:lvl1pPr>
              <a:defRPr sz="2200" baseline="0">
                <a:solidFill>
                  <a:srgbClr val="58595B"/>
                </a:solidFill>
                <a:latin typeface="Roboto" panose="02000000000000000000" pitchFamily="2" charset="0"/>
              </a:defRPr>
            </a:lvl1pPr>
          </a:lstStyle>
          <a:p>
            <a:pPr lvl="0"/>
            <a:r>
              <a:rPr lang="pt-BR" dirty="0"/>
              <a:t>Clique para adicionar os tópicos</a:t>
            </a:r>
          </a:p>
        </p:txBody>
      </p:sp>
      <p:sp>
        <p:nvSpPr>
          <p:cNvPr id="13" name="CaixaDeTexto 12">
            <a:extLst>
              <a:ext uri="{FF2B5EF4-FFF2-40B4-BE49-F238E27FC236}">
                <a16:creationId xmlns:a16="http://schemas.microsoft.com/office/drawing/2014/main" id="{C9F7D492-11F5-D428-0816-AE125413BED2}"/>
              </a:ext>
            </a:extLst>
          </p:cNvPr>
          <p:cNvSpPr txBox="1"/>
          <p:nvPr userDrawn="1"/>
        </p:nvSpPr>
        <p:spPr>
          <a:xfrm>
            <a:off x="546931" y="1768374"/>
            <a:ext cx="6956394" cy="1446550"/>
          </a:xfrm>
          <a:prstGeom prst="rect">
            <a:avLst/>
          </a:prstGeom>
          <a:noFill/>
        </p:spPr>
        <p:txBody>
          <a:bodyPr wrap="square" rtlCol="0" anchor="ctr">
            <a:spAutoFit/>
          </a:bodyPr>
          <a:lstStyle/>
          <a:p>
            <a:r>
              <a:rPr lang="pt-BR" sz="4400" b="1" dirty="0">
                <a:solidFill>
                  <a:srgbClr val="231F20"/>
                </a:solidFill>
                <a:latin typeface="Oswald" pitchFamily="2" charset="0"/>
              </a:rPr>
              <a:t>METAS DE APRENDIZAGEM</a:t>
            </a:r>
          </a:p>
        </p:txBody>
      </p:sp>
    </p:spTree>
    <p:extLst>
      <p:ext uri="{BB962C8B-B14F-4D97-AF65-F5344CB8AC3E}">
        <p14:creationId xmlns:p14="http://schemas.microsoft.com/office/powerpoint/2010/main" val="2265314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pic>
        <p:nvPicPr>
          <p:cNvPr id="3" name="Imagem 2" descr="Forma&#10;&#10;Descrição gerada automaticamente">
            <a:extLst>
              <a:ext uri="{FF2B5EF4-FFF2-40B4-BE49-F238E27FC236}">
                <a16:creationId xmlns:a16="http://schemas.microsoft.com/office/drawing/2014/main" id="{69B0720B-00BE-7013-9341-236B6F0F7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Texto 10">
            <a:extLst>
              <a:ext uri="{FF2B5EF4-FFF2-40B4-BE49-F238E27FC236}">
                <a16:creationId xmlns:a16="http://schemas.microsoft.com/office/drawing/2014/main" id="{05AD36AE-150A-1955-98F5-DEF79E63F8ED}"/>
              </a:ext>
            </a:extLst>
          </p:cNvPr>
          <p:cNvSpPr>
            <a:spLocks noGrp="1"/>
          </p:cNvSpPr>
          <p:nvPr>
            <p:ph type="body" sz="quarter" idx="10" hasCustomPrompt="1"/>
          </p:nvPr>
        </p:nvSpPr>
        <p:spPr>
          <a:xfrm>
            <a:off x="615950" y="495300"/>
            <a:ext cx="8177672" cy="1846248"/>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615950" y="2503918"/>
            <a:ext cx="8177672" cy="385878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266555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4DFA60D-876E-FE77-AB59-4272D91B69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615950" y="495300"/>
            <a:ext cx="8177672" cy="5867400"/>
          </a:xfrm>
        </p:spPr>
        <p:txBody>
          <a:bodyPr anchor="ct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5497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pic>
        <p:nvPicPr>
          <p:cNvPr id="4" name="Imagem 3" descr="Interface gráfica do usuário, Aplicativo&#10;&#10;Descrição gerada automaticamente">
            <a:extLst>
              <a:ext uri="{FF2B5EF4-FFF2-40B4-BE49-F238E27FC236}">
                <a16:creationId xmlns:a16="http://schemas.microsoft.com/office/drawing/2014/main" id="{46A21244-A0E3-823E-4B6D-07ADF16747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Texto 10">
            <a:extLst>
              <a:ext uri="{FF2B5EF4-FFF2-40B4-BE49-F238E27FC236}">
                <a16:creationId xmlns:a16="http://schemas.microsoft.com/office/drawing/2014/main" id="{05AD36AE-150A-1955-98F5-DEF79E63F8ED}"/>
              </a:ext>
            </a:extLst>
          </p:cNvPr>
          <p:cNvSpPr>
            <a:spLocks noGrp="1"/>
          </p:cNvSpPr>
          <p:nvPr>
            <p:ph type="body" sz="quarter" idx="10" hasCustomPrompt="1"/>
          </p:nvPr>
        </p:nvSpPr>
        <p:spPr>
          <a:xfrm>
            <a:off x="393108" y="1619772"/>
            <a:ext cx="5221480" cy="1965532"/>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3704946"/>
            <a:ext cx="5221480" cy="2534184"/>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10" name="Espaço Reservado para Imagem 4">
            <a:extLst>
              <a:ext uri="{FF2B5EF4-FFF2-40B4-BE49-F238E27FC236}">
                <a16:creationId xmlns:a16="http://schemas.microsoft.com/office/drawing/2014/main" id="{1E546261-9628-A177-C0FE-A2465FA7CECC}"/>
              </a:ext>
            </a:extLst>
          </p:cNvPr>
          <p:cNvSpPr>
            <a:spLocks noGrp="1"/>
          </p:cNvSpPr>
          <p:nvPr>
            <p:ph type="pic" sz="quarter" idx="12" hasCustomPrompt="1"/>
          </p:nvPr>
        </p:nvSpPr>
        <p:spPr>
          <a:xfrm>
            <a:off x="6096000" y="0"/>
            <a:ext cx="6096000" cy="6858000"/>
          </a:xfrm>
        </p:spPr>
        <p:txBody>
          <a:bodyPr anchor="t">
            <a:normAutofit/>
          </a:bodyPr>
          <a:lstStyle>
            <a:lvl1pPr marL="0" indent="0" algn="ctr">
              <a:buNone/>
              <a:defRPr sz="1600" b="1" i="0" cap="all" baseline="0">
                <a:solidFill>
                  <a:srgbClr val="58595B"/>
                </a:solidFill>
                <a:latin typeface="Roboto" panose="02000000000000000000" pitchFamily="2" charset="0"/>
              </a:defRPr>
            </a:lvl1pPr>
          </a:lstStyle>
          <a:p>
            <a:r>
              <a:rPr lang="pt-BR" dirty="0"/>
              <a:t>Clique para inserir uma imagem</a:t>
            </a:r>
          </a:p>
        </p:txBody>
      </p:sp>
      <p:sp>
        <p:nvSpPr>
          <p:cNvPr id="8" name="CaixaDeTexto 7">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6" y="6457329"/>
            <a:ext cx="4378912" cy="214184"/>
          </a:xfrm>
        </p:spPr>
        <p:txBody>
          <a:bodyPr>
            <a:normAutofit/>
          </a:bodyPr>
          <a:lstStyle>
            <a:lvl1pPr marL="0" indent="0">
              <a:buNone/>
              <a:defRPr sz="800" baseline="0">
                <a:solidFill>
                  <a:srgbClr val="231F20"/>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774734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0_Layout Personalizado">
    <p:spTree>
      <p:nvGrpSpPr>
        <p:cNvPr id="1" name=""/>
        <p:cNvGrpSpPr/>
        <p:nvPr/>
      </p:nvGrpSpPr>
      <p:grpSpPr>
        <a:xfrm>
          <a:off x="0" y="0"/>
          <a:ext cx="0" cy="0"/>
          <a:chOff x="0" y="0"/>
          <a:chExt cx="0" cy="0"/>
        </a:xfrm>
      </p:grpSpPr>
      <p:pic>
        <p:nvPicPr>
          <p:cNvPr id="4" name="Imagem 3" descr="Interface gráfica do usuário, Aplicativo&#10;&#10;Descrição gerada automaticamente">
            <a:extLst>
              <a:ext uri="{FF2B5EF4-FFF2-40B4-BE49-F238E27FC236}">
                <a16:creationId xmlns:a16="http://schemas.microsoft.com/office/drawing/2014/main" id="{46A21244-A0E3-823E-4B6D-07ADF16747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Texto 10">
            <a:extLst>
              <a:ext uri="{FF2B5EF4-FFF2-40B4-BE49-F238E27FC236}">
                <a16:creationId xmlns:a16="http://schemas.microsoft.com/office/drawing/2014/main" id="{05AD36AE-150A-1955-98F5-DEF79E63F8ED}"/>
              </a:ext>
            </a:extLst>
          </p:cNvPr>
          <p:cNvSpPr>
            <a:spLocks noGrp="1"/>
          </p:cNvSpPr>
          <p:nvPr>
            <p:ph type="body" sz="quarter" idx="10" hasCustomPrompt="1"/>
          </p:nvPr>
        </p:nvSpPr>
        <p:spPr>
          <a:xfrm>
            <a:off x="393108" y="1595058"/>
            <a:ext cx="5221480" cy="1965532"/>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3680232"/>
            <a:ext cx="5221480" cy="2534184"/>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8" name="CaixaDeTexto 7">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3" y="6458137"/>
            <a:ext cx="4259687"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
        <p:nvSpPr>
          <p:cNvPr id="14" name="Espaço Reservado para Conteúdo 2"/>
          <p:cNvSpPr>
            <a:spLocks noGrp="1"/>
          </p:cNvSpPr>
          <p:nvPr>
            <p:ph idx="1" hasCustomPrompt="1"/>
          </p:nvPr>
        </p:nvSpPr>
        <p:spPr>
          <a:xfrm>
            <a:off x="6092455" y="0"/>
            <a:ext cx="6098359" cy="6857999"/>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Tree>
    <p:extLst>
      <p:ext uri="{BB962C8B-B14F-4D97-AF65-F5344CB8AC3E}">
        <p14:creationId xmlns:p14="http://schemas.microsoft.com/office/powerpoint/2010/main" val="854808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pic>
        <p:nvPicPr>
          <p:cNvPr id="3" name="Imagem 2" descr="Interface gráfica do usuário, Aplicativo&#10;&#10;Descrição gerada automaticamente">
            <a:extLst>
              <a:ext uri="{FF2B5EF4-FFF2-40B4-BE49-F238E27FC236}">
                <a16:creationId xmlns:a16="http://schemas.microsoft.com/office/drawing/2014/main" id="{4EA35208-7E0C-8181-0104-F27E454B0E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1611534"/>
            <a:ext cx="5221480" cy="4619358"/>
          </a:xfrm>
        </p:spPr>
        <p:txBody>
          <a:bodyPr anchor="ct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5" name="Espaço Reservado para Imagem 4">
            <a:extLst>
              <a:ext uri="{FF2B5EF4-FFF2-40B4-BE49-F238E27FC236}">
                <a16:creationId xmlns:a16="http://schemas.microsoft.com/office/drawing/2014/main" id="{5C661057-7B00-619E-8893-437359807257}"/>
              </a:ext>
            </a:extLst>
          </p:cNvPr>
          <p:cNvSpPr>
            <a:spLocks noGrp="1"/>
          </p:cNvSpPr>
          <p:nvPr>
            <p:ph type="pic" sz="quarter" idx="12" hasCustomPrompt="1"/>
          </p:nvPr>
        </p:nvSpPr>
        <p:spPr>
          <a:xfrm>
            <a:off x="6096000" y="0"/>
            <a:ext cx="6096000" cy="6858000"/>
          </a:xfrm>
        </p:spPr>
        <p:txBody>
          <a:bodyPr anchor="t">
            <a:normAutofit/>
          </a:bodyPr>
          <a:lstStyle>
            <a:lvl1pPr marL="0" indent="0" algn="ctr">
              <a:buNone/>
              <a:defRPr sz="1600" b="1" i="0" cap="all" baseline="0">
                <a:solidFill>
                  <a:srgbClr val="58595B"/>
                </a:solidFill>
                <a:latin typeface="Roboto" panose="02000000000000000000" pitchFamily="2" charset="0"/>
              </a:defRPr>
            </a:lvl1pPr>
          </a:lstStyle>
          <a:p>
            <a:r>
              <a:rPr lang="pt-BR" dirty="0"/>
              <a:t>Clique para inserir uma imagem</a:t>
            </a:r>
          </a:p>
        </p:txBody>
      </p:sp>
      <p:sp>
        <p:nvSpPr>
          <p:cNvPr id="9" name="CaixaDeTexto 8">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4" y="6458137"/>
            <a:ext cx="4370673"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1694955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4_Layout Personalizado">
    <p:spTree>
      <p:nvGrpSpPr>
        <p:cNvPr id="1" name=""/>
        <p:cNvGrpSpPr/>
        <p:nvPr/>
      </p:nvGrpSpPr>
      <p:grpSpPr>
        <a:xfrm>
          <a:off x="0" y="0"/>
          <a:ext cx="0" cy="0"/>
          <a:chOff x="0" y="0"/>
          <a:chExt cx="0" cy="0"/>
        </a:xfrm>
      </p:grpSpPr>
      <p:pic>
        <p:nvPicPr>
          <p:cNvPr id="3" name="Imagem 2" descr="Interface gráfica do usuário, Aplicativo&#10;&#10;Descrição gerada automaticamente">
            <a:extLst>
              <a:ext uri="{FF2B5EF4-FFF2-40B4-BE49-F238E27FC236}">
                <a16:creationId xmlns:a16="http://schemas.microsoft.com/office/drawing/2014/main" id="{4EA35208-7E0C-8181-0104-F27E454B0E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3" name="Espaço Reservado para Texto 12">
            <a:extLst>
              <a:ext uri="{FF2B5EF4-FFF2-40B4-BE49-F238E27FC236}">
                <a16:creationId xmlns:a16="http://schemas.microsoft.com/office/drawing/2014/main" id="{3F965487-A933-7EE9-9151-4A9D10444C9F}"/>
              </a:ext>
            </a:extLst>
          </p:cNvPr>
          <p:cNvSpPr>
            <a:spLocks noGrp="1"/>
          </p:cNvSpPr>
          <p:nvPr>
            <p:ph type="body" sz="quarter" idx="11" hasCustomPrompt="1"/>
          </p:nvPr>
        </p:nvSpPr>
        <p:spPr>
          <a:xfrm>
            <a:off x="393108" y="1611534"/>
            <a:ext cx="5221480" cy="4619358"/>
          </a:xfrm>
        </p:spPr>
        <p:txBody>
          <a:bodyPr anchor="ct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
        <p:nvSpPr>
          <p:cNvPr id="9" name="Espaço Reservado para Conteúdo 2"/>
          <p:cNvSpPr>
            <a:spLocks noGrp="1"/>
          </p:cNvSpPr>
          <p:nvPr>
            <p:ph idx="1" hasCustomPrompt="1"/>
          </p:nvPr>
        </p:nvSpPr>
        <p:spPr>
          <a:xfrm>
            <a:off x="6092455" y="0"/>
            <a:ext cx="6098359" cy="6857999"/>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0" name="CaixaDeTexto 9">
            <a:extLst>
              <a:ext uri="{FF2B5EF4-FFF2-40B4-BE49-F238E27FC236}">
                <a16:creationId xmlns:a16="http://schemas.microsoft.com/office/drawing/2014/main" id="{FB32F0A5-753E-83F5-D77D-39078905EE43}"/>
              </a:ext>
            </a:extLst>
          </p:cNvPr>
          <p:cNvSpPr txBox="1"/>
          <p:nvPr userDrawn="1"/>
        </p:nvSpPr>
        <p:spPr>
          <a:xfrm>
            <a:off x="344259" y="644373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4" y="6458137"/>
            <a:ext cx="4370673"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47062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4C26335-B161-31E5-52FA-5B68174C4A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342900"/>
            <a:ext cx="11503480" cy="6172200"/>
          </a:xfrm>
          <a:prstGeom prst="roundRect">
            <a:avLst>
              <a:gd name="adj" fmla="val 3152"/>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8" name="CaixaDeTexto 7">
            <a:extLst>
              <a:ext uri="{FF2B5EF4-FFF2-40B4-BE49-F238E27FC236}">
                <a16:creationId xmlns:a16="http://schemas.microsoft.com/office/drawing/2014/main" id="{FB32F0A5-753E-83F5-D77D-39078905EE43}"/>
              </a:ext>
            </a:extLst>
          </p:cNvPr>
          <p:cNvSpPr txBox="1"/>
          <p:nvPr userDrawn="1"/>
        </p:nvSpPr>
        <p:spPr>
          <a:xfrm>
            <a:off x="344259" y="655032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0"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52151" y="6564727"/>
            <a:ext cx="7487942"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888269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5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4C26335-B161-31E5-52FA-5B68174C4A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Conteúdo 2"/>
          <p:cNvSpPr>
            <a:spLocks noGrp="1"/>
          </p:cNvSpPr>
          <p:nvPr>
            <p:ph idx="1" hasCustomPrompt="1"/>
          </p:nvPr>
        </p:nvSpPr>
        <p:spPr>
          <a:xfrm>
            <a:off x="344259" y="348343"/>
            <a:ext cx="11490689" cy="6188842"/>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0" name="CaixaDeTexto 9">
            <a:extLst>
              <a:ext uri="{FF2B5EF4-FFF2-40B4-BE49-F238E27FC236}">
                <a16:creationId xmlns:a16="http://schemas.microsoft.com/office/drawing/2014/main" id="{FB32F0A5-753E-83F5-D77D-39078905EE43}"/>
              </a:ext>
            </a:extLst>
          </p:cNvPr>
          <p:cNvSpPr txBox="1"/>
          <p:nvPr userDrawn="1"/>
        </p:nvSpPr>
        <p:spPr>
          <a:xfrm>
            <a:off x="344259" y="655032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52151" y="6564727"/>
            <a:ext cx="7487942"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277837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Layout Personalizado">
    <p:spTree>
      <p:nvGrpSpPr>
        <p:cNvPr id="1" name=""/>
        <p:cNvGrpSpPr/>
        <p:nvPr/>
      </p:nvGrpSpPr>
      <p:grpSpPr>
        <a:xfrm>
          <a:off x="0" y="0"/>
          <a:ext cx="0" cy="0"/>
          <a:chOff x="0" y="0"/>
          <a:chExt cx="0" cy="0"/>
        </a:xfrm>
      </p:grpSpPr>
      <p:pic>
        <p:nvPicPr>
          <p:cNvPr id="4" name="Imagem 3" descr="Texto&#10;&#10;Descrição gerada automaticamente com confiança baixa">
            <a:extLst>
              <a:ext uri="{FF2B5EF4-FFF2-40B4-BE49-F238E27FC236}">
                <a16:creationId xmlns:a16="http://schemas.microsoft.com/office/drawing/2014/main" id="{91A3779A-5A12-F0B9-AD93-A2FCB10F1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1145308"/>
            <a:ext cx="11503480" cy="5369791"/>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7" name="Espaço Reservado para Texto 6">
            <a:extLst>
              <a:ext uri="{FF2B5EF4-FFF2-40B4-BE49-F238E27FC236}">
                <a16:creationId xmlns:a16="http://schemas.microsoft.com/office/drawing/2014/main" id="{DED453B1-226E-335D-E155-FE7CBE82D196}"/>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CaixaDeTexto 10">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2"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7504417"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057250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Layout Personalizado">
    <p:spTree>
      <p:nvGrpSpPr>
        <p:cNvPr id="1" name=""/>
        <p:cNvGrpSpPr/>
        <p:nvPr/>
      </p:nvGrpSpPr>
      <p:grpSpPr>
        <a:xfrm>
          <a:off x="0" y="0"/>
          <a:ext cx="0" cy="0"/>
          <a:chOff x="0" y="0"/>
          <a:chExt cx="0" cy="0"/>
        </a:xfrm>
      </p:grpSpPr>
      <p:pic>
        <p:nvPicPr>
          <p:cNvPr id="4" name="Imagem 3" descr="Texto&#10;&#10;Descrição gerada automaticamente com confiança baixa">
            <a:extLst>
              <a:ext uri="{FF2B5EF4-FFF2-40B4-BE49-F238E27FC236}">
                <a16:creationId xmlns:a16="http://schemas.microsoft.com/office/drawing/2014/main" id="{91A3779A-5A12-F0B9-AD93-A2FCB10F1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7" name="Espaço Reservado para Texto 6">
            <a:extLst>
              <a:ext uri="{FF2B5EF4-FFF2-40B4-BE49-F238E27FC236}">
                <a16:creationId xmlns:a16="http://schemas.microsoft.com/office/drawing/2014/main" id="{DED453B1-226E-335D-E155-FE7CBE82D196}"/>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Espaço Reservado para Conteúdo 2"/>
          <p:cNvSpPr>
            <a:spLocks noGrp="1"/>
          </p:cNvSpPr>
          <p:nvPr>
            <p:ph idx="1" hasCustomPrompt="1"/>
          </p:nvPr>
        </p:nvSpPr>
        <p:spPr>
          <a:xfrm>
            <a:off x="466726" y="1238250"/>
            <a:ext cx="11258550" cy="5153025"/>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2" name="CaixaDeTexto 11">
            <a:extLst>
              <a:ext uri="{FF2B5EF4-FFF2-40B4-BE49-F238E27FC236}">
                <a16:creationId xmlns:a16="http://schemas.microsoft.com/office/drawing/2014/main" id="{FB32F0A5-753E-83F5-D77D-39078905EE43}"/>
              </a:ext>
            </a:extLst>
          </p:cNvPr>
          <p:cNvSpPr txBox="1"/>
          <p:nvPr userDrawn="1"/>
        </p:nvSpPr>
        <p:spPr>
          <a:xfrm>
            <a:off x="344259" y="658398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3"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43913" y="6598387"/>
            <a:ext cx="7496179"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1093311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Layout Personalizado">
    <p:spTree>
      <p:nvGrpSpPr>
        <p:cNvPr id="1" name=""/>
        <p:cNvGrpSpPr/>
        <p:nvPr/>
      </p:nvGrpSpPr>
      <p:grpSpPr>
        <a:xfrm>
          <a:off x="0" y="0"/>
          <a:ext cx="0" cy="0"/>
          <a:chOff x="0" y="0"/>
          <a:chExt cx="0" cy="0"/>
        </a:xfrm>
      </p:grpSpPr>
      <p:pic>
        <p:nvPicPr>
          <p:cNvPr id="5" name="Imagem 4" descr="Texto, Quadro de comunicações&#10;&#10;Descrição gerada automaticamente">
            <a:extLst>
              <a:ext uri="{FF2B5EF4-FFF2-40B4-BE49-F238E27FC236}">
                <a16:creationId xmlns:a16="http://schemas.microsoft.com/office/drawing/2014/main" id="{714F9AFB-B231-6D64-EA20-D83AABA458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1163616"/>
            <a:ext cx="5548537" cy="5351483"/>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6" name="Espaço Reservado para Imagem 8">
            <a:extLst>
              <a:ext uri="{FF2B5EF4-FFF2-40B4-BE49-F238E27FC236}">
                <a16:creationId xmlns:a16="http://schemas.microsoft.com/office/drawing/2014/main" id="{82ED4C45-33FA-0378-3808-3F3A00B1EEE9}"/>
              </a:ext>
            </a:extLst>
          </p:cNvPr>
          <p:cNvSpPr>
            <a:spLocks noGrp="1"/>
          </p:cNvSpPr>
          <p:nvPr>
            <p:ph type="pic" sz="quarter" idx="15" hasCustomPrompt="1"/>
          </p:nvPr>
        </p:nvSpPr>
        <p:spPr>
          <a:xfrm>
            <a:off x="6299201" y="1163616"/>
            <a:ext cx="5548537" cy="5369792"/>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2" name="Espaço Reservado para Texto 6">
            <a:extLst>
              <a:ext uri="{FF2B5EF4-FFF2-40B4-BE49-F238E27FC236}">
                <a16:creationId xmlns:a16="http://schemas.microsoft.com/office/drawing/2014/main" id="{A6DAFF80-5242-640A-C617-6C9212C6124B}"/>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4" name="CaixaDeTexto 13">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5"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4705119"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
        <p:nvSpPr>
          <p:cNvPr id="16" name="CaixaDeTexto 15">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7"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0486" y="6607178"/>
            <a:ext cx="4704236"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1640369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Layout Personalizado">
    <p:spTree>
      <p:nvGrpSpPr>
        <p:cNvPr id="1" name=""/>
        <p:cNvGrpSpPr/>
        <p:nvPr/>
      </p:nvGrpSpPr>
      <p:grpSpPr>
        <a:xfrm>
          <a:off x="0" y="0"/>
          <a:ext cx="0" cy="0"/>
          <a:chOff x="0" y="0"/>
          <a:chExt cx="0" cy="0"/>
        </a:xfrm>
      </p:grpSpPr>
      <p:pic>
        <p:nvPicPr>
          <p:cNvPr id="5" name="Imagem 4" descr="Texto, Quadro de comunicações&#10;&#10;Descrição gerada automaticamente">
            <a:extLst>
              <a:ext uri="{FF2B5EF4-FFF2-40B4-BE49-F238E27FC236}">
                <a16:creationId xmlns:a16="http://schemas.microsoft.com/office/drawing/2014/main" id="{714F9AFB-B231-6D64-EA20-D83AABA458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2" name="Espaço Reservado para Texto 6">
            <a:extLst>
              <a:ext uri="{FF2B5EF4-FFF2-40B4-BE49-F238E27FC236}">
                <a16:creationId xmlns:a16="http://schemas.microsoft.com/office/drawing/2014/main" id="{A6DAFF80-5242-640A-C617-6C9212C6124B}"/>
              </a:ext>
            </a:extLst>
          </p:cNvPr>
          <p:cNvSpPr>
            <a:spLocks noGrp="1"/>
          </p:cNvSpPr>
          <p:nvPr>
            <p:ph type="body" sz="quarter" idx="14" hasCustomPrompt="1"/>
          </p:nvPr>
        </p:nvSpPr>
        <p:spPr>
          <a:xfrm>
            <a:off x="344258" y="267474"/>
            <a:ext cx="11503481"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6" name="Espaço Reservado para Conteúdo 2"/>
          <p:cNvSpPr>
            <a:spLocks noGrp="1"/>
          </p:cNvSpPr>
          <p:nvPr>
            <p:ph idx="1" hasCustomPrompt="1"/>
          </p:nvPr>
        </p:nvSpPr>
        <p:spPr>
          <a:xfrm>
            <a:off x="6368902" y="1302356"/>
            <a:ext cx="5380075" cy="5087812"/>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8" name="CaixaDeTexto 17">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1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4705119"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
        <p:nvSpPr>
          <p:cNvPr id="20" name="CaixaDeTexto 19">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chemeClr val="bg1"/>
                </a:solidFill>
                <a:latin typeface="Roboto" panose="02000000000000000000" pitchFamily="2" charset="0"/>
                <a:ea typeface="Roboto" panose="02000000000000000000" pitchFamily="2" charset="0"/>
              </a:rPr>
              <a:t>Fonte da imagem:</a:t>
            </a:r>
          </a:p>
        </p:txBody>
      </p:sp>
      <p:sp>
        <p:nvSpPr>
          <p:cNvPr id="21"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0486" y="6607178"/>
            <a:ext cx="4704236" cy="214184"/>
          </a:xfrm>
        </p:spPr>
        <p:txBody>
          <a:bodyPr>
            <a:normAutofit/>
          </a:bodyPr>
          <a:lstStyle>
            <a:lvl1pPr marL="0" indent="0">
              <a:buNone/>
              <a:defRPr sz="800" baseline="0">
                <a:solidFill>
                  <a:schemeClr val="bg1"/>
                </a:solidFill>
                <a:latin typeface="Roboto" panose="02000000000000000000" pitchFamily="2" charset="0"/>
              </a:defRPr>
            </a:lvl1pPr>
          </a:lstStyle>
          <a:p>
            <a:pPr lvl="0"/>
            <a:r>
              <a:rPr lang="pt-BR" dirty="0"/>
              <a:t>Clique para adicionar o link da imagem</a:t>
            </a:r>
          </a:p>
        </p:txBody>
      </p:sp>
      <p:sp>
        <p:nvSpPr>
          <p:cNvPr id="22"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35550" y="1146198"/>
            <a:ext cx="5548537" cy="5351483"/>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Tree>
    <p:extLst>
      <p:ext uri="{BB962C8B-B14F-4D97-AF65-F5344CB8AC3E}">
        <p14:creationId xmlns:p14="http://schemas.microsoft.com/office/powerpoint/2010/main" val="3799096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Layout Personalizado">
    <p:spTree>
      <p:nvGrpSpPr>
        <p:cNvPr id="1" name=""/>
        <p:cNvGrpSpPr/>
        <p:nvPr/>
      </p:nvGrpSpPr>
      <p:grpSpPr>
        <a:xfrm>
          <a:off x="0" y="0"/>
          <a:ext cx="0" cy="0"/>
          <a:chOff x="0" y="0"/>
          <a:chExt cx="0" cy="0"/>
        </a:xfrm>
      </p:grpSpPr>
      <p:pic>
        <p:nvPicPr>
          <p:cNvPr id="4" name="Imagem 3" descr="Texto, Quadro de comunicações&#10;&#10;Descrição gerada automaticamente">
            <a:extLst>
              <a:ext uri="{FF2B5EF4-FFF2-40B4-BE49-F238E27FC236}">
                <a16:creationId xmlns:a16="http://schemas.microsoft.com/office/drawing/2014/main" id="{A57C6209-03F4-5A14-0447-1CC2C610A5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9" name="Espaço Reservado para Imagem 8">
            <a:extLst>
              <a:ext uri="{FF2B5EF4-FFF2-40B4-BE49-F238E27FC236}">
                <a16:creationId xmlns:a16="http://schemas.microsoft.com/office/drawing/2014/main" id="{644225B0-D666-94FC-CC53-651A3EBB02BD}"/>
              </a:ext>
            </a:extLst>
          </p:cNvPr>
          <p:cNvSpPr>
            <a:spLocks noGrp="1"/>
          </p:cNvSpPr>
          <p:nvPr>
            <p:ph type="pic" sz="quarter" idx="10" hasCustomPrompt="1"/>
          </p:nvPr>
        </p:nvSpPr>
        <p:spPr>
          <a:xfrm>
            <a:off x="344259" y="351148"/>
            <a:ext cx="5548537" cy="6163952"/>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6" name="Espaço Reservado para Imagem 8">
            <a:extLst>
              <a:ext uri="{FF2B5EF4-FFF2-40B4-BE49-F238E27FC236}">
                <a16:creationId xmlns:a16="http://schemas.microsoft.com/office/drawing/2014/main" id="{82ED4C45-33FA-0378-3808-3F3A00B1EEE9}"/>
              </a:ext>
            </a:extLst>
          </p:cNvPr>
          <p:cNvSpPr>
            <a:spLocks noGrp="1"/>
          </p:cNvSpPr>
          <p:nvPr>
            <p:ph type="pic" sz="quarter" idx="15" hasCustomPrompt="1"/>
          </p:nvPr>
        </p:nvSpPr>
        <p:spPr>
          <a:xfrm>
            <a:off x="6299201" y="351148"/>
            <a:ext cx="5548537" cy="6182260"/>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18" name="CaixaDeTexto 17">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9"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19199" y="6592777"/>
            <a:ext cx="4721595"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
        <p:nvSpPr>
          <p:cNvPr id="20" name="CaixaDeTexto 19">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21"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8724" y="6607178"/>
            <a:ext cx="4695998"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69272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8_Layout Personalizado">
    <p:spTree>
      <p:nvGrpSpPr>
        <p:cNvPr id="1" name=""/>
        <p:cNvGrpSpPr/>
        <p:nvPr/>
      </p:nvGrpSpPr>
      <p:grpSpPr>
        <a:xfrm>
          <a:off x="0" y="0"/>
          <a:ext cx="0" cy="0"/>
          <a:chOff x="0" y="0"/>
          <a:chExt cx="0" cy="0"/>
        </a:xfrm>
      </p:grpSpPr>
      <p:pic>
        <p:nvPicPr>
          <p:cNvPr id="4" name="Imagem 3" descr="Texto, Quadro de comunicações&#10;&#10;Descrição gerada automaticamente">
            <a:extLst>
              <a:ext uri="{FF2B5EF4-FFF2-40B4-BE49-F238E27FC236}">
                <a16:creationId xmlns:a16="http://schemas.microsoft.com/office/drawing/2014/main" id="{A57C6209-03F4-5A14-0447-1CC2C610A5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1" name="Espaço Reservado para Conteúdo 2"/>
          <p:cNvSpPr>
            <a:spLocks noGrp="1"/>
          </p:cNvSpPr>
          <p:nvPr>
            <p:ph idx="1" hasCustomPrompt="1"/>
          </p:nvPr>
        </p:nvSpPr>
        <p:spPr>
          <a:xfrm>
            <a:off x="6368902" y="457200"/>
            <a:ext cx="5380075" cy="5954234"/>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3" name="Espaço Reservado para Conteúdo 2"/>
          <p:cNvSpPr>
            <a:spLocks noGrp="1"/>
          </p:cNvSpPr>
          <p:nvPr>
            <p:ph idx="18" hasCustomPrompt="1"/>
          </p:nvPr>
        </p:nvSpPr>
        <p:spPr>
          <a:xfrm>
            <a:off x="429323" y="451883"/>
            <a:ext cx="5380075" cy="5954234"/>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4" name="CaixaDeTexto 13">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8"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35675" y="6592777"/>
            <a:ext cx="4705119"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
        <p:nvSpPr>
          <p:cNvPr id="19" name="CaixaDeTexto 18">
            <a:extLst>
              <a:ext uri="{FF2B5EF4-FFF2-40B4-BE49-F238E27FC236}">
                <a16:creationId xmlns:a16="http://schemas.microsoft.com/office/drawing/2014/main" id="{FB32F0A5-753E-83F5-D77D-39078905EE43}"/>
              </a:ext>
            </a:extLst>
          </p:cNvPr>
          <p:cNvSpPr txBox="1"/>
          <p:nvPr userDrawn="1"/>
        </p:nvSpPr>
        <p:spPr>
          <a:xfrm>
            <a:off x="6398186" y="6592777"/>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20" name="Espaço Reservado para Texto 12">
            <a:extLst>
              <a:ext uri="{FF2B5EF4-FFF2-40B4-BE49-F238E27FC236}">
                <a16:creationId xmlns:a16="http://schemas.microsoft.com/office/drawing/2014/main" id="{0C42D5AA-EFA1-F8F1-4AEB-D8FC236C203C}"/>
              </a:ext>
            </a:extLst>
          </p:cNvPr>
          <p:cNvSpPr>
            <a:spLocks noGrp="1"/>
          </p:cNvSpPr>
          <p:nvPr>
            <p:ph type="body" sz="quarter" idx="17" hasCustomPrompt="1"/>
          </p:nvPr>
        </p:nvSpPr>
        <p:spPr>
          <a:xfrm>
            <a:off x="7298724" y="6607178"/>
            <a:ext cx="4695998"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3835530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Layout Personalizado">
    <p:spTree>
      <p:nvGrpSpPr>
        <p:cNvPr id="1" name=""/>
        <p:cNvGrpSpPr/>
        <p:nvPr/>
      </p:nvGrpSpPr>
      <p:grpSpPr>
        <a:xfrm>
          <a:off x="0" y="0"/>
          <a:ext cx="0" cy="0"/>
          <a:chOff x="0" y="0"/>
          <a:chExt cx="0" cy="0"/>
        </a:xfrm>
      </p:grpSpPr>
      <p:pic>
        <p:nvPicPr>
          <p:cNvPr id="4" name="Imagem 3" descr="Texto&#10;&#10;Descrição gerada automaticamente">
            <a:extLst>
              <a:ext uri="{FF2B5EF4-FFF2-40B4-BE49-F238E27FC236}">
                <a16:creationId xmlns:a16="http://schemas.microsoft.com/office/drawing/2014/main" id="{AE1894C7-E86B-3299-1067-CE4EC13C69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6">
            <a:extLst>
              <a:ext uri="{FF2B5EF4-FFF2-40B4-BE49-F238E27FC236}">
                <a16:creationId xmlns:a16="http://schemas.microsoft.com/office/drawing/2014/main" id="{465DEC17-15AA-496B-9008-3748CC033FAB}"/>
              </a:ext>
            </a:extLst>
          </p:cNvPr>
          <p:cNvSpPr>
            <a:spLocks noGrp="1"/>
          </p:cNvSpPr>
          <p:nvPr>
            <p:ph type="body" sz="quarter" idx="14" hasCustomPrompt="1"/>
          </p:nvPr>
        </p:nvSpPr>
        <p:spPr>
          <a:xfrm>
            <a:off x="179462" y="437959"/>
            <a:ext cx="11673555"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1" hasCustomPrompt="1"/>
          </p:nvPr>
        </p:nvSpPr>
        <p:spPr>
          <a:xfrm>
            <a:off x="179462" y="1659275"/>
            <a:ext cx="4418175" cy="4703425"/>
          </a:xfrm>
        </p:spPr>
        <p:txBody>
          <a:bodyPr>
            <a:normAutofit/>
          </a:bodyPr>
          <a:lstStyle>
            <a:lvl1pPr marL="0" indent="0">
              <a:buNone/>
              <a:defRPr sz="2200" baseline="0">
                <a:solidFill>
                  <a:srgbClr val="231F20"/>
                </a:solidFill>
                <a:latin typeface="Roboto" panose="02000000000000000000" pitchFamily="2" charset="0"/>
              </a:defRPr>
            </a:lvl1pPr>
          </a:lstStyle>
          <a:p>
            <a:pPr lvl="0"/>
            <a:r>
              <a:rPr lang="pt-BR" dirty="0"/>
              <a:t>Clique para adicionar texto</a:t>
            </a:r>
          </a:p>
        </p:txBody>
      </p:sp>
      <p:sp>
        <p:nvSpPr>
          <p:cNvPr id="19" name="Espaço Reservado para Imagem 8">
            <a:extLst>
              <a:ext uri="{FF2B5EF4-FFF2-40B4-BE49-F238E27FC236}">
                <a16:creationId xmlns:a16="http://schemas.microsoft.com/office/drawing/2014/main" id="{A753D7AD-ADED-CD19-C220-AD230710758D}"/>
              </a:ext>
            </a:extLst>
          </p:cNvPr>
          <p:cNvSpPr>
            <a:spLocks noGrp="1"/>
          </p:cNvSpPr>
          <p:nvPr>
            <p:ph type="pic" sz="quarter" idx="10" hasCustomPrompt="1"/>
          </p:nvPr>
        </p:nvSpPr>
        <p:spPr>
          <a:xfrm>
            <a:off x="4775915" y="1709157"/>
            <a:ext cx="7077102" cy="4776687"/>
          </a:xfrm>
          <a:prstGeom prst="roundRect">
            <a:avLst>
              <a:gd name="adj" fmla="val 3496"/>
            </a:avLst>
          </a:prstGeom>
          <a:ln w="22225" cap="rnd">
            <a:solidFill>
              <a:srgbClr val="D8D3D2"/>
            </a:solidFill>
            <a:round/>
          </a:ln>
          <a:effectLst>
            <a:softEdge rad="0"/>
          </a:effectLst>
        </p:spPr>
        <p:txBody>
          <a:bodyPr anchor="t">
            <a:normAutofit/>
          </a:bodyPr>
          <a:lstStyle>
            <a:lvl1pPr marL="0" indent="0" algn="ctr">
              <a:buNone/>
              <a:defRPr sz="1600" b="1" cap="all" baseline="0">
                <a:solidFill>
                  <a:srgbClr val="58595B"/>
                </a:solidFill>
                <a:latin typeface="Roboto" panose="02000000000000000000" pitchFamily="2" charset="0"/>
              </a:defRPr>
            </a:lvl1pPr>
          </a:lstStyle>
          <a:p>
            <a:r>
              <a:rPr lang="pt-BR" dirty="0"/>
              <a:t>Clique para inserir uma imagem</a:t>
            </a:r>
          </a:p>
        </p:txBody>
      </p:sp>
      <p:sp>
        <p:nvSpPr>
          <p:cNvPr id="10" name="CaixaDeTexto 9">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2"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52151" y="6592777"/>
            <a:ext cx="4451963"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372511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Layout Personalizado">
    <p:spTree>
      <p:nvGrpSpPr>
        <p:cNvPr id="1" name=""/>
        <p:cNvGrpSpPr/>
        <p:nvPr/>
      </p:nvGrpSpPr>
      <p:grpSpPr>
        <a:xfrm>
          <a:off x="0" y="0"/>
          <a:ext cx="0" cy="0"/>
          <a:chOff x="0" y="0"/>
          <a:chExt cx="0" cy="0"/>
        </a:xfrm>
      </p:grpSpPr>
      <p:pic>
        <p:nvPicPr>
          <p:cNvPr id="4" name="Imagem 3" descr="Texto&#10;&#10;Descrição gerada automaticamente">
            <a:extLst>
              <a:ext uri="{FF2B5EF4-FFF2-40B4-BE49-F238E27FC236}">
                <a16:creationId xmlns:a16="http://schemas.microsoft.com/office/drawing/2014/main" id="{AE1894C7-E86B-3299-1067-CE4EC13C69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6">
            <a:extLst>
              <a:ext uri="{FF2B5EF4-FFF2-40B4-BE49-F238E27FC236}">
                <a16:creationId xmlns:a16="http://schemas.microsoft.com/office/drawing/2014/main" id="{465DEC17-15AA-496B-9008-3748CC033FAB}"/>
              </a:ext>
            </a:extLst>
          </p:cNvPr>
          <p:cNvSpPr>
            <a:spLocks noGrp="1"/>
          </p:cNvSpPr>
          <p:nvPr>
            <p:ph type="body" sz="quarter" idx="14" hasCustomPrompt="1"/>
          </p:nvPr>
        </p:nvSpPr>
        <p:spPr>
          <a:xfrm>
            <a:off x="179462" y="437959"/>
            <a:ext cx="11673555" cy="783357"/>
          </a:xfrm>
        </p:spPr>
        <p:txBody>
          <a:bodyPr anchor="ctr">
            <a:normAutofit/>
          </a:bodyPr>
          <a:lstStyle>
            <a:lvl1pPr marL="0" indent="0">
              <a:buNone/>
              <a:defRPr sz="4400" b="1" i="0" baseline="0">
                <a:solidFill>
                  <a:srgbClr val="231F20"/>
                </a:solidFill>
                <a:latin typeface="Oswald" pitchFamily="2" charset="0"/>
              </a:defRPr>
            </a:lvl1pPr>
          </a:lstStyle>
          <a:p>
            <a:pPr lvl="0"/>
            <a:r>
              <a:rPr lang="pt-BR" dirty="0"/>
              <a:t>CLIQUE PARA ADICIONAR UM TÍTULO</a:t>
            </a:r>
          </a:p>
        </p:txBody>
      </p:sp>
      <p:sp>
        <p:nvSpPr>
          <p:cNvPr id="11" name="Espaço Reservado para Texto 12">
            <a:extLst>
              <a:ext uri="{FF2B5EF4-FFF2-40B4-BE49-F238E27FC236}">
                <a16:creationId xmlns:a16="http://schemas.microsoft.com/office/drawing/2014/main" id="{0C42D5AA-EFA1-F8F1-4AEB-D8FC236C203C}"/>
              </a:ext>
            </a:extLst>
          </p:cNvPr>
          <p:cNvSpPr>
            <a:spLocks noGrp="1"/>
          </p:cNvSpPr>
          <p:nvPr>
            <p:ph type="body" sz="quarter" idx="11" hasCustomPrompt="1"/>
          </p:nvPr>
        </p:nvSpPr>
        <p:spPr>
          <a:xfrm>
            <a:off x="179462" y="1659275"/>
            <a:ext cx="4418175" cy="4703425"/>
          </a:xfrm>
        </p:spPr>
        <p:txBody>
          <a:bodyPr>
            <a:normAutofit/>
          </a:bodyPr>
          <a:lstStyle>
            <a:lvl1pPr marL="0" indent="0">
              <a:buNone/>
              <a:defRPr sz="2200" baseline="0">
                <a:solidFill>
                  <a:srgbClr val="231F20"/>
                </a:solidFill>
                <a:latin typeface="Roboto" panose="02000000000000000000" pitchFamily="2" charset="0"/>
              </a:defRPr>
            </a:lvl1pPr>
          </a:lstStyle>
          <a:p>
            <a:pPr lvl="0"/>
            <a:r>
              <a:rPr lang="pt-BR" dirty="0"/>
              <a:t>Clique para adicionar texto</a:t>
            </a:r>
          </a:p>
        </p:txBody>
      </p:sp>
      <p:sp>
        <p:nvSpPr>
          <p:cNvPr id="10" name="Espaço Reservado para Conteúdo 2"/>
          <p:cNvSpPr>
            <a:spLocks noGrp="1"/>
          </p:cNvSpPr>
          <p:nvPr>
            <p:ph idx="1" hasCustomPrompt="1"/>
          </p:nvPr>
        </p:nvSpPr>
        <p:spPr>
          <a:xfrm>
            <a:off x="4859383" y="1750423"/>
            <a:ext cx="6905897" cy="4676503"/>
          </a:xfrm>
        </p:spPr>
        <p:txBody>
          <a:bodyPr>
            <a:normAutofit/>
          </a:bodyPr>
          <a:lstStyle>
            <a:lvl1pPr marL="0" indent="0" algn="ctr">
              <a:buFontTx/>
              <a:buNone/>
              <a:defRPr sz="1600" b="1">
                <a:solidFill>
                  <a:srgbClr val="58595B"/>
                </a:solidFill>
                <a:latin typeface="Roboto" panose="0200000000000000000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pt-BR" dirty="0"/>
              <a:t>CLIQUE PARA INSERIR ELEMENTO</a:t>
            </a:r>
          </a:p>
        </p:txBody>
      </p:sp>
      <p:sp>
        <p:nvSpPr>
          <p:cNvPr id="12" name="CaixaDeTexto 11">
            <a:extLst>
              <a:ext uri="{FF2B5EF4-FFF2-40B4-BE49-F238E27FC236}">
                <a16:creationId xmlns:a16="http://schemas.microsoft.com/office/drawing/2014/main" id="{FB32F0A5-753E-83F5-D77D-39078905EE43}"/>
              </a:ext>
            </a:extLst>
          </p:cNvPr>
          <p:cNvSpPr txBox="1"/>
          <p:nvPr userDrawn="1"/>
        </p:nvSpPr>
        <p:spPr>
          <a:xfrm>
            <a:off x="344259" y="6578376"/>
            <a:ext cx="1452784" cy="215444"/>
          </a:xfrm>
          <a:prstGeom prst="rect">
            <a:avLst/>
          </a:prstGeom>
          <a:noFill/>
        </p:spPr>
        <p:txBody>
          <a:bodyPr wrap="square" rtlCol="0" anchor="ctr">
            <a:spAutoFit/>
          </a:bodyPr>
          <a:lstStyle/>
          <a:p>
            <a:r>
              <a:rPr lang="pt-BR" sz="800" b="1" dirty="0">
                <a:solidFill>
                  <a:srgbClr val="58595B"/>
                </a:solidFill>
                <a:latin typeface="Roboto" panose="02000000000000000000" pitchFamily="2" charset="0"/>
                <a:ea typeface="Roboto" panose="02000000000000000000" pitchFamily="2" charset="0"/>
              </a:rPr>
              <a:t>Fonte da imagem:</a:t>
            </a:r>
          </a:p>
        </p:txBody>
      </p:sp>
      <p:sp>
        <p:nvSpPr>
          <p:cNvPr id="14" name="Espaço Reservado para Texto 12">
            <a:extLst>
              <a:ext uri="{FF2B5EF4-FFF2-40B4-BE49-F238E27FC236}">
                <a16:creationId xmlns:a16="http://schemas.microsoft.com/office/drawing/2014/main" id="{0C42D5AA-EFA1-F8F1-4AEB-D8FC236C203C}"/>
              </a:ext>
            </a:extLst>
          </p:cNvPr>
          <p:cNvSpPr>
            <a:spLocks noGrp="1"/>
          </p:cNvSpPr>
          <p:nvPr>
            <p:ph type="body" sz="quarter" idx="16" hasCustomPrompt="1"/>
          </p:nvPr>
        </p:nvSpPr>
        <p:spPr>
          <a:xfrm>
            <a:off x="1260389" y="6592777"/>
            <a:ext cx="4443725" cy="214184"/>
          </a:xfrm>
        </p:spPr>
        <p:txBody>
          <a:bodyPr>
            <a:normAutofit/>
          </a:bodyPr>
          <a:lstStyle>
            <a:lvl1pPr marL="0" indent="0">
              <a:buNone/>
              <a:defRPr sz="800" baseline="0">
                <a:solidFill>
                  <a:srgbClr val="58595B"/>
                </a:solidFill>
                <a:latin typeface="Roboto" panose="02000000000000000000" pitchFamily="2" charset="0"/>
              </a:defRPr>
            </a:lvl1pPr>
          </a:lstStyle>
          <a:p>
            <a:pPr lvl="0"/>
            <a:r>
              <a:rPr lang="pt-BR" dirty="0"/>
              <a:t>Clique para adicionar o link da imagem</a:t>
            </a:r>
          </a:p>
        </p:txBody>
      </p:sp>
    </p:spTree>
    <p:extLst>
      <p:ext uri="{BB962C8B-B14F-4D97-AF65-F5344CB8AC3E}">
        <p14:creationId xmlns:p14="http://schemas.microsoft.com/office/powerpoint/2010/main" val="2231271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Layout Personalizado">
    <p:spTree>
      <p:nvGrpSpPr>
        <p:cNvPr id="1" name=""/>
        <p:cNvGrpSpPr/>
        <p:nvPr/>
      </p:nvGrpSpPr>
      <p:grpSpPr>
        <a:xfrm>
          <a:off x="0" y="0"/>
          <a:ext cx="0" cy="0"/>
          <a:chOff x="0" y="0"/>
          <a:chExt cx="0" cy="0"/>
        </a:xfrm>
      </p:grpSpPr>
      <p:pic>
        <p:nvPicPr>
          <p:cNvPr id="4" name="Imagem 3" descr="Forma&#10;&#10;Descrição gerada automaticamente">
            <a:extLst>
              <a:ext uri="{FF2B5EF4-FFF2-40B4-BE49-F238E27FC236}">
                <a16:creationId xmlns:a16="http://schemas.microsoft.com/office/drawing/2014/main" id="{CFAA60E7-B119-DB5D-A065-8CD2757A51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10" name="Espaço Reservado para Texto 10">
            <a:extLst>
              <a:ext uri="{FF2B5EF4-FFF2-40B4-BE49-F238E27FC236}">
                <a16:creationId xmlns:a16="http://schemas.microsoft.com/office/drawing/2014/main" id="{32FAA423-0D2F-7FA2-E708-574E3761DB81}"/>
              </a:ext>
            </a:extLst>
          </p:cNvPr>
          <p:cNvSpPr>
            <a:spLocks noGrp="1"/>
          </p:cNvSpPr>
          <p:nvPr>
            <p:ph type="body" sz="quarter" idx="10" hasCustomPrompt="1"/>
          </p:nvPr>
        </p:nvSpPr>
        <p:spPr>
          <a:xfrm>
            <a:off x="615950" y="495300"/>
            <a:ext cx="6681833" cy="1513319"/>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11" name="Espaço Reservado para Texto 12">
            <a:extLst>
              <a:ext uri="{FF2B5EF4-FFF2-40B4-BE49-F238E27FC236}">
                <a16:creationId xmlns:a16="http://schemas.microsoft.com/office/drawing/2014/main" id="{4D9C9758-BE37-A03A-B81D-29754A02B9BA}"/>
              </a:ext>
            </a:extLst>
          </p:cNvPr>
          <p:cNvSpPr>
            <a:spLocks noGrp="1"/>
          </p:cNvSpPr>
          <p:nvPr>
            <p:ph type="body" sz="quarter" idx="11" hasCustomPrompt="1"/>
          </p:nvPr>
        </p:nvSpPr>
        <p:spPr>
          <a:xfrm>
            <a:off x="615950" y="2215978"/>
            <a:ext cx="8989604" cy="414672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8754192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Layout Personalizado">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17E60CEA-D571-5680-E6D8-9DA6E7B947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4" name="Espaço Reservado para Texto 10">
            <a:extLst>
              <a:ext uri="{FF2B5EF4-FFF2-40B4-BE49-F238E27FC236}">
                <a16:creationId xmlns:a16="http://schemas.microsoft.com/office/drawing/2014/main" id="{1F7C454A-7CAA-2FF2-DC61-522F56E5FF6F}"/>
              </a:ext>
            </a:extLst>
          </p:cNvPr>
          <p:cNvSpPr>
            <a:spLocks noGrp="1"/>
          </p:cNvSpPr>
          <p:nvPr>
            <p:ph type="body" sz="quarter" idx="10" hasCustomPrompt="1"/>
          </p:nvPr>
        </p:nvSpPr>
        <p:spPr>
          <a:xfrm>
            <a:off x="615950" y="495300"/>
            <a:ext cx="6681833" cy="1513319"/>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5" name="Espaço Reservado para Texto 12">
            <a:extLst>
              <a:ext uri="{FF2B5EF4-FFF2-40B4-BE49-F238E27FC236}">
                <a16:creationId xmlns:a16="http://schemas.microsoft.com/office/drawing/2014/main" id="{CABAF94D-7DB0-1956-3209-3001D211FD4C}"/>
              </a:ext>
            </a:extLst>
          </p:cNvPr>
          <p:cNvSpPr>
            <a:spLocks noGrp="1"/>
          </p:cNvSpPr>
          <p:nvPr>
            <p:ph type="body" sz="quarter" idx="11" hasCustomPrompt="1"/>
          </p:nvPr>
        </p:nvSpPr>
        <p:spPr>
          <a:xfrm>
            <a:off x="615950" y="2215978"/>
            <a:ext cx="8989604" cy="414672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1156684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Layout Personalizado">
    <p:spTree>
      <p:nvGrpSpPr>
        <p:cNvPr id="1" name=""/>
        <p:cNvGrpSpPr/>
        <p:nvPr/>
      </p:nvGrpSpPr>
      <p:grpSpPr>
        <a:xfrm>
          <a:off x="0" y="0"/>
          <a:ext cx="0" cy="0"/>
          <a:chOff x="0" y="0"/>
          <a:chExt cx="0" cy="0"/>
        </a:xfrm>
      </p:grpSpPr>
      <p:pic>
        <p:nvPicPr>
          <p:cNvPr id="3" name="Imagem 2" descr="Forma&#10;&#10;Descrição gerada automaticamente com confiança baixa">
            <a:extLst>
              <a:ext uri="{FF2B5EF4-FFF2-40B4-BE49-F238E27FC236}">
                <a16:creationId xmlns:a16="http://schemas.microsoft.com/office/drawing/2014/main" id="{6082B716-AAFD-8BF4-2997-E8290D278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10">
            <a:extLst>
              <a:ext uri="{FF2B5EF4-FFF2-40B4-BE49-F238E27FC236}">
                <a16:creationId xmlns:a16="http://schemas.microsoft.com/office/drawing/2014/main" id="{62169643-8DD2-FD43-3074-2EFA536626BD}"/>
              </a:ext>
            </a:extLst>
          </p:cNvPr>
          <p:cNvSpPr>
            <a:spLocks noGrp="1"/>
          </p:cNvSpPr>
          <p:nvPr>
            <p:ph type="body" sz="quarter" idx="10" hasCustomPrompt="1"/>
          </p:nvPr>
        </p:nvSpPr>
        <p:spPr>
          <a:xfrm>
            <a:off x="615950" y="495300"/>
            <a:ext cx="5255011" cy="1846248"/>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9" name="Espaço Reservado para Texto 12">
            <a:extLst>
              <a:ext uri="{FF2B5EF4-FFF2-40B4-BE49-F238E27FC236}">
                <a16:creationId xmlns:a16="http://schemas.microsoft.com/office/drawing/2014/main" id="{46314C32-24E1-4AF3-4384-3BB8F47AFC0B}"/>
              </a:ext>
            </a:extLst>
          </p:cNvPr>
          <p:cNvSpPr>
            <a:spLocks noGrp="1"/>
          </p:cNvSpPr>
          <p:nvPr>
            <p:ph type="body" sz="quarter" idx="11" hasCustomPrompt="1"/>
          </p:nvPr>
        </p:nvSpPr>
        <p:spPr>
          <a:xfrm>
            <a:off x="615950" y="2561968"/>
            <a:ext cx="5255011" cy="380073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5377784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3_Layout Personalizado">
    <p:spTree>
      <p:nvGrpSpPr>
        <p:cNvPr id="1" name=""/>
        <p:cNvGrpSpPr/>
        <p:nvPr/>
      </p:nvGrpSpPr>
      <p:grpSpPr>
        <a:xfrm>
          <a:off x="0" y="0"/>
          <a:ext cx="0" cy="0"/>
          <a:chOff x="0" y="0"/>
          <a:chExt cx="0" cy="0"/>
        </a:xfrm>
      </p:grpSpPr>
      <p:pic>
        <p:nvPicPr>
          <p:cNvPr id="4" name="Imagem 3" descr="Desenho com traços pretos em fundo branco&#10;&#10;Descrição gerada automaticamente com confiança média">
            <a:extLst>
              <a:ext uri="{FF2B5EF4-FFF2-40B4-BE49-F238E27FC236}">
                <a16:creationId xmlns:a16="http://schemas.microsoft.com/office/drawing/2014/main" id="{381FD4C7-EC6D-BAC1-AC97-8ED361878C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8" name="Espaço Reservado para Texto 10">
            <a:extLst>
              <a:ext uri="{FF2B5EF4-FFF2-40B4-BE49-F238E27FC236}">
                <a16:creationId xmlns:a16="http://schemas.microsoft.com/office/drawing/2014/main" id="{59B51597-730B-A004-9BC8-C14D3DC908F9}"/>
              </a:ext>
            </a:extLst>
          </p:cNvPr>
          <p:cNvSpPr>
            <a:spLocks noGrp="1"/>
          </p:cNvSpPr>
          <p:nvPr>
            <p:ph type="body" sz="quarter" idx="10" hasCustomPrompt="1"/>
          </p:nvPr>
        </p:nvSpPr>
        <p:spPr>
          <a:xfrm>
            <a:off x="615950" y="495300"/>
            <a:ext cx="5255011" cy="1846248"/>
          </a:xfrm>
        </p:spPr>
        <p:txBody>
          <a:bodyPr anchor="ctr">
            <a:noAutofit/>
          </a:bodyPr>
          <a:lstStyle>
            <a:lvl1pPr marL="0" indent="0">
              <a:buNone/>
              <a:defRPr sz="4400" b="1" i="0" cap="all" normalizeH="0" baseline="0">
                <a:solidFill>
                  <a:srgbClr val="231F20"/>
                </a:solidFill>
                <a:latin typeface="Oswald" pitchFamily="2" charset="0"/>
              </a:defRPr>
            </a:lvl1pPr>
          </a:lstStyle>
          <a:p>
            <a:pPr lvl="0"/>
            <a:r>
              <a:rPr lang="pt-BR" dirty="0"/>
              <a:t>CLIQUE PARA ADICIONAR UM TÍTULO</a:t>
            </a:r>
          </a:p>
        </p:txBody>
      </p:sp>
      <p:sp>
        <p:nvSpPr>
          <p:cNvPr id="9" name="Espaço Reservado para Texto 12">
            <a:extLst>
              <a:ext uri="{FF2B5EF4-FFF2-40B4-BE49-F238E27FC236}">
                <a16:creationId xmlns:a16="http://schemas.microsoft.com/office/drawing/2014/main" id="{7EF14CD3-8E2B-D78F-5470-66862BE0EA25}"/>
              </a:ext>
            </a:extLst>
          </p:cNvPr>
          <p:cNvSpPr>
            <a:spLocks noGrp="1"/>
          </p:cNvSpPr>
          <p:nvPr>
            <p:ph type="body" sz="quarter" idx="11" hasCustomPrompt="1"/>
          </p:nvPr>
        </p:nvSpPr>
        <p:spPr>
          <a:xfrm>
            <a:off x="615950" y="2503918"/>
            <a:ext cx="5255011" cy="3858782"/>
          </a:xfrm>
        </p:spPr>
        <p:txBody>
          <a:bodyPr>
            <a:normAutofit/>
          </a:bodyPr>
          <a:lstStyle>
            <a:lvl1pPr marL="0" indent="0">
              <a:buNone/>
              <a:defRPr sz="2200" baseline="0">
                <a:solidFill>
                  <a:srgbClr val="58595B"/>
                </a:solidFill>
                <a:latin typeface="Roboto" panose="02000000000000000000" pitchFamily="2" charset="0"/>
              </a:defRPr>
            </a:lvl1pPr>
          </a:lstStyle>
          <a:p>
            <a:pPr lvl="0"/>
            <a:r>
              <a:rPr lang="pt-BR" dirty="0"/>
              <a:t>Clique para adicionar texto</a:t>
            </a:r>
          </a:p>
        </p:txBody>
      </p:sp>
    </p:spTree>
    <p:extLst>
      <p:ext uri="{BB962C8B-B14F-4D97-AF65-F5344CB8AC3E}">
        <p14:creationId xmlns:p14="http://schemas.microsoft.com/office/powerpoint/2010/main" val="25562913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Layout Personalizado">
    <p:spTree>
      <p:nvGrpSpPr>
        <p:cNvPr id="1" name=""/>
        <p:cNvGrpSpPr/>
        <p:nvPr/>
      </p:nvGrpSpPr>
      <p:grpSpPr>
        <a:xfrm>
          <a:off x="0" y="0"/>
          <a:ext cx="0" cy="0"/>
          <a:chOff x="0" y="0"/>
          <a:chExt cx="0" cy="0"/>
        </a:xfrm>
      </p:grpSpPr>
      <p:pic>
        <p:nvPicPr>
          <p:cNvPr id="7" name="Imagem 6" descr="Padrão do plano de fundo&#10;&#10;Descrição gerada automaticamente com confiança baixa">
            <a:extLst>
              <a:ext uri="{FF2B5EF4-FFF2-40B4-BE49-F238E27FC236}">
                <a16:creationId xmlns:a16="http://schemas.microsoft.com/office/drawing/2014/main" id="{DAB00F91-633E-C672-007D-D9305ECFBE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Tree>
    <p:extLst>
      <p:ext uri="{BB962C8B-B14F-4D97-AF65-F5344CB8AC3E}">
        <p14:creationId xmlns:p14="http://schemas.microsoft.com/office/powerpoint/2010/main" val="253575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00E8922F-CCB1-A40B-B426-8AB7D9702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2E253C15-A55A-1DAE-0128-186BB19D01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F7885BA-2A3D-496A-377E-1417B1134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A6C780-0657-4F9F-8064-278364C8AFEA}" type="datetimeFigureOut">
              <a:rPr lang="pt-BR" smtClean="0"/>
              <a:t>03/08/2025</a:t>
            </a:fld>
            <a:endParaRPr lang="pt-BR"/>
          </a:p>
        </p:txBody>
      </p:sp>
      <p:sp>
        <p:nvSpPr>
          <p:cNvPr id="5" name="Espaço Reservado para Rodapé 4">
            <a:extLst>
              <a:ext uri="{FF2B5EF4-FFF2-40B4-BE49-F238E27FC236}">
                <a16:creationId xmlns:a16="http://schemas.microsoft.com/office/drawing/2014/main" id="{A920022C-0F61-288F-B265-13EE63DD4C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CB0C0B1-2514-AD2D-EFAC-3C51FCF390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8C7FC6-D704-4A59-B0AC-ADF24F0008B9}" type="slidenum">
              <a:rPr lang="pt-BR" smtClean="0"/>
              <a:t>‹nº›</a:t>
            </a:fld>
            <a:endParaRPr lang="pt-BR"/>
          </a:p>
        </p:txBody>
      </p:sp>
    </p:spTree>
    <p:extLst>
      <p:ext uri="{BB962C8B-B14F-4D97-AF65-F5344CB8AC3E}">
        <p14:creationId xmlns:p14="http://schemas.microsoft.com/office/powerpoint/2010/main" val="333230095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72" r:id="rId7"/>
    <p:sldLayoutId id="2147483655" r:id="rId8"/>
    <p:sldLayoutId id="2147483666" r:id="rId9"/>
    <p:sldLayoutId id="2147483656" r:id="rId10"/>
    <p:sldLayoutId id="2147483667" r:id="rId11"/>
    <p:sldLayoutId id="2147483657" r:id="rId12"/>
    <p:sldLayoutId id="2147483668" r:id="rId13"/>
    <p:sldLayoutId id="2147483658" r:id="rId14"/>
    <p:sldLayoutId id="2147483669" r:id="rId15"/>
    <p:sldLayoutId id="2147483659" r:id="rId16"/>
    <p:sldLayoutId id="2147483670" r:id="rId17"/>
    <p:sldLayoutId id="2147483661" r:id="rId18"/>
    <p:sldLayoutId id="2147483671" r:id="rId19"/>
    <p:sldLayoutId id="2147483662" r:id="rId20"/>
    <p:sldLayoutId id="2147483663" r:id="rId21"/>
    <p:sldLayoutId id="2147483664" r:id="rId22"/>
    <p:sldLayoutId id="2147483665" r:id="rId23"/>
    <p:sldLayoutId id="2147483660"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A631CAD1-3191-352B-0DA5-7A9A6228EA96}"/>
              </a:ext>
            </a:extLst>
          </p:cNvPr>
          <p:cNvSpPr>
            <a:spLocks noGrp="1"/>
          </p:cNvSpPr>
          <p:nvPr>
            <p:ph type="body" sz="quarter" idx="10"/>
          </p:nvPr>
        </p:nvSpPr>
        <p:spPr/>
        <p:txBody>
          <a:bodyPr/>
          <a:lstStyle/>
          <a:p>
            <a:r>
              <a:rPr lang="pt-BR" dirty="0"/>
              <a:t>Reconhecimento de Padrões</a:t>
            </a:r>
          </a:p>
          <a:p>
            <a:endParaRPr lang="pt-BR" dirty="0"/>
          </a:p>
          <a:p>
            <a:r>
              <a:rPr lang="pt-BR" dirty="0"/>
              <a:t>Aula 03</a:t>
            </a:r>
          </a:p>
        </p:txBody>
      </p:sp>
      <p:sp>
        <p:nvSpPr>
          <p:cNvPr id="5" name="Espaço Reservado para Texto 4">
            <a:extLst>
              <a:ext uri="{FF2B5EF4-FFF2-40B4-BE49-F238E27FC236}">
                <a16:creationId xmlns:a16="http://schemas.microsoft.com/office/drawing/2014/main" id="{BD6219C9-8C06-81B8-0465-2149E2E0B384}"/>
              </a:ext>
            </a:extLst>
          </p:cNvPr>
          <p:cNvSpPr>
            <a:spLocks noGrp="1"/>
          </p:cNvSpPr>
          <p:nvPr>
            <p:ph type="body" sz="quarter" idx="11"/>
          </p:nvPr>
        </p:nvSpPr>
        <p:spPr/>
        <p:txBody>
          <a:bodyPr/>
          <a:lstStyle/>
          <a:p>
            <a:r>
              <a:rPr lang="pt-BR" dirty="0"/>
              <a:t>Rodolfo R. terra</a:t>
            </a:r>
          </a:p>
        </p:txBody>
      </p:sp>
    </p:spTree>
    <p:extLst>
      <p:ext uri="{BB962C8B-B14F-4D97-AF65-F5344CB8AC3E}">
        <p14:creationId xmlns:p14="http://schemas.microsoft.com/office/powerpoint/2010/main" val="348642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Texto 7"/>
          <p:cNvSpPr>
            <a:spLocks noGrp="1"/>
          </p:cNvSpPr>
          <p:nvPr>
            <p:ph type="body" sz="quarter" idx="10"/>
          </p:nvPr>
        </p:nvSpPr>
        <p:spPr/>
        <p:txBody>
          <a:bodyPr/>
          <a:lstStyle/>
          <a:p>
            <a:r>
              <a:rPr lang="pt-BR" dirty="0"/>
              <a:t>Introdução à Mineração de Texto e TENDÊNCIAS</a:t>
            </a:r>
          </a:p>
        </p:txBody>
      </p:sp>
      <p:sp>
        <p:nvSpPr>
          <p:cNvPr id="9" name="Espaço Reservado para Texto 8"/>
          <p:cNvSpPr>
            <a:spLocks noGrp="1"/>
          </p:cNvSpPr>
          <p:nvPr>
            <p:ph type="body" sz="quarter" idx="11"/>
          </p:nvPr>
        </p:nvSpPr>
        <p:spPr>
          <a:xfrm>
            <a:off x="393108" y="3680232"/>
            <a:ext cx="5221480" cy="2534184"/>
          </a:xfrm>
        </p:spPr>
        <p:txBody>
          <a:bodyPr>
            <a:normAutofit/>
          </a:bodyPr>
          <a:lstStyle/>
          <a:p>
            <a:pPr marL="342900" indent="-342900">
              <a:buFont typeface="Arial" panose="020B0604020202020204" pitchFamily="34" charset="0"/>
              <a:buChar char="•"/>
            </a:pPr>
            <a:r>
              <a:rPr lang="pt-BR" dirty="0"/>
              <a:t>O que é mineração de textos?</a:t>
            </a:r>
          </a:p>
          <a:p>
            <a:pPr lvl="1" indent="0">
              <a:buNone/>
            </a:pPr>
            <a:r>
              <a:rPr lang="pt-BR" sz="1400" b="1" dirty="0">
                <a:solidFill>
                  <a:schemeClr val="accent5">
                    <a:lumMod val="75000"/>
                  </a:schemeClr>
                </a:solidFill>
              </a:rPr>
              <a:t>Coleta, preparação, extração, análise e visualização</a:t>
            </a:r>
          </a:p>
          <a:p>
            <a:pPr marL="342900" indent="-342900">
              <a:buFont typeface="Arial" panose="020B0604020202020204" pitchFamily="34" charset="0"/>
              <a:buChar char="•"/>
            </a:pPr>
            <a:r>
              <a:rPr lang="pt-BR" dirty="0"/>
              <a:t>Etapas do NLP com NLTK</a:t>
            </a:r>
          </a:p>
          <a:p>
            <a:pPr lvl="1" indent="0">
              <a:buNone/>
            </a:pPr>
            <a:r>
              <a:rPr lang="pt-BR" sz="1400" b="1" dirty="0" err="1">
                <a:solidFill>
                  <a:schemeClr val="accent5">
                    <a:lumMod val="75000"/>
                  </a:schemeClr>
                </a:solidFill>
              </a:rPr>
              <a:t>Tokenização</a:t>
            </a:r>
            <a:r>
              <a:rPr lang="pt-BR" sz="1400" b="1" dirty="0">
                <a:solidFill>
                  <a:schemeClr val="accent5">
                    <a:lumMod val="75000"/>
                  </a:schemeClr>
                </a:solidFill>
              </a:rPr>
              <a:t>, </a:t>
            </a:r>
            <a:r>
              <a:rPr lang="pt-BR" sz="1400" b="1" dirty="0" err="1">
                <a:solidFill>
                  <a:schemeClr val="accent5">
                    <a:lumMod val="75000"/>
                  </a:schemeClr>
                </a:solidFill>
              </a:rPr>
              <a:t>stopwords</a:t>
            </a:r>
            <a:r>
              <a:rPr lang="pt-BR" sz="1400" b="1" dirty="0">
                <a:solidFill>
                  <a:schemeClr val="accent5">
                    <a:lumMod val="75000"/>
                  </a:schemeClr>
                </a:solidFill>
              </a:rPr>
              <a:t>, lematização</a:t>
            </a:r>
          </a:p>
          <a:p>
            <a:pPr marL="342900" indent="-342900">
              <a:buFont typeface="Arial" panose="020B0604020202020204" pitchFamily="34" charset="0"/>
              <a:buChar char="•"/>
            </a:pPr>
            <a:r>
              <a:rPr lang="pt-BR" dirty="0"/>
              <a:t>Atividade Prática</a:t>
            </a:r>
          </a:p>
          <a:p>
            <a:pPr lvl="1" indent="0">
              <a:buNone/>
            </a:pPr>
            <a:r>
              <a:rPr lang="pt-BR" sz="1400" b="1" dirty="0">
                <a:solidFill>
                  <a:schemeClr val="accent5">
                    <a:lumMod val="75000"/>
                  </a:schemeClr>
                </a:solidFill>
              </a:rPr>
              <a:t>Google Trend</a:t>
            </a:r>
          </a:p>
          <a:p>
            <a:pPr lvl="1" indent="0">
              <a:buNone/>
            </a:pPr>
            <a:endParaRPr lang="pt-BR" dirty="0"/>
          </a:p>
          <a:p>
            <a:pPr marL="1028700" lvl="1" indent="-342900"/>
            <a:endParaRPr lang="pt-BR" dirty="0"/>
          </a:p>
          <a:p>
            <a:pPr marL="342900" indent="-342900">
              <a:buFont typeface="Arial" panose="020B0604020202020204" pitchFamily="34" charset="0"/>
              <a:buChar char="•"/>
            </a:pPr>
            <a:endParaRPr lang="pt-BR" dirty="0"/>
          </a:p>
        </p:txBody>
      </p:sp>
      <p:pic>
        <p:nvPicPr>
          <p:cNvPr id="4" name="Picture 4" descr="Mineração de Texto – IA-Labs">
            <a:extLst>
              <a:ext uri="{FF2B5EF4-FFF2-40B4-BE49-F238E27FC236}">
                <a16:creationId xmlns:a16="http://schemas.microsoft.com/office/drawing/2014/main" id="{9BDD37EC-CECB-4033-9F5F-7DDCC3D1AF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94" r="16586"/>
          <a:stretch/>
        </p:blipFill>
        <p:spPr bwMode="auto">
          <a:xfrm>
            <a:off x="6320881" y="1141240"/>
            <a:ext cx="5478011" cy="483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05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3" descr="Definir ícone de estrutura de tópicos de tecnologia de dados | Vetor Premium">
            <a:extLst>
              <a:ext uri="{FF2B5EF4-FFF2-40B4-BE49-F238E27FC236}">
                <a16:creationId xmlns:a16="http://schemas.microsoft.com/office/drawing/2014/main" id="{A75D4207-AE5F-427E-8CCD-C78048657A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430" t="27918" r="5903" b="52694"/>
          <a:stretch/>
        </p:blipFill>
        <p:spPr bwMode="auto">
          <a:xfrm>
            <a:off x="10368408" y="5775503"/>
            <a:ext cx="814906" cy="880844"/>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A482027E-B3D2-4B12-B9B4-ADA21043D1FB}"/>
              </a:ext>
            </a:extLst>
          </p:cNvPr>
          <p:cNvSpPr/>
          <p:nvPr/>
        </p:nvSpPr>
        <p:spPr>
          <a:xfrm>
            <a:off x="494950" y="2122415"/>
            <a:ext cx="6518246" cy="8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Texto 7">
            <a:extLst>
              <a:ext uri="{FF2B5EF4-FFF2-40B4-BE49-F238E27FC236}">
                <a16:creationId xmlns:a16="http://schemas.microsoft.com/office/drawing/2014/main" id="{ED38F306-BE9D-4415-8A81-D21772C88DA6}"/>
              </a:ext>
            </a:extLst>
          </p:cNvPr>
          <p:cNvSpPr txBox="1">
            <a:spLocks/>
          </p:cNvSpPr>
          <p:nvPr/>
        </p:nvSpPr>
        <p:spPr>
          <a:xfrm>
            <a:off x="393108" y="1595058"/>
            <a:ext cx="5221480" cy="196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dirty="0">
                <a:effectLst>
                  <a:outerShdw blurRad="38100" dist="38100" dir="2700000" algn="tl">
                    <a:srgbClr val="000000">
                      <a:alpha val="43137"/>
                    </a:srgbClr>
                  </a:outerShdw>
                </a:effectLst>
              </a:rPr>
              <a:t>O que é Mineração de Texto?</a:t>
            </a:r>
          </a:p>
        </p:txBody>
      </p:sp>
      <p:sp>
        <p:nvSpPr>
          <p:cNvPr id="4" name="Rectangle 8">
            <a:extLst>
              <a:ext uri="{FF2B5EF4-FFF2-40B4-BE49-F238E27FC236}">
                <a16:creationId xmlns:a16="http://schemas.microsoft.com/office/drawing/2014/main" id="{80DAC740-040F-4C52-BA96-372E6F3759F6}"/>
              </a:ext>
            </a:extLst>
          </p:cNvPr>
          <p:cNvSpPr>
            <a:spLocks noChangeArrowheads="1"/>
          </p:cNvSpPr>
          <p:nvPr/>
        </p:nvSpPr>
        <p:spPr bwMode="auto">
          <a:xfrm>
            <a:off x="393108" y="3252813"/>
            <a:ext cx="2345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ts val="600"/>
              </a:spcBef>
              <a:spcAft>
                <a:spcPts val="600"/>
              </a:spcAft>
              <a:buFont typeface="Arial" panose="020B0604020202020204" pitchFamily="34" charset="0"/>
              <a:buChar char="•"/>
            </a:pPr>
            <a:r>
              <a:rPr lang="pt-BR" sz="1400" b="1" dirty="0"/>
              <a:t>Coleta de Dados Textuais</a:t>
            </a:r>
            <a:endParaRPr kumimoji="0" lang="pt-BR" altLang="pt-BR" sz="14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EED09B8-D3F2-43E7-A7A6-2B51B896E53A}"/>
              </a:ext>
            </a:extLst>
          </p:cNvPr>
          <p:cNvSpPr>
            <a:spLocks noChangeArrowheads="1"/>
          </p:cNvSpPr>
          <p:nvPr/>
        </p:nvSpPr>
        <p:spPr bwMode="auto">
          <a:xfrm>
            <a:off x="494950" y="2039794"/>
            <a:ext cx="823754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400" b="1" i="0" u="none" strike="noStrike" cap="none" normalizeH="0" baseline="0" dirty="0">
                <a:ln>
                  <a:noFill/>
                </a:ln>
                <a:solidFill>
                  <a:schemeClr val="tx1"/>
                </a:solidFill>
                <a:effectLst/>
                <a:latin typeface="Arial" panose="020B0604020202020204" pitchFamily="34" charset="0"/>
              </a:rPr>
              <a:t>Mineração de textos</a:t>
            </a:r>
            <a:r>
              <a:rPr kumimoji="0" lang="pt-BR" altLang="pt-BR" sz="1400" b="0" i="0" u="none" strike="noStrike" cap="none" normalizeH="0" baseline="0" dirty="0">
                <a:ln>
                  <a:noFill/>
                </a:ln>
                <a:solidFill>
                  <a:schemeClr val="tx1"/>
                </a:solidFill>
                <a:effectLst/>
                <a:latin typeface="Arial" panose="020B0604020202020204" pitchFamily="34" charset="0"/>
              </a:rPr>
              <a:t> é o processo de explorar grandes volumes de </a:t>
            </a:r>
            <a:r>
              <a:rPr kumimoji="0" lang="pt-BR" altLang="pt-BR" sz="1400" b="1" i="0" u="none" strike="noStrike" cap="none" normalizeH="0" baseline="0" dirty="0">
                <a:ln>
                  <a:noFill/>
                </a:ln>
                <a:solidFill>
                  <a:schemeClr val="tx1"/>
                </a:solidFill>
                <a:effectLst/>
                <a:latin typeface="Arial" panose="020B0604020202020204" pitchFamily="34" charset="0"/>
              </a:rPr>
              <a:t>dados textuais não estruturados</a:t>
            </a:r>
            <a:r>
              <a:rPr kumimoji="0" lang="pt-BR" altLang="pt-BR" sz="1400" b="0" i="0" u="none" strike="noStrike" cap="none" normalizeH="0" baseline="0" dirty="0">
                <a:ln>
                  <a:noFill/>
                </a:ln>
                <a:solidFill>
                  <a:schemeClr val="tx1"/>
                </a:solidFill>
                <a:effectLst/>
                <a:latin typeface="Arial" panose="020B0604020202020204" pitchFamily="34" charset="0"/>
              </a:rPr>
              <a:t> com o objetivo de </a:t>
            </a:r>
            <a:r>
              <a:rPr kumimoji="0" lang="pt-BR" altLang="pt-BR" sz="1400" b="1" i="0" u="none" strike="noStrike" cap="none" normalizeH="0" baseline="0" dirty="0">
                <a:ln>
                  <a:noFill/>
                </a:ln>
                <a:solidFill>
                  <a:schemeClr val="tx1"/>
                </a:solidFill>
                <a:effectLst/>
                <a:latin typeface="Arial" panose="020B0604020202020204" pitchFamily="34" charset="0"/>
              </a:rPr>
              <a:t>extrair padrões, informações relevantes e conhecimento útil</a:t>
            </a:r>
            <a:r>
              <a:rPr kumimoji="0" lang="pt-BR" altLang="pt-BR" sz="1400" b="0" i="0" u="none" strike="noStrike" cap="none" normalizeH="0" baseline="0" dirty="0">
                <a:ln>
                  <a:noFill/>
                </a:ln>
                <a:solidFill>
                  <a:schemeClr val="tx1"/>
                </a:solidFill>
                <a:effectLst/>
                <a:latin typeface="Arial" panose="020B0604020202020204" pitchFamily="34" charset="0"/>
              </a:rPr>
              <a:t>, por meio de técnicas de </a:t>
            </a:r>
            <a:r>
              <a:rPr kumimoji="0" lang="pt-BR" altLang="pt-BR" sz="1400" b="1" i="0" u="none" strike="noStrike" cap="none" normalizeH="0" baseline="0" dirty="0">
                <a:ln>
                  <a:noFill/>
                </a:ln>
                <a:solidFill>
                  <a:schemeClr val="tx1"/>
                </a:solidFill>
                <a:effectLst/>
                <a:latin typeface="Arial" panose="020B0604020202020204" pitchFamily="34" charset="0"/>
              </a:rPr>
              <a:t>linguística computacional</a:t>
            </a:r>
            <a:r>
              <a:rPr kumimoji="0" lang="pt-BR" altLang="pt-BR" sz="1400" b="0" i="0" u="none" strike="noStrike" cap="none" normalizeH="0" baseline="0" dirty="0">
                <a:ln>
                  <a:noFill/>
                </a:ln>
                <a:solidFill>
                  <a:schemeClr val="tx1"/>
                </a:solidFill>
                <a:effectLst/>
                <a:latin typeface="Arial" panose="020B0604020202020204" pitchFamily="34" charset="0"/>
              </a:rPr>
              <a:t>, </a:t>
            </a:r>
            <a:r>
              <a:rPr kumimoji="0" lang="pt-BR" altLang="pt-BR" sz="1400" b="1" i="0" u="none" strike="noStrike" cap="none" normalizeH="0" baseline="0" dirty="0">
                <a:ln>
                  <a:noFill/>
                </a:ln>
                <a:solidFill>
                  <a:schemeClr val="tx1"/>
                </a:solidFill>
                <a:effectLst/>
                <a:latin typeface="Arial" panose="020B0604020202020204" pitchFamily="34" charset="0"/>
              </a:rPr>
              <a:t>aprendizado de máquina</a:t>
            </a:r>
            <a:r>
              <a:rPr kumimoji="0" lang="pt-BR" altLang="pt-BR" sz="1400" b="0" i="0" u="none" strike="noStrike" cap="none" normalizeH="0" baseline="0" dirty="0">
                <a:ln>
                  <a:noFill/>
                </a:ln>
                <a:solidFill>
                  <a:schemeClr val="tx1"/>
                </a:solidFill>
                <a:effectLst/>
                <a:latin typeface="Arial" panose="020B0604020202020204" pitchFamily="34" charset="0"/>
              </a:rPr>
              <a:t> e </a:t>
            </a:r>
            <a:r>
              <a:rPr kumimoji="0" lang="pt-BR" altLang="pt-BR" sz="1400" b="1" i="0" u="none" strike="noStrike" cap="none" normalizeH="0" baseline="0" dirty="0">
                <a:ln>
                  <a:noFill/>
                </a:ln>
                <a:solidFill>
                  <a:schemeClr val="tx1"/>
                </a:solidFill>
                <a:effectLst/>
                <a:latin typeface="Arial" panose="020B0604020202020204" pitchFamily="34" charset="0"/>
              </a:rPr>
              <a:t>estatística</a:t>
            </a:r>
            <a:r>
              <a:rPr kumimoji="0" lang="pt-BR" altLang="pt-BR" sz="1400" b="0" i="0" u="none" strike="noStrike" cap="none" normalizeH="0" baseline="0" dirty="0">
                <a:ln>
                  <a:noFill/>
                </a:ln>
                <a:solidFill>
                  <a:schemeClr val="tx1"/>
                </a:solidFill>
                <a:effectLst/>
                <a:latin typeface="Arial" panose="020B0604020202020204" pitchFamily="34" charset="0"/>
              </a:rPr>
              <a:t>.</a:t>
            </a:r>
          </a:p>
        </p:txBody>
      </p:sp>
      <p:pic>
        <p:nvPicPr>
          <p:cNvPr id="1027" name="Picture 3" descr="Definir ícone de estrutura de tópicos de tecnologia de dados | Vetor Premium">
            <a:extLst>
              <a:ext uri="{FF2B5EF4-FFF2-40B4-BE49-F238E27FC236}">
                <a16:creationId xmlns:a16="http://schemas.microsoft.com/office/drawing/2014/main" id="{2A52C9FF-9EC9-44CF-85AC-061AFCE4C2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326" t="73232" r="25921" b="7011"/>
          <a:stretch/>
        </p:blipFill>
        <p:spPr bwMode="auto">
          <a:xfrm>
            <a:off x="6505645" y="3385203"/>
            <a:ext cx="700801" cy="89762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Definir ícone de estrutura de tópicos de tecnologia de dados | Vetor Premium">
            <a:extLst>
              <a:ext uri="{FF2B5EF4-FFF2-40B4-BE49-F238E27FC236}">
                <a16:creationId xmlns:a16="http://schemas.microsoft.com/office/drawing/2014/main" id="{DB5C5697-D4EE-444A-A175-3D9445AEDC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76" t="29072" r="22931" b="51171"/>
          <a:stretch/>
        </p:blipFill>
        <p:spPr bwMode="auto">
          <a:xfrm>
            <a:off x="3193185" y="3540652"/>
            <a:ext cx="983420" cy="89762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Definir ícone de estrutura de tópicos de tecnologia de dados | Vetor Premium">
            <a:extLst>
              <a:ext uri="{FF2B5EF4-FFF2-40B4-BE49-F238E27FC236}">
                <a16:creationId xmlns:a16="http://schemas.microsoft.com/office/drawing/2014/main" id="{D3D0B672-A1FE-4F79-B135-BBF9276056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247" t="5696" r="42121" b="74467"/>
          <a:stretch/>
        </p:blipFill>
        <p:spPr bwMode="auto">
          <a:xfrm>
            <a:off x="1023457" y="3574748"/>
            <a:ext cx="872455" cy="90127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Definir ícone de estrutura de tópicos de tecnologia de dados | Vetor Premium">
            <a:extLst>
              <a:ext uri="{FF2B5EF4-FFF2-40B4-BE49-F238E27FC236}">
                <a16:creationId xmlns:a16="http://schemas.microsoft.com/office/drawing/2014/main" id="{39DD811C-CB60-447D-AC8B-3D80C2DAE0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57" t="28572" r="80376" b="52040"/>
          <a:stretch/>
        </p:blipFill>
        <p:spPr bwMode="auto">
          <a:xfrm>
            <a:off x="7474633" y="4779855"/>
            <a:ext cx="814906" cy="88084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a:extLst>
              <a:ext uri="{FF2B5EF4-FFF2-40B4-BE49-F238E27FC236}">
                <a16:creationId xmlns:a16="http://schemas.microsoft.com/office/drawing/2014/main" id="{01037E3D-EF38-4980-9ECE-018A38E9D938}"/>
              </a:ext>
            </a:extLst>
          </p:cNvPr>
          <p:cNvSpPr>
            <a:spLocks noChangeArrowheads="1"/>
          </p:cNvSpPr>
          <p:nvPr/>
        </p:nvSpPr>
        <p:spPr bwMode="auto">
          <a:xfrm>
            <a:off x="2233406" y="4485702"/>
            <a:ext cx="406713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ts val="600"/>
              </a:spcBef>
              <a:spcAft>
                <a:spcPts val="600"/>
              </a:spcAft>
              <a:buFont typeface="Arial" panose="020B0604020202020204" pitchFamily="34" charset="0"/>
              <a:buChar char="•"/>
            </a:pPr>
            <a:r>
              <a:rPr lang="pt-BR" sz="1400" dirty="0"/>
              <a:t> </a:t>
            </a:r>
            <a:r>
              <a:rPr lang="pt-BR" sz="1400" b="1" dirty="0"/>
              <a:t>Pré Processamento</a:t>
            </a:r>
          </a:p>
          <a:p>
            <a:pPr marL="742950" lvl="1" indent="-285750" eaLnBrk="0" fontAlgn="base" hangingPunct="0">
              <a:spcBef>
                <a:spcPts val="600"/>
              </a:spcBef>
              <a:spcAft>
                <a:spcPts val="600"/>
              </a:spcAft>
              <a:buFont typeface="Arial" panose="020B0604020202020204" pitchFamily="34" charset="0"/>
              <a:buChar char="•"/>
            </a:pPr>
            <a:r>
              <a:rPr lang="pt-BR" sz="1000" dirty="0"/>
              <a:t>Limpeza dos textos (Remover pontuação, números símbolos</a:t>
            </a:r>
          </a:p>
          <a:p>
            <a:pPr marL="742950" lvl="1" indent="-285750" eaLnBrk="0" fontAlgn="base" hangingPunct="0">
              <a:spcBef>
                <a:spcPts val="600"/>
              </a:spcBef>
              <a:spcAft>
                <a:spcPts val="600"/>
              </a:spcAft>
              <a:buFont typeface="Arial" panose="020B0604020202020204" pitchFamily="34" charset="0"/>
              <a:buChar char="•"/>
            </a:pPr>
            <a:r>
              <a:rPr lang="pt-BR" sz="1000" dirty="0"/>
              <a:t>Conversão para minúsculas</a:t>
            </a:r>
          </a:p>
          <a:p>
            <a:pPr marL="742950" lvl="1" indent="-285750" eaLnBrk="0" fontAlgn="base" hangingPunct="0">
              <a:spcBef>
                <a:spcPts val="600"/>
              </a:spcBef>
              <a:spcAft>
                <a:spcPts val="600"/>
              </a:spcAft>
              <a:buFont typeface="Arial" panose="020B0604020202020204" pitchFamily="34" charset="0"/>
              <a:buChar char="•"/>
            </a:pPr>
            <a:r>
              <a:rPr lang="pt-BR" sz="1000" dirty="0" err="1"/>
              <a:t>Tokenização</a:t>
            </a:r>
            <a:r>
              <a:rPr lang="pt-BR" sz="1000" dirty="0"/>
              <a:t>: Quebrar em palavras ou frases</a:t>
            </a:r>
          </a:p>
          <a:p>
            <a:pPr marL="742950" lvl="1" indent="-285750" eaLnBrk="0" fontAlgn="base" hangingPunct="0">
              <a:spcBef>
                <a:spcPts val="600"/>
              </a:spcBef>
              <a:spcAft>
                <a:spcPts val="600"/>
              </a:spcAft>
              <a:buFont typeface="Arial" panose="020B0604020202020204" pitchFamily="34" charset="0"/>
              <a:buChar char="•"/>
            </a:pPr>
            <a:r>
              <a:rPr lang="pt-BR" sz="1000" dirty="0" err="1"/>
              <a:t>Stopwords</a:t>
            </a:r>
            <a:r>
              <a:rPr lang="pt-BR" sz="1000" dirty="0"/>
              <a:t>: Remoção de palavras irrelevantes</a:t>
            </a:r>
          </a:p>
          <a:p>
            <a:pPr marL="742950" lvl="1" indent="-285750" eaLnBrk="0" fontAlgn="base" hangingPunct="0">
              <a:spcBef>
                <a:spcPts val="600"/>
              </a:spcBef>
              <a:spcAft>
                <a:spcPts val="600"/>
              </a:spcAft>
              <a:buFont typeface="Arial" panose="020B0604020202020204" pitchFamily="34" charset="0"/>
              <a:buChar char="•"/>
            </a:pPr>
            <a:r>
              <a:rPr lang="pt-BR" sz="1000" dirty="0" err="1"/>
              <a:t>Stemming</a:t>
            </a:r>
            <a:r>
              <a:rPr lang="pt-BR" sz="1000" dirty="0"/>
              <a:t> ou </a:t>
            </a:r>
            <a:r>
              <a:rPr lang="pt-BR" sz="1000" dirty="0" err="1"/>
              <a:t>Lemmatização</a:t>
            </a:r>
            <a:r>
              <a:rPr lang="pt-BR" sz="1000" dirty="0"/>
              <a:t>: Redução à raiz da</a:t>
            </a:r>
            <a:endParaRPr kumimoji="0" lang="pt-BR" altLang="pt-BR" sz="1400" b="0" i="0" u="none" strike="noStrike" cap="none" normalizeH="0" baseline="0" dirty="0">
              <a:ln>
                <a:noFill/>
              </a:ln>
              <a:solidFill>
                <a:schemeClr val="tx1"/>
              </a:solidFill>
              <a:effectLst/>
              <a:latin typeface="Arial" panose="020B0604020202020204" pitchFamily="34" charset="0"/>
            </a:endParaRPr>
          </a:p>
        </p:txBody>
      </p:sp>
      <p:sp>
        <p:nvSpPr>
          <p:cNvPr id="13" name="Rectangle 8">
            <a:extLst>
              <a:ext uri="{FF2B5EF4-FFF2-40B4-BE49-F238E27FC236}">
                <a16:creationId xmlns:a16="http://schemas.microsoft.com/office/drawing/2014/main" id="{BBF172BA-109B-4FC4-ACAE-875E9EFBB86F}"/>
              </a:ext>
            </a:extLst>
          </p:cNvPr>
          <p:cNvSpPr>
            <a:spLocks noChangeArrowheads="1"/>
          </p:cNvSpPr>
          <p:nvPr/>
        </p:nvSpPr>
        <p:spPr bwMode="auto">
          <a:xfrm>
            <a:off x="5919430" y="2944943"/>
            <a:ext cx="2568332"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ts val="600"/>
              </a:spcBef>
              <a:spcAft>
                <a:spcPts val="600"/>
              </a:spcAft>
              <a:buFont typeface="Arial" panose="020B0604020202020204" pitchFamily="34" charset="0"/>
              <a:buChar char="•"/>
            </a:pPr>
            <a:r>
              <a:rPr lang="pt-BR" sz="1400" b="1" dirty="0"/>
              <a:t>Representação do Texto</a:t>
            </a:r>
          </a:p>
          <a:p>
            <a:pPr marL="1657350" lvl="3" indent="-285750" eaLnBrk="0" fontAlgn="base" hangingPunct="0">
              <a:spcBef>
                <a:spcPts val="600"/>
              </a:spcBef>
              <a:spcAft>
                <a:spcPts val="600"/>
              </a:spcAft>
              <a:buFont typeface="Arial" panose="020B0604020202020204" pitchFamily="34" charset="0"/>
              <a:buChar char="•"/>
            </a:pPr>
            <a:r>
              <a:rPr lang="pt-BR" sz="1000" dirty="0"/>
              <a:t>Bag os </a:t>
            </a:r>
            <a:r>
              <a:rPr lang="pt-BR" sz="1000" dirty="0" err="1"/>
              <a:t>Words</a:t>
            </a:r>
            <a:endParaRPr lang="pt-BR" sz="1000" dirty="0"/>
          </a:p>
          <a:p>
            <a:pPr marL="1657350" lvl="3" indent="-285750" eaLnBrk="0" fontAlgn="base" hangingPunct="0">
              <a:spcBef>
                <a:spcPts val="600"/>
              </a:spcBef>
              <a:spcAft>
                <a:spcPts val="600"/>
              </a:spcAft>
              <a:buFont typeface="Arial" panose="020B0604020202020204" pitchFamily="34" charset="0"/>
              <a:buChar char="•"/>
            </a:pPr>
            <a:r>
              <a:rPr lang="pt-BR" sz="1000" dirty="0"/>
              <a:t>TF-IDF</a:t>
            </a:r>
          </a:p>
          <a:p>
            <a:pPr marL="1657350" lvl="3" indent="-285750" eaLnBrk="0" fontAlgn="base" hangingPunct="0">
              <a:spcBef>
                <a:spcPts val="600"/>
              </a:spcBef>
              <a:spcAft>
                <a:spcPts val="600"/>
              </a:spcAft>
              <a:buFont typeface="Arial" panose="020B0604020202020204" pitchFamily="34" charset="0"/>
              <a:buChar char="•"/>
            </a:pPr>
            <a:r>
              <a:rPr lang="pt-BR" sz="1000" dirty="0" err="1"/>
              <a:t>Embeddings</a:t>
            </a:r>
            <a:endParaRPr lang="pt-BR" sz="1000" dirty="0"/>
          </a:p>
          <a:p>
            <a:pPr lvl="3" eaLnBrk="0" fontAlgn="base" hangingPunct="0">
              <a:spcBef>
                <a:spcPts val="600"/>
              </a:spcBef>
              <a:spcAft>
                <a:spcPts val="600"/>
              </a:spcAft>
            </a:pPr>
            <a:endParaRPr lang="pt-BR" sz="1000" dirty="0"/>
          </a:p>
        </p:txBody>
      </p:sp>
      <p:sp>
        <p:nvSpPr>
          <p:cNvPr id="14" name="Rectangle 8">
            <a:extLst>
              <a:ext uri="{FF2B5EF4-FFF2-40B4-BE49-F238E27FC236}">
                <a16:creationId xmlns:a16="http://schemas.microsoft.com/office/drawing/2014/main" id="{9FEAC0D0-E83D-4C20-A6C5-F7C5A7A24D2D}"/>
              </a:ext>
            </a:extLst>
          </p:cNvPr>
          <p:cNvSpPr>
            <a:spLocks noChangeArrowheads="1"/>
          </p:cNvSpPr>
          <p:nvPr/>
        </p:nvSpPr>
        <p:spPr bwMode="auto">
          <a:xfrm>
            <a:off x="7012587" y="4593185"/>
            <a:ext cx="25539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ts val="600"/>
              </a:spcBef>
              <a:spcAft>
                <a:spcPts val="600"/>
              </a:spcAft>
              <a:buFont typeface="Arial" panose="020B0604020202020204" pitchFamily="34" charset="0"/>
              <a:buChar char="•"/>
            </a:pPr>
            <a:r>
              <a:rPr lang="pt-BR" sz="1400" b="1" dirty="0"/>
              <a:t>Visualização dos Resultados</a:t>
            </a:r>
            <a:endParaRPr kumimoji="0" lang="pt-BR" altLang="pt-BR" sz="1400" b="0" i="0" u="none" strike="noStrike" cap="none" normalizeH="0" baseline="0" dirty="0">
              <a:ln>
                <a:noFill/>
              </a:ln>
              <a:solidFill>
                <a:schemeClr val="tx1"/>
              </a:solidFill>
              <a:effectLst/>
              <a:latin typeface="Arial" panose="020B0604020202020204" pitchFamily="34" charset="0"/>
            </a:endParaRPr>
          </a:p>
        </p:txBody>
      </p:sp>
      <p:sp>
        <p:nvSpPr>
          <p:cNvPr id="15" name="Rectangle 8">
            <a:extLst>
              <a:ext uri="{FF2B5EF4-FFF2-40B4-BE49-F238E27FC236}">
                <a16:creationId xmlns:a16="http://schemas.microsoft.com/office/drawing/2014/main" id="{33AA8FF6-C68D-47D2-AEB7-194419ACE6B9}"/>
              </a:ext>
            </a:extLst>
          </p:cNvPr>
          <p:cNvSpPr>
            <a:spLocks noChangeArrowheads="1"/>
          </p:cNvSpPr>
          <p:nvPr/>
        </p:nvSpPr>
        <p:spPr bwMode="auto">
          <a:xfrm>
            <a:off x="8487762" y="5621614"/>
            <a:ext cx="30780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ts val="600"/>
              </a:spcBef>
              <a:spcAft>
                <a:spcPts val="600"/>
              </a:spcAft>
              <a:buFont typeface="Arial" panose="020B0604020202020204" pitchFamily="34" charset="0"/>
              <a:buChar char="•"/>
            </a:pPr>
            <a:r>
              <a:rPr lang="pt-BR" sz="1400" b="1" dirty="0"/>
              <a:t>Avaliação e Aplicação dos Modelos</a:t>
            </a:r>
            <a:endParaRPr kumimoji="0" lang="pt-BR" altLang="pt-B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3751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ço Reservado para Texto 33"/>
          <p:cNvSpPr>
            <a:spLocks noGrp="1"/>
          </p:cNvSpPr>
          <p:nvPr>
            <p:ph type="body" sz="quarter" idx="14"/>
          </p:nvPr>
        </p:nvSpPr>
        <p:spPr/>
        <p:txBody>
          <a:bodyPr/>
          <a:lstStyle/>
          <a:p>
            <a:r>
              <a:rPr lang="pt-BR" dirty="0"/>
              <a:t>Nuvens de Palavras</a:t>
            </a:r>
          </a:p>
        </p:txBody>
      </p:sp>
      <p:sp>
        <p:nvSpPr>
          <p:cNvPr id="7" name="Espaço Reservado para Texto 6">
            <a:extLst>
              <a:ext uri="{FF2B5EF4-FFF2-40B4-BE49-F238E27FC236}">
                <a16:creationId xmlns:a16="http://schemas.microsoft.com/office/drawing/2014/main" id="{0F62A5B0-F7D8-49D5-8BD1-C66BD6F2826A}"/>
              </a:ext>
            </a:extLst>
          </p:cNvPr>
          <p:cNvSpPr>
            <a:spLocks noGrp="1"/>
          </p:cNvSpPr>
          <p:nvPr>
            <p:ph type="body" sz="quarter" idx="17"/>
          </p:nvPr>
        </p:nvSpPr>
        <p:spPr/>
        <p:txBody>
          <a:bodyPr/>
          <a:lstStyle/>
          <a:p>
            <a:r>
              <a:rPr lang="pt-BR" dirty="0"/>
              <a:t>https://colab.research.google.com/drive/15ozT63Uw0QnkT9lJb6BDTIOTcX5yuZVD?usp=sharing</a:t>
            </a:r>
          </a:p>
        </p:txBody>
      </p:sp>
      <p:sp>
        <p:nvSpPr>
          <p:cNvPr id="11" name="Espaço Reservado para Texto 10">
            <a:extLst>
              <a:ext uri="{FF2B5EF4-FFF2-40B4-BE49-F238E27FC236}">
                <a16:creationId xmlns:a16="http://schemas.microsoft.com/office/drawing/2014/main" id="{736791EE-DD11-4C83-AB92-E747A686AF16}"/>
              </a:ext>
            </a:extLst>
          </p:cNvPr>
          <p:cNvSpPr>
            <a:spLocks noGrp="1"/>
          </p:cNvSpPr>
          <p:nvPr>
            <p:ph type="body" sz="quarter" idx="16"/>
          </p:nvPr>
        </p:nvSpPr>
        <p:spPr/>
        <p:txBody>
          <a:bodyPr/>
          <a:lstStyle/>
          <a:p>
            <a:r>
              <a:rPr lang="pt-BR" dirty="0"/>
              <a:t>https://colab.research.google.com/drive/15ozT63Uw0QnkT9lJb6BDTIOTcX5yuZVD?usp=sharing</a:t>
            </a:r>
          </a:p>
        </p:txBody>
      </p:sp>
      <p:pic>
        <p:nvPicPr>
          <p:cNvPr id="1028" name="Picture 4" descr="Nuvem De Palavras Vetor De Ciência De Dados Feita Somente Com Texto.  Ilustração do Vetor - Ilustração de fundo, dados: 192818789">
            <a:extLst>
              <a:ext uri="{FF2B5EF4-FFF2-40B4-BE49-F238E27FC236}">
                <a16:creationId xmlns:a16="http://schemas.microsoft.com/office/drawing/2014/main" id="{636287F4-83CE-4CAC-99D7-4D2313CE0A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7361" y="1624613"/>
            <a:ext cx="4674093" cy="46740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nceito de fundo de nuvem de palavras para rede de tecnologia de Internet  de big data com ilustração vetorial de conceito de análise de dados em nuvem  | Vetor Premium">
            <a:extLst>
              <a:ext uri="{FF2B5EF4-FFF2-40B4-BE49-F238E27FC236}">
                <a16:creationId xmlns:a16="http://schemas.microsoft.com/office/drawing/2014/main" id="{7782A40B-4269-4F97-9325-7CE71E8CE8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882" y="1590629"/>
            <a:ext cx="5353235" cy="447675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2309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482027E-B3D2-4B12-B9B4-ADA21043D1FB}"/>
              </a:ext>
            </a:extLst>
          </p:cNvPr>
          <p:cNvSpPr/>
          <p:nvPr/>
        </p:nvSpPr>
        <p:spPr>
          <a:xfrm>
            <a:off x="494950" y="2122415"/>
            <a:ext cx="6518246" cy="8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050" name="Picture 2" descr="Google Trends - Descubra Tendências de Busca">
            <a:extLst>
              <a:ext uri="{FF2B5EF4-FFF2-40B4-BE49-F238E27FC236}">
                <a16:creationId xmlns:a16="http://schemas.microsoft.com/office/drawing/2014/main" id="{0C50E986-0900-46A4-AB4A-53D1383FC7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03" r="24764"/>
          <a:stretch/>
        </p:blipFill>
        <p:spPr bwMode="auto">
          <a:xfrm>
            <a:off x="494950" y="1643286"/>
            <a:ext cx="1775534" cy="1551112"/>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m 16">
            <a:extLst>
              <a:ext uri="{FF2B5EF4-FFF2-40B4-BE49-F238E27FC236}">
                <a16:creationId xmlns:a16="http://schemas.microsoft.com/office/drawing/2014/main" id="{446A9563-2581-4D1E-A857-DFEE4463812A}"/>
              </a:ext>
            </a:extLst>
          </p:cNvPr>
          <p:cNvPicPr>
            <a:picLocks noChangeAspect="1"/>
          </p:cNvPicPr>
          <p:nvPr/>
        </p:nvPicPr>
        <p:blipFill>
          <a:blip r:embed="rId3"/>
          <a:stretch>
            <a:fillRect/>
          </a:stretch>
        </p:blipFill>
        <p:spPr>
          <a:xfrm>
            <a:off x="543816" y="3064773"/>
            <a:ext cx="2068496" cy="728453"/>
          </a:xfrm>
          <a:prstGeom prst="rect">
            <a:avLst/>
          </a:prstGeom>
          <a:ln w="88900" cap="sq" cmpd="thickThin">
            <a:solidFill>
              <a:srgbClr val="000000"/>
            </a:solidFill>
            <a:prstDash val="solid"/>
            <a:miter lim="800000"/>
          </a:ln>
          <a:effectLst>
            <a:innerShdw blurRad="76200">
              <a:srgbClr val="000000"/>
            </a:innerShdw>
          </a:effectLst>
        </p:spPr>
      </p:pic>
      <p:pic>
        <p:nvPicPr>
          <p:cNvPr id="18" name="Imagem 17">
            <a:extLst>
              <a:ext uri="{FF2B5EF4-FFF2-40B4-BE49-F238E27FC236}">
                <a16:creationId xmlns:a16="http://schemas.microsoft.com/office/drawing/2014/main" id="{09733D34-D4FC-45F0-90F2-FB048F9A3034}"/>
              </a:ext>
            </a:extLst>
          </p:cNvPr>
          <p:cNvPicPr>
            <a:picLocks noChangeAspect="1"/>
          </p:cNvPicPr>
          <p:nvPr/>
        </p:nvPicPr>
        <p:blipFill>
          <a:blip r:embed="rId4"/>
          <a:stretch>
            <a:fillRect/>
          </a:stretch>
        </p:blipFill>
        <p:spPr>
          <a:xfrm>
            <a:off x="6035886" y="4145610"/>
            <a:ext cx="2742893" cy="2273640"/>
          </a:xfrm>
          <a:prstGeom prst="rect">
            <a:avLst/>
          </a:prstGeom>
          <a:ln>
            <a:noFill/>
          </a:ln>
          <a:effectLst>
            <a:outerShdw blurRad="190500" algn="tl" rotWithShape="0">
              <a:srgbClr val="000000">
                <a:alpha val="70000"/>
              </a:srgbClr>
            </a:outerShdw>
          </a:effectLst>
        </p:spPr>
      </p:pic>
      <p:pic>
        <p:nvPicPr>
          <p:cNvPr id="19" name="Imagem 18">
            <a:extLst>
              <a:ext uri="{FF2B5EF4-FFF2-40B4-BE49-F238E27FC236}">
                <a16:creationId xmlns:a16="http://schemas.microsoft.com/office/drawing/2014/main" id="{CE2ED047-3BD8-4627-8A3A-F9D84EFABE25}"/>
              </a:ext>
            </a:extLst>
          </p:cNvPr>
          <p:cNvPicPr>
            <a:picLocks noChangeAspect="1"/>
          </p:cNvPicPr>
          <p:nvPr/>
        </p:nvPicPr>
        <p:blipFill>
          <a:blip r:embed="rId5"/>
          <a:stretch>
            <a:fillRect/>
          </a:stretch>
        </p:blipFill>
        <p:spPr>
          <a:xfrm>
            <a:off x="9004488" y="2896511"/>
            <a:ext cx="2824432" cy="2439283"/>
          </a:xfrm>
          <a:prstGeom prst="rect">
            <a:avLst/>
          </a:prstGeom>
          <a:ln>
            <a:noFill/>
          </a:ln>
          <a:effectLst>
            <a:outerShdw blurRad="190500" algn="tl" rotWithShape="0">
              <a:srgbClr val="000000">
                <a:alpha val="70000"/>
              </a:srgbClr>
            </a:outerShdw>
          </a:effectLst>
        </p:spPr>
      </p:pic>
      <p:pic>
        <p:nvPicPr>
          <p:cNvPr id="21" name="Imagem 20">
            <a:extLst>
              <a:ext uri="{FF2B5EF4-FFF2-40B4-BE49-F238E27FC236}">
                <a16:creationId xmlns:a16="http://schemas.microsoft.com/office/drawing/2014/main" id="{46FC719E-FA4A-4EBD-91C4-A2C50940DAFF}"/>
              </a:ext>
            </a:extLst>
          </p:cNvPr>
          <p:cNvPicPr>
            <a:picLocks noChangeAspect="1"/>
          </p:cNvPicPr>
          <p:nvPr/>
        </p:nvPicPr>
        <p:blipFill>
          <a:blip r:embed="rId6"/>
          <a:stretch>
            <a:fillRect/>
          </a:stretch>
        </p:blipFill>
        <p:spPr>
          <a:xfrm>
            <a:off x="229915" y="4055534"/>
            <a:ext cx="5359372" cy="372826"/>
          </a:xfrm>
          <a:prstGeom prst="rect">
            <a:avLst/>
          </a:prstGeom>
        </p:spPr>
      </p:pic>
      <p:pic>
        <p:nvPicPr>
          <p:cNvPr id="22" name="Imagem 21">
            <a:extLst>
              <a:ext uri="{FF2B5EF4-FFF2-40B4-BE49-F238E27FC236}">
                <a16:creationId xmlns:a16="http://schemas.microsoft.com/office/drawing/2014/main" id="{0C3CF6F5-F2CB-41F5-8B5E-D87644000A69}"/>
              </a:ext>
            </a:extLst>
          </p:cNvPr>
          <p:cNvPicPr>
            <a:picLocks noChangeAspect="1"/>
          </p:cNvPicPr>
          <p:nvPr/>
        </p:nvPicPr>
        <p:blipFill>
          <a:blip r:embed="rId7"/>
          <a:stretch>
            <a:fillRect/>
          </a:stretch>
        </p:blipFill>
        <p:spPr>
          <a:xfrm>
            <a:off x="494950" y="4635047"/>
            <a:ext cx="4955939" cy="174973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23" name="Imagem 22">
            <a:extLst>
              <a:ext uri="{FF2B5EF4-FFF2-40B4-BE49-F238E27FC236}">
                <a16:creationId xmlns:a16="http://schemas.microsoft.com/office/drawing/2014/main" id="{10F645B1-6309-4848-8DCA-5D6DF6A1AC32}"/>
              </a:ext>
            </a:extLst>
          </p:cNvPr>
          <p:cNvPicPr>
            <a:picLocks noChangeAspect="1"/>
          </p:cNvPicPr>
          <p:nvPr/>
        </p:nvPicPr>
        <p:blipFill>
          <a:blip r:embed="rId8"/>
          <a:stretch>
            <a:fillRect/>
          </a:stretch>
        </p:blipFill>
        <p:spPr>
          <a:xfrm>
            <a:off x="3019043" y="1930882"/>
            <a:ext cx="5008400" cy="202319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38200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482027E-B3D2-4B12-B9B4-ADA21043D1FB}"/>
              </a:ext>
            </a:extLst>
          </p:cNvPr>
          <p:cNvSpPr/>
          <p:nvPr/>
        </p:nvSpPr>
        <p:spPr>
          <a:xfrm>
            <a:off x="494950" y="2122415"/>
            <a:ext cx="6518246" cy="8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050" name="Picture 2" descr="Google Trends - Descubra Tendências de Busca">
            <a:extLst>
              <a:ext uri="{FF2B5EF4-FFF2-40B4-BE49-F238E27FC236}">
                <a16:creationId xmlns:a16="http://schemas.microsoft.com/office/drawing/2014/main" id="{0C50E986-0900-46A4-AB4A-53D1383FC7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03" r="24764"/>
          <a:stretch/>
        </p:blipFill>
        <p:spPr bwMode="auto">
          <a:xfrm>
            <a:off x="654748" y="1438586"/>
            <a:ext cx="1565537" cy="1367658"/>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m 2">
            <a:extLst>
              <a:ext uri="{FF2B5EF4-FFF2-40B4-BE49-F238E27FC236}">
                <a16:creationId xmlns:a16="http://schemas.microsoft.com/office/drawing/2014/main" id="{0B46B771-9453-495D-9C8D-DAF4545A568A}"/>
              </a:ext>
            </a:extLst>
          </p:cNvPr>
          <p:cNvPicPr>
            <a:picLocks noChangeAspect="1"/>
          </p:cNvPicPr>
          <p:nvPr/>
        </p:nvPicPr>
        <p:blipFill>
          <a:blip r:embed="rId3"/>
          <a:stretch>
            <a:fillRect/>
          </a:stretch>
        </p:blipFill>
        <p:spPr>
          <a:xfrm>
            <a:off x="439730" y="2806244"/>
            <a:ext cx="5081331" cy="838899"/>
          </a:xfrm>
          <a:prstGeom prst="rect">
            <a:avLst/>
          </a:prstGeom>
        </p:spPr>
      </p:pic>
      <p:pic>
        <p:nvPicPr>
          <p:cNvPr id="4" name="Imagem 3">
            <a:extLst>
              <a:ext uri="{FF2B5EF4-FFF2-40B4-BE49-F238E27FC236}">
                <a16:creationId xmlns:a16="http://schemas.microsoft.com/office/drawing/2014/main" id="{D9DB530D-D9D5-4B69-919A-4F119ABB6FBD}"/>
              </a:ext>
            </a:extLst>
          </p:cNvPr>
          <p:cNvPicPr>
            <a:picLocks noChangeAspect="1"/>
          </p:cNvPicPr>
          <p:nvPr/>
        </p:nvPicPr>
        <p:blipFill>
          <a:blip r:embed="rId4"/>
          <a:stretch>
            <a:fillRect/>
          </a:stretch>
        </p:blipFill>
        <p:spPr>
          <a:xfrm>
            <a:off x="232511" y="3867040"/>
            <a:ext cx="5863489" cy="212208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 name="Imagem 4">
            <a:extLst>
              <a:ext uri="{FF2B5EF4-FFF2-40B4-BE49-F238E27FC236}">
                <a16:creationId xmlns:a16="http://schemas.microsoft.com/office/drawing/2014/main" id="{39A7DA5B-3552-473D-AAC8-6E70DF9DC04C}"/>
              </a:ext>
            </a:extLst>
          </p:cNvPr>
          <p:cNvPicPr>
            <a:picLocks noChangeAspect="1"/>
          </p:cNvPicPr>
          <p:nvPr/>
        </p:nvPicPr>
        <p:blipFill rotWithShape="1">
          <a:blip r:embed="rId5"/>
          <a:srcRect l="50274" t="14479" b="22044"/>
          <a:stretch/>
        </p:blipFill>
        <p:spPr>
          <a:xfrm>
            <a:off x="6654127" y="2192971"/>
            <a:ext cx="2456130" cy="1536684"/>
          </a:xfrm>
          <a:prstGeom prst="rect">
            <a:avLst/>
          </a:prstGeom>
        </p:spPr>
      </p:pic>
      <p:pic>
        <p:nvPicPr>
          <p:cNvPr id="6" name="Imagem 5">
            <a:extLst>
              <a:ext uri="{FF2B5EF4-FFF2-40B4-BE49-F238E27FC236}">
                <a16:creationId xmlns:a16="http://schemas.microsoft.com/office/drawing/2014/main" id="{23C38D39-6196-45FD-9A74-DB7048CB38A9}"/>
              </a:ext>
            </a:extLst>
          </p:cNvPr>
          <p:cNvPicPr>
            <a:picLocks noChangeAspect="1"/>
          </p:cNvPicPr>
          <p:nvPr/>
        </p:nvPicPr>
        <p:blipFill>
          <a:blip r:embed="rId6"/>
          <a:stretch>
            <a:fillRect/>
          </a:stretch>
        </p:blipFill>
        <p:spPr>
          <a:xfrm>
            <a:off x="6261025" y="3896687"/>
            <a:ext cx="5698464" cy="2670655"/>
          </a:xfrm>
          <a:prstGeom prst="rect">
            <a:avLst/>
          </a:prstGeom>
        </p:spPr>
      </p:pic>
      <p:pic>
        <p:nvPicPr>
          <p:cNvPr id="13" name="Imagem 12">
            <a:extLst>
              <a:ext uri="{FF2B5EF4-FFF2-40B4-BE49-F238E27FC236}">
                <a16:creationId xmlns:a16="http://schemas.microsoft.com/office/drawing/2014/main" id="{672B787E-1FBC-48A9-A270-65A01B7804F9}"/>
              </a:ext>
            </a:extLst>
          </p:cNvPr>
          <p:cNvPicPr>
            <a:picLocks noChangeAspect="1"/>
          </p:cNvPicPr>
          <p:nvPr/>
        </p:nvPicPr>
        <p:blipFill rotWithShape="1">
          <a:blip r:embed="rId5"/>
          <a:srcRect l="10374" t="31557" r="66984" b="23058"/>
          <a:stretch/>
        </p:blipFill>
        <p:spPr>
          <a:xfrm>
            <a:off x="9880302" y="2541864"/>
            <a:ext cx="1280514" cy="1257916"/>
          </a:xfrm>
          <a:prstGeom prst="rect">
            <a:avLst/>
          </a:prstGeom>
        </p:spPr>
      </p:pic>
      <p:pic>
        <p:nvPicPr>
          <p:cNvPr id="9" name="Imagem 8">
            <a:extLst>
              <a:ext uri="{FF2B5EF4-FFF2-40B4-BE49-F238E27FC236}">
                <a16:creationId xmlns:a16="http://schemas.microsoft.com/office/drawing/2014/main" id="{EB4D97E6-163B-4197-86AE-980139F71B1C}"/>
              </a:ext>
            </a:extLst>
          </p:cNvPr>
          <p:cNvPicPr>
            <a:picLocks noChangeAspect="1"/>
          </p:cNvPicPr>
          <p:nvPr/>
        </p:nvPicPr>
        <p:blipFill rotWithShape="1">
          <a:blip r:embed="rId7"/>
          <a:srcRect r="55311" b="11869"/>
          <a:stretch/>
        </p:blipFill>
        <p:spPr>
          <a:xfrm>
            <a:off x="2558046" y="1787067"/>
            <a:ext cx="2963015" cy="369408"/>
          </a:xfrm>
          <a:prstGeom prst="rect">
            <a:avLst/>
          </a:prstGeom>
        </p:spPr>
      </p:pic>
      <p:pic>
        <p:nvPicPr>
          <p:cNvPr id="15" name="Imagem 14">
            <a:extLst>
              <a:ext uri="{FF2B5EF4-FFF2-40B4-BE49-F238E27FC236}">
                <a16:creationId xmlns:a16="http://schemas.microsoft.com/office/drawing/2014/main" id="{3AAE9B47-5754-4A63-B13A-6B0BDDEE1CED}"/>
              </a:ext>
            </a:extLst>
          </p:cNvPr>
          <p:cNvPicPr>
            <a:picLocks noChangeAspect="1"/>
          </p:cNvPicPr>
          <p:nvPr/>
        </p:nvPicPr>
        <p:blipFill rotWithShape="1">
          <a:blip r:embed="rId7"/>
          <a:srcRect l="43866" b="-1614"/>
          <a:stretch/>
        </p:blipFill>
        <p:spPr>
          <a:xfrm>
            <a:off x="2162184" y="2285428"/>
            <a:ext cx="3721898" cy="425923"/>
          </a:xfrm>
          <a:prstGeom prst="rect">
            <a:avLst/>
          </a:prstGeom>
        </p:spPr>
      </p:pic>
    </p:spTree>
    <p:extLst>
      <p:ext uri="{BB962C8B-B14F-4D97-AF65-F5344CB8AC3E}">
        <p14:creationId xmlns:p14="http://schemas.microsoft.com/office/powerpoint/2010/main" val="4191582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482027E-B3D2-4B12-B9B4-ADA21043D1FB}"/>
              </a:ext>
            </a:extLst>
          </p:cNvPr>
          <p:cNvSpPr/>
          <p:nvPr/>
        </p:nvSpPr>
        <p:spPr>
          <a:xfrm>
            <a:off x="494950" y="2122415"/>
            <a:ext cx="6518246" cy="8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F05479B5-1ED6-452D-91B8-907843E64DCA}"/>
              </a:ext>
            </a:extLst>
          </p:cNvPr>
          <p:cNvPicPr>
            <a:picLocks noChangeAspect="1"/>
          </p:cNvPicPr>
          <p:nvPr/>
        </p:nvPicPr>
        <p:blipFill>
          <a:blip r:embed="rId2"/>
          <a:stretch>
            <a:fillRect/>
          </a:stretch>
        </p:blipFill>
        <p:spPr>
          <a:xfrm>
            <a:off x="9777341" y="3816961"/>
            <a:ext cx="1980552" cy="2594173"/>
          </a:xfrm>
          <a:prstGeom prst="rect">
            <a:avLst/>
          </a:prstGeom>
        </p:spPr>
      </p:pic>
      <p:sp>
        <p:nvSpPr>
          <p:cNvPr id="12" name="Retângulo 11">
            <a:extLst>
              <a:ext uri="{FF2B5EF4-FFF2-40B4-BE49-F238E27FC236}">
                <a16:creationId xmlns:a16="http://schemas.microsoft.com/office/drawing/2014/main" id="{CDC3E782-6B70-42F5-8230-4CE2ECF3F670}"/>
              </a:ext>
            </a:extLst>
          </p:cNvPr>
          <p:cNvSpPr/>
          <p:nvPr/>
        </p:nvSpPr>
        <p:spPr>
          <a:xfrm>
            <a:off x="2538520" y="5758080"/>
            <a:ext cx="4264205" cy="338554"/>
          </a:xfrm>
          <a:prstGeom prst="rect">
            <a:avLst/>
          </a:prstGeom>
        </p:spPr>
        <p:txBody>
          <a:bodyPr wrap="square">
            <a:spAutoFit/>
          </a:bodyPr>
          <a:lstStyle/>
          <a:p>
            <a:r>
              <a:rPr lang="pt-BR" sz="1600" dirty="0"/>
              <a:t>https://www.vagas.com.br/mapa-de-carreiras/</a:t>
            </a:r>
          </a:p>
        </p:txBody>
      </p:sp>
      <p:pic>
        <p:nvPicPr>
          <p:cNvPr id="16" name="Imagem 15">
            <a:extLst>
              <a:ext uri="{FF2B5EF4-FFF2-40B4-BE49-F238E27FC236}">
                <a16:creationId xmlns:a16="http://schemas.microsoft.com/office/drawing/2014/main" id="{BD1CB7B4-C8AC-46E6-BC8A-7EAA1A89EC20}"/>
              </a:ext>
            </a:extLst>
          </p:cNvPr>
          <p:cNvPicPr>
            <a:picLocks noChangeAspect="1"/>
          </p:cNvPicPr>
          <p:nvPr/>
        </p:nvPicPr>
        <p:blipFill>
          <a:blip r:embed="rId3"/>
          <a:stretch>
            <a:fillRect/>
          </a:stretch>
        </p:blipFill>
        <p:spPr>
          <a:xfrm>
            <a:off x="1109709" y="2122415"/>
            <a:ext cx="7624595" cy="3775003"/>
          </a:xfrm>
          <a:prstGeom prst="rect">
            <a:avLst/>
          </a:prstGeom>
        </p:spPr>
      </p:pic>
      <p:pic>
        <p:nvPicPr>
          <p:cNvPr id="8" name="Imagem 7">
            <a:extLst>
              <a:ext uri="{FF2B5EF4-FFF2-40B4-BE49-F238E27FC236}">
                <a16:creationId xmlns:a16="http://schemas.microsoft.com/office/drawing/2014/main" id="{9F195329-6163-4E14-ACBC-BCE7E383E8AF}"/>
              </a:ext>
            </a:extLst>
          </p:cNvPr>
          <p:cNvPicPr>
            <a:picLocks noChangeAspect="1"/>
          </p:cNvPicPr>
          <p:nvPr/>
        </p:nvPicPr>
        <p:blipFill>
          <a:blip r:embed="rId4"/>
          <a:stretch>
            <a:fillRect/>
          </a:stretch>
        </p:blipFill>
        <p:spPr>
          <a:xfrm>
            <a:off x="278319" y="2541864"/>
            <a:ext cx="1945845" cy="3385493"/>
          </a:xfrm>
          <a:prstGeom prst="rect">
            <a:avLst/>
          </a:prstGeom>
        </p:spPr>
      </p:pic>
      <p:pic>
        <p:nvPicPr>
          <p:cNvPr id="10" name="Imagem 9">
            <a:extLst>
              <a:ext uri="{FF2B5EF4-FFF2-40B4-BE49-F238E27FC236}">
                <a16:creationId xmlns:a16="http://schemas.microsoft.com/office/drawing/2014/main" id="{761CC105-40F5-41E8-8E05-4592FE66630F}"/>
              </a:ext>
            </a:extLst>
          </p:cNvPr>
          <p:cNvPicPr>
            <a:picLocks noChangeAspect="1"/>
          </p:cNvPicPr>
          <p:nvPr/>
        </p:nvPicPr>
        <p:blipFill rotWithShape="1">
          <a:blip r:embed="rId5"/>
          <a:srcRect b="59287"/>
          <a:stretch/>
        </p:blipFill>
        <p:spPr>
          <a:xfrm>
            <a:off x="7710046" y="2340521"/>
            <a:ext cx="2067295" cy="1295821"/>
          </a:xfrm>
          <a:prstGeom prst="rect">
            <a:avLst/>
          </a:prstGeom>
        </p:spPr>
      </p:pic>
      <p:sp>
        <p:nvSpPr>
          <p:cNvPr id="17" name="Texto Explicativo: Linha 16">
            <a:extLst>
              <a:ext uri="{FF2B5EF4-FFF2-40B4-BE49-F238E27FC236}">
                <a16:creationId xmlns:a16="http://schemas.microsoft.com/office/drawing/2014/main" id="{7362D3A2-09E3-4BA8-803E-BDB43644A709}"/>
              </a:ext>
            </a:extLst>
          </p:cNvPr>
          <p:cNvSpPr/>
          <p:nvPr/>
        </p:nvSpPr>
        <p:spPr>
          <a:xfrm>
            <a:off x="6193972" y="1847208"/>
            <a:ext cx="1650614" cy="275207"/>
          </a:xfrm>
          <a:prstGeom prst="borderCallout1">
            <a:avLst>
              <a:gd name="adj1" fmla="val 51008"/>
              <a:gd name="adj2" fmla="val -803"/>
              <a:gd name="adj3" fmla="val 347985"/>
              <a:gd name="adj4" fmla="val -53393"/>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Auxiliar Administrativo</a:t>
            </a:r>
            <a:endParaRPr lang="pt-BR" dirty="0">
              <a:solidFill>
                <a:schemeClr val="tx1"/>
              </a:solidFill>
            </a:endParaRPr>
          </a:p>
        </p:txBody>
      </p:sp>
      <p:sp>
        <p:nvSpPr>
          <p:cNvPr id="19" name="Texto Explicativo: Linha 18">
            <a:extLst>
              <a:ext uri="{FF2B5EF4-FFF2-40B4-BE49-F238E27FC236}">
                <a16:creationId xmlns:a16="http://schemas.microsoft.com/office/drawing/2014/main" id="{F52AE7E9-3FE5-41AA-A803-2031C2BAD1A6}"/>
              </a:ext>
            </a:extLst>
          </p:cNvPr>
          <p:cNvSpPr/>
          <p:nvPr/>
        </p:nvSpPr>
        <p:spPr>
          <a:xfrm>
            <a:off x="3465884" y="3984157"/>
            <a:ext cx="1650614" cy="275207"/>
          </a:xfrm>
          <a:prstGeom prst="borderCallout1">
            <a:avLst>
              <a:gd name="adj1" fmla="val 47782"/>
              <a:gd name="adj2" fmla="val 100311"/>
              <a:gd name="adj3" fmla="val 96371"/>
              <a:gd name="adj4" fmla="val 142919"/>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Analista</a:t>
            </a:r>
            <a:endParaRPr lang="pt-BR" dirty="0">
              <a:solidFill>
                <a:schemeClr val="tx1"/>
              </a:solidFill>
            </a:endParaRPr>
          </a:p>
        </p:txBody>
      </p:sp>
      <p:sp>
        <p:nvSpPr>
          <p:cNvPr id="20" name="Texto Explicativo: Linha 19">
            <a:extLst>
              <a:ext uri="{FF2B5EF4-FFF2-40B4-BE49-F238E27FC236}">
                <a16:creationId xmlns:a16="http://schemas.microsoft.com/office/drawing/2014/main" id="{D78249E9-E5BB-4E90-8FBA-4B591B1F8C83}"/>
              </a:ext>
            </a:extLst>
          </p:cNvPr>
          <p:cNvSpPr/>
          <p:nvPr/>
        </p:nvSpPr>
        <p:spPr>
          <a:xfrm>
            <a:off x="6096000" y="2598180"/>
            <a:ext cx="1519523" cy="275207"/>
          </a:xfrm>
          <a:prstGeom prst="borderCallout1">
            <a:avLst>
              <a:gd name="adj1" fmla="val 51008"/>
              <a:gd name="adj2" fmla="val -803"/>
              <a:gd name="adj3" fmla="val 231855"/>
              <a:gd name="adj4" fmla="val -27752"/>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Assistente Administrativo</a:t>
            </a:r>
            <a:endParaRPr lang="pt-BR" dirty="0">
              <a:solidFill>
                <a:schemeClr val="tx1"/>
              </a:solidFill>
            </a:endParaRPr>
          </a:p>
        </p:txBody>
      </p:sp>
      <p:sp>
        <p:nvSpPr>
          <p:cNvPr id="21" name="Texto Explicativo: Linha 20">
            <a:extLst>
              <a:ext uri="{FF2B5EF4-FFF2-40B4-BE49-F238E27FC236}">
                <a16:creationId xmlns:a16="http://schemas.microsoft.com/office/drawing/2014/main" id="{97FC402E-E171-4F5E-A360-1616ED9DD9C6}"/>
              </a:ext>
            </a:extLst>
          </p:cNvPr>
          <p:cNvSpPr/>
          <p:nvPr/>
        </p:nvSpPr>
        <p:spPr>
          <a:xfrm>
            <a:off x="3068858" y="2508247"/>
            <a:ext cx="1519523" cy="275207"/>
          </a:xfrm>
          <a:prstGeom prst="borderCallout1">
            <a:avLst>
              <a:gd name="adj1" fmla="val 38105"/>
              <a:gd name="adj2" fmla="val 100855"/>
              <a:gd name="adj3" fmla="val 157661"/>
              <a:gd name="adj4" fmla="val 114803"/>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Recepcionista</a:t>
            </a:r>
            <a:endParaRPr lang="pt-BR" dirty="0">
              <a:solidFill>
                <a:schemeClr val="tx1"/>
              </a:solidFill>
            </a:endParaRPr>
          </a:p>
        </p:txBody>
      </p:sp>
      <p:sp>
        <p:nvSpPr>
          <p:cNvPr id="22" name="Texto Explicativo: Linha 21">
            <a:extLst>
              <a:ext uri="{FF2B5EF4-FFF2-40B4-BE49-F238E27FC236}">
                <a16:creationId xmlns:a16="http://schemas.microsoft.com/office/drawing/2014/main" id="{76B6CFB3-A158-4031-A5D8-AF092990E6D2}"/>
              </a:ext>
            </a:extLst>
          </p:cNvPr>
          <p:cNvSpPr/>
          <p:nvPr/>
        </p:nvSpPr>
        <p:spPr>
          <a:xfrm>
            <a:off x="2771668" y="3541754"/>
            <a:ext cx="1519523" cy="275207"/>
          </a:xfrm>
          <a:prstGeom prst="borderCallout1">
            <a:avLst>
              <a:gd name="adj1" fmla="val -605"/>
              <a:gd name="adj2" fmla="val 52363"/>
              <a:gd name="adj3" fmla="val -113307"/>
              <a:gd name="adj4" fmla="val 93186"/>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Atendente</a:t>
            </a:r>
            <a:endParaRPr lang="pt-BR" dirty="0">
              <a:solidFill>
                <a:schemeClr val="tx1"/>
              </a:solidFill>
            </a:endParaRPr>
          </a:p>
        </p:txBody>
      </p:sp>
      <p:sp>
        <p:nvSpPr>
          <p:cNvPr id="23" name="Texto Explicativo: Linha 22">
            <a:extLst>
              <a:ext uri="{FF2B5EF4-FFF2-40B4-BE49-F238E27FC236}">
                <a16:creationId xmlns:a16="http://schemas.microsoft.com/office/drawing/2014/main" id="{3EAB7979-5C82-426B-B32F-4326E35E20C3}"/>
              </a:ext>
            </a:extLst>
          </p:cNvPr>
          <p:cNvSpPr/>
          <p:nvPr/>
        </p:nvSpPr>
        <p:spPr>
          <a:xfrm>
            <a:off x="7293641" y="4259820"/>
            <a:ext cx="1650614" cy="275207"/>
          </a:xfrm>
          <a:prstGeom prst="borderCallout1">
            <a:avLst>
              <a:gd name="adj1" fmla="val 44557"/>
              <a:gd name="adj2" fmla="val -803"/>
              <a:gd name="adj3" fmla="val 160887"/>
              <a:gd name="adj4" fmla="val -22736"/>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Análise de Suporte</a:t>
            </a:r>
            <a:endParaRPr lang="pt-BR" dirty="0">
              <a:solidFill>
                <a:schemeClr val="tx1"/>
              </a:solidFill>
            </a:endParaRPr>
          </a:p>
        </p:txBody>
      </p:sp>
      <p:pic>
        <p:nvPicPr>
          <p:cNvPr id="24" name="Imagem 23">
            <a:extLst>
              <a:ext uri="{FF2B5EF4-FFF2-40B4-BE49-F238E27FC236}">
                <a16:creationId xmlns:a16="http://schemas.microsoft.com/office/drawing/2014/main" id="{8793F022-35A8-4184-B29D-FD35B3E3EB57}"/>
              </a:ext>
            </a:extLst>
          </p:cNvPr>
          <p:cNvPicPr>
            <a:picLocks noChangeAspect="1"/>
          </p:cNvPicPr>
          <p:nvPr/>
        </p:nvPicPr>
        <p:blipFill rotWithShape="1">
          <a:blip r:embed="rId5"/>
          <a:srcRect t="42996"/>
          <a:stretch/>
        </p:blipFill>
        <p:spPr>
          <a:xfrm>
            <a:off x="7466596" y="4706566"/>
            <a:ext cx="2067295" cy="1814330"/>
          </a:xfrm>
          <a:prstGeom prst="rect">
            <a:avLst/>
          </a:prstGeom>
        </p:spPr>
      </p:pic>
      <p:sp>
        <p:nvSpPr>
          <p:cNvPr id="25" name="Texto Explicativo: Linha 24">
            <a:extLst>
              <a:ext uri="{FF2B5EF4-FFF2-40B4-BE49-F238E27FC236}">
                <a16:creationId xmlns:a16="http://schemas.microsoft.com/office/drawing/2014/main" id="{D49B3E75-1E51-4647-B876-5EABDC09A086}"/>
              </a:ext>
            </a:extLst>
          </p:cNvPr>
          <p:cNvSpPr/>
          <p:nvPr/>
        </p:nvSpPr>
        <p:spPr>
          <a:xfrm>
            <a:off x="3644917" y="4660179"/>
            <a:ext cx="1471581" cy="264945"/>
          </a:xfrm>
          <a:prstGeom prst="borderCallout1">
            <a:avLst>
              <a:gd name="adj1" fmla="val 47782"/>
              <a:gd name="adj2" fmla="val 100849"/>
              <a:gd name="adj3" fmla="val -3879"/>
              <a:gd name="adj4" fmla="val 178359"/>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Técnico em Informática</a:t>
            </a:r>
            <a:endParaRPr lang="pt-BR" dirty="0">
              <a:solidFill>
                <a:schemeClr val="tx1"/>
              </a:solidFill>
            </a:endParaRPr>
          </a:p>
        </p:txBody>
      </p:sp>
      <p:sp>
        <p:nvSpPr>
          <p:cNvPr id="26" name="Texto Explicativo: Linha 25">
            <a:extLst>
              <a:ext uri="{FF2B5EF4-FFF2-40B4-BE49-F238E27FC236}">
                <a16:creationId xmlns:a16="http://schemas.microsoft.com/office/drawing/2014/main" id="{394DBD50-59A5-4056-833B-9ED9A6F99B8F}"/>
              </a:ext>
            </a:extLst>
          </p:cNvPr>
          <p:cNvSpPr/>
          <p:nvPr/>
        </p:nvSpPr>
        <p:spPr>
          <a:xfrm>
            <a:off x="3644917" y="5283657"/>
            <a:ext cx="1650614" cy="275207"/>
          </a:xfrm>
          <a:prstGeom prst="borderCallout1">
            <a:avLst>
              <a:gd name="adj1" fmla="val 47782"/>
              <a:gd name="adj2" fmla="val 100311"/>
              <a:gd name="adj3" fmla="val 2823"/>
              <a:gd name="adj4" fmla="val 159054"/>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Analista de Sistema</a:t>
            </a:r>
            <a:endParaRPr lang="pt-BR" dirty="0">
              <a:solidFill>
                <a:schemeClr val="tx1"/>
              </a:solidFill>
            </a:endParaRPr>
          </a:p>
        </p:txBody>
      </p:sp>
      <p:sp>
        <p:nvSpPr>
          <p:cNvPr id="27" name="Texto Explicativo: Linha 26">
            <a:extLst>
              <a:ext uri="{FF2B5EF4-FFF2-40B4-BE49-F238E27FC236}">
                <a16:creationId xmlns:a16="http://schemas.microsoft.com/office/drawing/2014/main" id="{D3D418DD-268C-4147-A61D-FD793B111781}"/>
              </a:ext>
            </a:extLst>
          </p:cNvPr>
          <p:cNvSpPr/>
          <p:nvPr/>
        </p:nvSpPr>
        <p:spPr>
          <a:xfrm>
            <a:off x="5295531" y="4872520"/>
            <a:ext cx="1032134" cy="275207"/>
          </a:xfrm>
          <a:prstGeom prst="borderCallout1">
            <a:avLst>
              <a:gd name="adj1" fmla="val 51009"/>
              <a:gd name="adj2" fmla="val 101553"/>
              <a:gd name="adj3" fmla="val 15725"/>
              <a:gd name="adj4" fmla="val 128646"/>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Programador</a:t>
            </a:r>
          </a:p>
        </p:txBody>
      </p:sp>
      <p:pic>
        <p:nvPicPr>
          <p:cNvPr id="18" name="Imagem 17">
            <a:extLst>
              <a:ext uri="{FF2B5EF4-FFF2-40B4-BE49-F238E27FC236}">
                <a16:creationId xmlns:a16="http://schemas.microsoft.com/office/drawing/2014/main" id="{37499D92-747B-4C5B-956E-50A80A83BDBC}"/>
              </a:ext>
            </a:extLst>
          </p:cNvPr>
          <p:cNvPicPr>
            <a:picLocks noChangeAspect="1"/>
          </p:cNvPicPr>
          <p:nvPr/>
        </p:nvPicPr>
        <p:blipFill>
          <a:blip r:embed="rId6"/>
          <a:stretch>
            <a:fillRect/>
          </a:stretch>
        </p:blipFill>
        <p:spPr>
          <a:xfrm>
            <a:off x="125431" y="1334284"/>
            <a:ext cx="1137167" cy="997856"/>
          </a:xfrm>
          <a:prstGeom prst="ellipse">
            <a:avLst/>
          </a:prstGeom>
          <a:ln>
            <a:noFill/>
          </a:ln>
          <a:effectLst>
            <a:softEdge rad="112500"/>
          </a:effectLst>
        </p:spPr>
      </p:pic>
    </p:spTree>
    <p:extLst>
      <p:ext uri="{BB962C8B-B14F-4D97-AF65-F5344CB8AC3E}">
        <p14:creationId xmlns:p14="http://schemas.microsoft.com/office/powerpoint/2010/main" val="2278768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tângulo 27">
            <a:extLst>
              <a:ext uri="{FF2B5EF4-FFF2-40B4-BE49-F238E27FC236}">
                <a16:creationId xmlns:a16="http://schemas.microsoft.com/office/drawing/2014/main" id="{CF820E34-581B-4528-8254-FDC597E8C986}"/>
              </a:ext>
            </a:extLst>
          </p:cNvPr>
          <p:cNvSpPr/>
          <p:nvPr/>
        </p:nvSpPr>
        <p:spPr>
          <a:xfrm>
            <a:off x="494950" y="2122415"/>
            <a:ext cx="6518246" cy="8388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194" name="Picture 2" descr="Cuál es tu MBTI?. Myers Briggs Type Indicator o más… | by Mariajosecc |  Introducción a la Psicología — ugr | Medium">
            <a:extLst>
              <a:ext uri="{FF2B5EF4-FFF2-40B4-BE49-F238E27FC236}">
                <a16:creationId xmlns:a16="http://schemas.microsoft.com/office/drawing/2014/main" id="{59A87DB0-0FA2-4184-B459-AAB884AF10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779" b="50612"/>
          <a:stretch/>
        </p:blipFill>
        <p:spPr bwMode="auto">
          <a:xfrm>
            <a:off x="7809341" y="2344675"/>
            <a:ext cx="2100850" cy="2065983"/>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Os 16 Tipos de Personalidade e Times">
            <a:extLst>
              <a:ext uri="{FF2B5EF4-FFF2-40B4-BE49-F238E27FC236}">
                <a16:creationId xmlns:a16="http://schemas.microsoft.com/office/drawing/2014/main" id="{BFCA1F5B-9495-4A8A-8E9E-5A9B4D34E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6723" y="1511423"/>
            <a:ext cx="5182618" cy="518261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AutoShape 10" descr="O logotipo do 16Personalities é composto por 16 pontos em quatro cores diferentes (roxo, azul, amarelo e verde) que formam um círculo disposto em quatro grupos distintos por cor. Os pontos representam os 16 tipos diferentes de personalidade. Dentro do círculo, há quatro pontos maiores com as mesmas cores que representam as Funções de personalidade mais abrangentes.">
            <a:extLst>
              <a:ext uri="{FF2B5EF4-FFF2-40B4-BE49-F238E27FC236}">
                <a16:creationId xmlns:a16="http://schemas.microsoft.com/office/drawing/2014/main" id="{5E116676-C110-4A88-8B5D-7EBEB058EB6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4" name="Imagem 3">
            <a:extLst>
              <a:ext uri="{FF2B5EF4-FFF2-40B4-BE49-F238E27FC236}">
                <a16:creationId xmlns:a16="http://schemas.microsoft.com/office/drawing/2014/main" id="{33C3919D-F061-4B5C-93EA-58BCF98C2856}"/>
              </a:ext>
            </a:extLst>
          </p:cNvPr>
          <p:cNvPicPr>
            <a:picLocks noChangeAspect="1"/>
          </p:cNvPicPr>
          <p:nvPr/>
        </p:nvPicPr>
        <p:blipFill>
          <a:blip r:embed="rId4"/>
          <a:stretch>
            <a:fillRect/>
          </a:stretch>
        </p:blipFill>
        <p:spPr>
          <a:xfrm>
            <a:off x="208206" y="1511423"/>
            <a:ext cx="2322558" cy="637886"/>
          </a:xfrm>
          <a:prstGeom prst="rect">
            <a:avLst/>
          </a:prstGeom>
        </p:spPr>
      </p:pic>
      <p:pic>
        <p:nvPicPr>
          <p:cNvPr id="29" name="Picture 2" descr="Cuál es tu MBTI?. Myers Briggs Type Indicator o más… | by Mariajosecc |  Introducción a la Psicología — ugr | Medium">
            <a:extLst>
              <a:ext uri="{FF2B5EF4-FFF2-40B4-BE49-F238E27FC236}">
                <a16:creationId xmlns:a16="http://schemas.microsoft.com/office/drawing/2014/main" id="{41D8E75C-8260-4FDD-84EC-5E2D38EE42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167" b="49999"/>
          <a:stretch/>
        </p:blipFill>
        <p:spPr bwMode="auto">
          <a:xfrm>
            <a:off x="347406" y="2270762"/>
            <a:ext cx="1825818" cy="183197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Cuál es tu MBTI?. Myers Briggs Type Indicator o más… | by Mariajosecc |  Introducción a la Psicología — ugr | Medium">
            <a:extLst>
              <a:ext uri="{FF2B5EF4-FFF2-40B4-BE49-F238E27FC236}">
                <a16:creationId xmlns:a16="http://schemas.microsoft.com/office/drawing/2014/main" id="{7BCB97B8-5400-43DA-BC94-81371263C6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422" r="50367"/>
          <a:stretch/>
        </p:blipFill>
        <p:spPr bwMode="auto">
          <a:xfrm>
            <a:off x="746535" y="4410725"/>
            <a:ext cx="2068277" cy="206598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Cuál es tu MBTI?. Myers Briggs Type Indicator o más… | by Mariajosecc |  Introducción a la Psicología — ugr | Medium">
            <a:extLst>
              <a:ext uri="{FF2B5EF4-FFF2-40B4-BE49-F238E27FC236}">
                <a16:creationId xmlns:a16="http://schemas.microsoft.com/office/drawing/2014/main" id="{182EB51B-F50E-4C91-8C46-616824B64B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50612"/>
          <a:stretch/>
        </p:blipFill>
        <p:spPr bwMode="auto">
          <a:xfrm>
            <a:off x="9647166" y="4513392"/>
            <a:ext cx="2091671" cy="206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589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ço Reservado para Texto 6"/>
          <p:cNvSpPr>
            <a:spLocks noGrp="1"/>
          </p:cNvSpPr>
          <p:nvPr>
            <p:ph type="body" sz="quarter" idx="16"/>
          </p:nvPr>
        </p:nvSpPr>
        <p:spPr/>
        <p:txBody>
          <a:bodyPr>
            <a:normAutofit fontScale="40000" lnSpcReduction="20000"/>
          </a:bodyPr>
          <a:lstStyle/>
          <a:p>
            <a:r>
              <a:rPr lang="pt-BR" dirty="0"/>
              <a:t>https://www.google.com/url?sa=i&amp;url=https%3A%2F%2Fwww.uol.com.br%2Fvivabem%2Fnoticias%2Fredacao%2F2021%2F10%2F16%2Fo-pensamento-pode-influenciar-e-fazer-com-que-coisas-boas-acontecam.htm&amp;psig=AOvVaw11fOBmOvhDjcQ-vZgIT741&amp;ust=1753230033930000&amp;source=images&amp;cd=vfe&amp;opi=89978449&amp;ved=0CBUQjRxqFwoTCNjrsoGZz44DFQAAAAAdAAAAABAE</a:t>
            </a:r>
          </a:p>
        </p:txBody>
      </p:sp>
      <p:sp>
        <p:nvSpPr>
          <p:cNvPr id="8" name="Espaço Reservado para Texto 5">
            <a:extLst>
              <a:ext uri="{FF2B5EF4-FFF2-40B4-BE49-F238E27FC236}">
                <a16:creationId xmlns:a16="http://schemas.microsoft.com/office/drawing/2014/main" id="{6DDCAF9E-B8C8-44C7-BDCC-C7B16C35631A}"/>
              </a:ext>
            </a:extLst>
          </p:cNvPr>
          <p:cNvSpPr>
            <a:spLocks noGrp="1"/>
          </p:cNvSpPr>
          <p:nvPr>
            <p:ph type="body" sz="quarter" idx="14"/>
          </p:nvPr>
        </p:nvSpPr>
        <p:spPr>
          <a:xfrm>
            <a:off x="179462" y="437959"/>
            <a:ext cx="11673555" cy="783357"/>
          </a:xfrm>
        </p:spPr>
        <p:txBody>
          <a:bodyPr/>
          <a:lstStyle/>
          <a:p>
            <a:r>
              <a:rPr lang="pt-BR" dirty="0"/>
              <a:t>Discussão e Interação Perguntas provocativas:</a:t>
            </a:r>
          </a:p>
        </p:txBody>
      </p:sp>
      <p:sp>
        <p:nvSpPr>
          <p:cNvPr id="3" name="Rectangle 3">
            <a:extLst>
              <a:ext uri="{FF2B5EF4-FFF2-40B4-BE49-F238E27FC236}">
                <a16:creationId xmlns:a16="http://schemas.microsoft.com/office/drawing/2014/main" id="{5F73821D-F983-4178-90D4-ECC5EA3006BA}"/>
              </a:ext>
            </a:extLst>
          </p:cNvPr>
          <p:cNvSpPr>
            <a:spLocks noGrp="1" noChangeArrowheads="1"/>
          </p:cNvSpPr>
          <p:nvPr>
            <p:ph type="body" sz="quarter" idx="11"/>
          </p:nvPr>
        </p:nvSpPr>
        <p:spPr bwMode="auto">
          <a:xfrm>
            <a:off x="268239" y="1805351"/>
            <a:ext cx="4268251" cy="3843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00000"/>
              </a:lnSpc>
              <a:spcBef>
                <a:spcPct val="0"/>
              </a:spcBef>
              <a:spcAft>
                <a:spcPct val="0"/>
              </a:spcAft>
              <a:buFont typeface="Wingdings" panose="05000000000000000000" pitchFamily="2" charset="2"/>
              <a:buChar char="q"/>
            </a:pPr>
            <a:r>
              <a:rPr lang="pt-BR" dirty="0"/>
              <a:t>Que habilidades mais aparece, nas descrições das vagas?</a:t>
            </a:r>
            <a:endParaRPr lang="pt-BR" altLang="pt-BR"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pt-BR" altLang="pt-BR"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pt-BR" altLang="pt-BR" b="0" i="0" u="none" strike="noStrike" cap="none" normalizeH="0" baseline="0" dirty="0">
                <a:ln>
                  <a:noFill/>
                </a:ln>
                <a:solidFill>
                  <a:schemeClr val="tx1"/>
                </a:solidFill>
                <a:effectLst/>
                <a:latin typeface="Arial" panose="020B0604020202020204" pitchFamily="34" charset="0"/>
              </a:rPr>
              <a:t>Qual dessas áreas mais combina com o seu perfil?</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pt-BR" altLang="pt-BR"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pt-BR" altLang="pt-BR" b="0" i="0" u="none" strike="noStrike" cap="none" normalizeH="0" baseline="0" dirty="0">
              <a:ln>
                <a:noFill/>
              </a:ln>
              <a:solidFill>
                <a:schemeClr val="tx1"/>
              </a:solidFill>
              <a:effectLst/>
              <a:latin typeface="Arial" panose="020B0604020202020204" pitchFamily="34" charset="0"/>
            </a:endParaRPr>
          </a:p>
          <a:p>
            <a:pPr marL="342900" indent="-342900">
              <a:buFont typeface="Wingdings" panose="05000000000000000000" pitchFamily="2" charset="2"/>
              <a:buChar char="q"/>
            </a:pPr>
            <a:r>
              <a:rPr lang="pt-BR" dirty="0"/>
              <a:t>O interesse por esse tema está crescendo ou diminuindo?</a:t>
            </a:r>
          </a:p>
        </p:txBody>
      </p:sp>
      <p:pic>
        <p:nvPicPr>
          <p:cNvPr id="4100" name="Picture 4" descr="Afinal, como identificar tendências de mercado​? Aprenda aqui!">
            <a:extLst>
              <a:ext uri="{FF2B5EF4-FFF2-40B4-BE49-F238E27FC236}">
                <a16:creationId xmlns:a16="http://schemas.microsoft.com/office/drawing/2014/main" id="{9D6E2730-9493-427A-A3CD-2FBF95EF7DF9}"/>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7599" r="75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49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33396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1268</TotalTime>
  <Words>317</Words>
  <Application>Microsoft Office PowerPoint</Application>
  <PresentationFormat>Widescreen</PresentationFormat>
  <Paragraphs>49</Paragraphs>
  <Slides>10</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10</vt:i4>
      </vt:variant>
    </vt:vector>
  </HeadingPairs>
  <TitlesOfParts>
    <vt:vector size="17" baseType="lpstr">
      <vt:lpstr>Aptos</vt:lpstr>
      <vt:lpstr>Aptos Display</vt:lpstr>
      <vt:lpstr>Arial</vt:lpstr>
      <vt:lpstr>Oswald</vt:lpstr>
      <vt:lpstr>Roboto</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Luiza Briana Grether</dc:creator>
  <cp:lastModifiedBy>Rodolfo Terra | Heimdall IT</cp:lastModifiedBy>
  <cp:revision>44</cp:revision>
  <dcterms:created xsi:type="dcterms:W3CDTF">2024-11-12T12:43:34Z</dcterms:created>
  <dcterms:modified xsi:type="dcterms:W3CDTF">2025-08-04T01:05:50Z</dcterms:modified>
</cp:coreProperties>
</file>