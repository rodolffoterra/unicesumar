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39d0731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39d0731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840118c1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840118c1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840118c1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840118c1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6320ec585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6320ec58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051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3912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3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